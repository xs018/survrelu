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ags/tag1.xml" ContentType="application/vnd.openxmlformats-officedocument.presentationml.tags+xml"/>
  <Override PartName="/ppt/tags/tag2.xml" ContentType="application/vnd.openxmlformats-officedocument.presentationml.tags+xml"/>
  <Override PartName="/ppt/tags/tag3.xml" ContentType="application/vnd.openxmlformats-officedocument.presentationml.tags+xml"/>
  <Override PartName="/ppt/tags/tag4.xml" ContentType="application/vnd.openxmlformats-officedocument.presentationml.tags+xml"/>
  <Override PartName="/ppt/tags/tag5.xml" ContentType="application/vnd.openxmlformats-officedocument.presentationml.tags+xml"/>
  <Override PartName="/ppt/tags/tag6.xml" ContentType="application/vnd.openxmlformats-officedocument.presentationml.tags+xml"/>
  <Override PartName="/ppt/tags/tag7.xml" ContentType="application/vnd.openxmlformats-officedocument.presentationml.tags+xml"/>
  <Override PartName="/ppt/tags/tag8.xml" ContentType="application/vnd.openxmlformats-officedocument.presentationml.tags+xml"/>
  <Override PartName="/ppt/tags/tag9.xml" ContentType="application/vnd.openxmlformats-officedocument.presentationml.tags+xml"/>
  <Override PartName="/ppt/tags/tag10.xml" ContentType="application/vnd.openxmlformats-officedocument.presentationml.tags+xml"/>
  <Override PartName="/ppt/tags/tag11.xml" ContentType="application/vnd.openxmlformats-officedocument.presentationml.tags+xml"/>
  <Override PartName="/ppt/tags/tag12.xml" ContentType="application/vnd.openxmlformats-officedocument.presentationml.tags+xml"/>
  <Override PartName="/ppt/tags/tag13.xml" ContentType="application/vnd.openxmlformats-officedocument.presentationml.tags+xml"/>
  <Override PartName="/ppt/tags/tag14.xml" ContentType="application/vnd.openxmlformats-officedocument.presentationml.tags+xml"/>
  <Override PartName="/ppt/tags/tag15.xml" ContentType="application/vnd.openxmlformats-officedocument.presentationml.tags+xml"/>
  <Override PartName="/ppt/tags/tag16.xml" ContentType="application/vnd.openxmlformats-officedocument.presentationml.tags+xml"/>
  <Override PartName="/ppt/tags/tag17.xml" ContentType="application/vnd.openxmlformats-officedocument.presentationml.tags+xml"/>
  <Override PartName="/ppt/tags/tag18.xml" ContentType="application/vnd.openxmlformats-officedocument.presentationml.tags+xml"/>
  <Override PartName="/ppt/tags/tag19.xml" ContentType="application/vnd.openxmlformats-officedocument.presentationml.tags+xml"/>
  <Override PartName="/ppt/tags/tag20.xml" ContentType="application/vnd.openxmlformats-officedocument.presentationml.tags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708" r:id="rId1"/>
  </p:sldMasterIdLst>
  <p:sldIdLst>
    <p:sldId id="256" r:id="rId2"/>
    <p:sldId id="258" r:id="rId3"/>
    <p:sldId id="261" r:id="rId4"/>
    <p:sldId id="260" r:id="rId5"/>
    <p:sldId id="262" r:id="rId6"/>
    <p:sldId id="263" r:id="rId7"/>
    <p:sldId id="264" r:id="rId8"/>
    <p:sldId id="265" r:id="rId9"/>
  </p:sldIdLst>
  <p:sldSz cx="20421600" cy="96012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6993" autoAdjust="0"/>
    <p:restoredTop sz="94660"/>
  </p:normalViewPr>
  <p:slideViewPr>
    <p:cSldViewPr snapToGrid="0">
      <p:cViewPr varScale="1">
        <p:scale>
          <a:sx n="97" d="100"/>
          <a:sy n="97" d="100"/>
        </p:scale>
        <p:origin x="78" y="70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tableStyles" Target="tableStyle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theme" Target="theme/theme1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viewProps" Target="viewProps.xml"/><Relationship Id="rId5" Type="http://schemas.openxmlformats.org/officeDocument/2006/relationships/slide" Target="slides/slide4.xml"/><Relationship Id="rId10" Type="http://schemas.openxmlformats.org/officeDocument/2006/relationships/presProps" Target="presProps.xml"/><Relationship Id="rId4" Type="http://schemas.openxmlformats.org/officeDocument/2006/relationships/slide" Target="slides/slide3.xml"/><Relationship Id="rId9" Type="http://schemas.openxmlformats.org/officeDocument/2006/relationships/slide" Target="slides/slide8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2552700" y="1571308"/>
            <a:ext cx="15316200" cy="3342640"/>
          </a:xfrm>
        </p:spPr>
        <p:txBody>
          <a:bodyPr anchor="b"/>
          <a:lstStyle>
            <a:lvl1pPr algn="ctr">
              <a:defRPr sz="84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2552700" y="5042853"/>
            <a:ext cx="15316200" cy="2318067"/>
          </a:xfrm>
        </p:spPr>
        <p:txBody>
          <a:bodyPr/>
          <a:lstStyle>
            <a:lvl1pPr marL="0" indent="0" algn="ctr">
              <a:buNone/>
              <a:defRPr sz="3360"/>
            </a:lvl1pPr>
            <a:lvl2pPr marL="640080" indent="0" algn="ctr">
              <a:buNone/>
              <a:defRPr sz="2800"/>
            </a:lvl2pPr>
            <a:lvl3pPr marL="1280160" indent="0" algn="ctr">
              <a:buNone/>
              <a:defRPr sz="2520"/>
            </a:lvl3pPr>
            <a:lvl4pPr marL="1920240" indent="0" algn="ctr">
              <a:buNone/>
              <a:defRPr sz="2240"/>
            </a:lvl4pPr>
            <a:lvl5pPr marL="2560320" indent="0" algn="ctr">
              <a:buNone/>
              <a:defRPr sz="2240"/>
            </a:lvl5pPr>
            <a:lvl6pPr marL="3200400" indent="0" algn="ctr">
              <a:buNone/>
              <a:defRPr sz="2240"/>
            </a:lvl6pPr>
            <a:lvl7pPr marL="3840480" indent="0" algn="ctr">
              <a:buNone/>
              <a:defRPr sz="2240"/>
            </a:lvl7pPr>
            <a:lvl8pPr marL="4480560" indent="0" algn="ctr">
              <a:buNone/>
              <a:defRPr sz="2240"/>
            </a:lvl8pPr>
            <a:lvl9pPr marL="5120640" indent="0" algn="ctr">
              <a:buNone/>
              <a:defRPr sz="2240"/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292ECE7-C7C1-43A8-90AA-86B4DA63B6DA}" type="datetimeFigureOut">
              <a:rPr lang="en-US" smtClean="0"/>
              <a:t>4/16/2024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BB1BAD-754C-41EF-9266-6A44757EFC4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10831819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292ECE7-C7C1-43A8-90AA-86B4DA63B6DA}" type="datetimeFigureOut">
              <a:rPr lang="en-US" smtClean="0"/>
              <a:t>4/16/2024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BB1BAD-754C-41EF-9266-6A44757EFC4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80122833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3349" y="2393634"/>
            <a:ext cx="17613630" cy="3993832"/>
          </a:xfrm>
        </p:spPr>
        <p:txBody>
          <a:bodyPr anchor="b"/>
          <a:lstStyle>
            <a:lvl1pPr>
              <a:defRPr sz="84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393349" y="6425249"/>
            <a:ext cx="17613630" cy="2100262"/>
          </a:xfrm>
        </p:spPr>
        <p:txBody>
          <a:bodyPr/>
          <a:lstStyle>
            <a:lvl1pPr marL="0" indent="0">
              <a:buNone/>
              <a:defRPr sz="3360">
                <a:solidFill>
                  <a:schemeClr val="tx1">
                    <a:tint val="75000"/>
                  </a:schemeClr>
                </a:solidFill>
              </a:defRPr>
            </a:lvl1pPr>
            <a:lvl2pPr marL="640080" indent="0">
              <a:buNone/>
              <a:defRPr sz="2800">
                <a:solidFill>
                  <a:schemeClr val="tx1">
                    <a:tint val="75000"/>
                  </a:schemeClr>
                </a:solidFill>
              </a:defRPr>
            </a:lvl2pPr>
            <a:lvl3pPr marL="1280160" indent="0">
              <a:buNone/>
              <a:defRPr sz="2520">
                <a:solidFill>
                  <a:schemeClr val="tx1">
                    <a:tint val="75000"/>
                  </a:schemeClr>
                </a:solidFill>
              </a:defRPr>
            </a:lvl3pPr>
            <a:lvl4pPr marL="1920240" indent="0">
              <a:buNone/>
              <a:defRPr sz="2240">
                <a:solidFill>
                  <a:schemeClr val="tx1">
                    <a:tint val="75000"/>
                  </a:schemeClr>
                </a:solidFill>
              </a:defRPr>
            </a:lvl4pPr>
            <a:lvl5pPr marL="2560320" indent="0">
              <a:buNone/>
              <a:defRPr sz="2240">
                <a:solidFill>
                  <a:schemeClr val="tx1">
                    <a:tint val="75000"/>
                  </a:schemeClr>
                </a:solidFill>
              </a:defRPr>
            </a:lvl5pPr>
            <a:lvl6pPr marL="3200400" indent="0">
              <a:buNone/>
              <a:defRPr sz="2240">
                <a:solidFill>
                  <a:schemeClr val="tx1">
                    <a:tint val="75000"/>
                  </a:schemeClr>
                </a:solidFill>
              </a:defRPr>
            </a:lvl6pPr>
            <a:lvl7pPr marL="3840480" indent="0">
              <a:buNone/>
              <a:defRPr sz="2240">
                <a:solidFill>
                  <a:schemeClr val="tx1">
                    <a:tint val="75000"/>
                  </a:schemeClr>
                </a:solidFill>
              </a:defRPr>
            </a:lvl7pPr>
            <a:lvl8pPr marL="4480560" indent="0">
              <a:buNone/>
              <a:defRPr sz="2240">
                <a:solidFill>
                  <a:schemeClr val="tx1">
                    <a:tint val="75000"/>
                  </a:schemeClr>
                </a:solidFill>
              </a:defRPr>
            </a:lvl8pPr>
            <a:lvl9pPr marL="5120640" indent="0">
              <a:buNone/>
              <a:defRPr sz="224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292ECE7-C7C1-43A8-90AA-86B4DA63B6DA}" type="datetimeFigureOut">
              <a:rPr lang="en-US" smtClean="0"/>
              <a:t>4/16/2024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BB1BAD-754C-41EF-9266-6A44757EFC4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44098811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1403985" y="2555875"/>
            <a:ext cx="8679180" cy="6091873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0338435" y="2555875"/>
            <a:ext cx="8679180" cy="6091873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292ECE7-C7C1-43A8-90AA-86B4DA63B6DA}" type="datetimeFigureOut">
              <a:rPr lang="en-US" smtClean="0"/>
              <a:t>4/16/2024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BB1BAD-754C-41EF-9266-6A44757EFC4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17283044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406645" y="511176"/>
            <a:ext cx="17613630" cy="1855788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406646" y="2353628"/>
            <a:ext cx="8639293" cy="1153477"/>
          </a:xfrm>
        </p:spPr>
        <p:txBody>
          <a:bodyPr anchor="b"/>
          <a:lstStyle>
            <a:lvl1pPr marL="0" indent="0">
              <a:buNone/>
              <a:defRPr sz="3360" b="1"/>
            </a:lvl1pPr>
            <a:lvl2pPr marL="640080" indent="0">
              <a:buNone/>
              <a:defRPr sz="2800" b="1"/>
            </a:lvl2pPr>
            <a:lvl3pPr marL="1280160" indent="0">
              <a:buNone/>
              <a:defRPr sz="2520" b="1"/>
            </a:lvl3pPr>
            <a:lvl4pPr marL="1920240" indent="0">
              <a:buNone/>
              <a:defRPr sz="2240" b="1"/>
            </a:lvl4pPr>
            <a:lvl5pPr marL="2560320" indent="0">
              <a:buNone/>
              <a:defRPr sz="2240" b="1"/>
            </a:lvl5pPr>
            <a:lvl6pPr marL="3200400" indent="0">
              <a:buNone/>
              <a:defRPr sz="2240" b="1"/>
            </a:lvl6pPr>
            <a:lvl7pPr marL="3840480" indent="0">
              <a:buNone/>
              <a:defRPr sz="2240" b="1"/>
            </a:lvl7pPr>
            <a:lvl8pPr marL="4480560" indent="0">
              <a:buNone/>
              <a:defRPr sz="2240" b="1"/>
            </a:lvl8pPr>
            <a:lvl9pPr marL="5120640" indent="0">
              <a:buNone/>
              <a:defRPr sz="224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406646" y="3507105"/>
            <a:ext cx="8639293" cy="5158423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10338435" y="2353628"/>
            <a:ext cx="8681840" cy="1153477"/>
          </a:xfrm>
        </p:spPr>
        <p:txBody>
          <a:bodyPr anchor="b"/>
          <a:lstStyle>
            <a:lvl1pPr marL="0" indent="0">
              <a:buNone/>
              <a:defRPr sz="3360" b="1"/>
            </a:lvl1pPr>
            <a:lvl2pPr marL="640080" indent="0">
              <a:buNone/>
              <a:defRPr sz="2800" b="1"/>
            </a:lvl2pPr>
            <a:lvl3pPr marL="1280160" indent="0">
              <a:buNone/>
              <a:defRPr sz="2520" b="1"/>
            </a:lvl3pPr>
            <a:lvl4pPr marL="1920240" indent="0">
              <a:buNone/>
              <a:defRPr sz="2240" b="1"/>
            </a:lvl4pPr>
            <a:lvl5pPr marL="2560320" indent="0">
              <a:buNone/>
              <a:defRPr sz="2240" b="1"/>
            </a:lvl5pPr>
            <a:lvl6pPr marL="3200400" indent="0">
              <a:buNone/>
              <a:defRPr sz="2240" b="1"/>
            </a:lvl6pPr>
            <a:lvl7pPr marL="3840480" indent="0">
              <a:buNone/>
              <a:defRPr sz="2240" b="1"/>
            </a:lvl7pPr>
            <a:lvl8pPr marL="4480560" indent="0">
              <a:buNone/>
              <a:defRPr sz="2240" b="1"/>
            </a:lvl8pPr>
            <a:lvl9pPr marL="5120640" indent="0">
              <a:buNone/>
              <a:defRPr sz="224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10338435" y="3507105"/>
            <a:ext cx="8681840" cy="5158423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292ECE7-C7C1-43A8-90AA-86B4DA63B6DA}" type="datetimeFigureOut">
              <a:rPr lang="en-US" smtClean="0"/>
              <a:t>4/16/2024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BB1BAD-754C-41EF-9266-6A44757EFC4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38304148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292ECE7-C7C1-43A8-90AA-86B4DA63B6DA}" type="datetimeFigureOut">
              <a:rPr lang="en-US" smtClean="0"/>
              <a:t>4/16/2024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BB1BAD-754C-41EF-9266-6A44757EFC4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71218832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292ECE7-C7C1-43A8-90AA-86B4DA63B6DA}" type="datetimeFigureOut">
              <a:rPr lang="en-US" smtClean="0"/>
              <a:t>4/16/2024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BB1BAD-754C-41EF-9266-6A44757EFC4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881656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406646" y="640080"/>
            <a:ext cx="6586497" cy="2240280"/>
          </a:xfrm>
        </p:spPr>
        <p:txBody>
          <a:bodyPr anchor="b"/>
          <a:lstStyle>
            <a:lvl1pPr>
              <a:defRPr sz="448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8681840" y="1382396"/>
            <a:ext cx="10338435" cy="6823075"/>
          </a:xfrm>
        </p:spPr>
        <p:txBody>
          <a:bodyPr/>
          <a:lstStyle>
            <a:lvl1pPr>
              <a:defRPr sz="4480"/>
            </a:lvl1pPr>
            <a:lvl2pPr>
              <a:defRPr sz="3920"/>
            </a:lvl2pPr>
            <a:lvl3pPr>
              <a:defRPr sz="3360"/>
            </a:lvl3pPr>
            <a:lvl4pPr>
              <a:defRPr sz="2800"/>
            </a:lvl4pPr>
            <a:lvl5pPr>
              <a:defRPr sz="2800"/>
            </a:lvl5pPr>
            <a:lvl6pPr>
              <a:defRPr sz="2800"/>
            </a:lvl6pPr>
            <a:lvl7pPr>
              <a:defRPr sz="2800"/>
            </a:lvl7pPr>
            <a:lvl8pPr>
              <a:defRPr sz="2800"/>
            </a:lvl8pPr>
            <a:lvl9pPr>
              <a:defRPr sz="2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406646" y="2880360"/>
            <a:ext cx="6586497" cy="5336223"/>
          </a:xfrm>
        </p:spPr>
        <p:txBody>
          <a:bodyPr/>
          <a:lstStyle>
            <a:lvl1pPr marL="0" indent="0">
              <a:buNone/>
              <a:defRPr sz="2240"/>
            </a:lvl1pPr>
            <a:lvl2pPr marL="640080" indent="0">
              <a:buNone/>
              <a:defRPr sz="1960"/>
            </a:lvl2pPr>
            <a:lvl3pPr marL="1280160" indent="0">
              <a:buNone/>
              <a:defRPr sz="1680"/>
            </a:lvl3pPr>
            <a:lvl4pPr marL="1920240" indent="0">
              <a:buNone/>
              <a:defRPr sz="1400"/>
            </a:lvl4pPr>
            <a:lvl5pPr marL="2560320" indent="0">
              <a:buNone/>
              <a:defRPr sz="1400"/>
            </a:lvl5pPr>
            <a:lvl6pPr marL="3200400" indent="0">
              <a:buNone/>
              <a:defRPr sz="1400"/>
            </a:lvl6pPr>
            <a:lvl7pPr marL="3840480" indent="0">
              <a:buNone/>
              <a:defRPr sz="1400"/>
            </a:lvl7pPr>
            <a:lvl8pPr marL="4480560" indent="0">
              <a:buNone/>
              <a:defRPr sz="1400"/>
            </a:lvl8pPr>
            <a:lvl9pPr marL="5120640" indent="0">
              <a:buNone/>
              <a:defRPr sz="14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292ECE7-C7C1-43A8-90AA-86B4DA63B6DA}" type="datetimeFigureOut">
              <a:rPr lang="en-US" smtClean="0"/>
              <a:t>4/16/2024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BB1BAD-754C-41EF-9266-6A44757EFC4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73350886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406646" y="640080"/>
            <a:ext cx="6586497" cy="2240280"/>
          </a:xfrm>
        </p:spPr>
        <p:txBody>
          <a:bodyPr anchor="b"/>
          <a:lstStyle>
            <a:lvl1pPr>
              <a:defRPr sz="448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8681840" y="1382396"/>
            <a:ext cx="10338435" cy="6823075"/>
          </a:xfrm>
        </p:spPr>
        <p:txBody>
          <a:bodyPr anchor="t"/>
          <a:lstStyle>
            <a:lvl1pPr marL="0" indent="0">
              <a:buNone/>
              <a:defRPr sz="4480"/>
            </a:lvl1pPr>
            <a:lvl2pPr marL="640080" indent="0">
              <a:buNone/>
              <a:defRPr sz="3920"/>
            </a:lvl2pPr>
            <a:lvl3pPr marL="1280160" indent="0">
              <a:buNone/>
              <a:defRPr sz="3360"/>
            </a:lvl3pPr>
            <a:lvl4pPr marL="1920240" indent="0">
              <a:buNone/>
              <a:defRPr sz="2800"/>
            </a:lvl4pPr>
            <a:lvl5pPr marL="2560320" indent="0">
              <a:buNone/>
              <a:defRPr sz="2800"/>
            </a:lvl5pPr>
            <a:lvl6pPr marL="3200400" indent="0">
              <a:buNone/>
              <a:defRPr sz="2800"/>
            </a:lvl6pPr>
            <a:lvl7pPr marL="3840480" indent="0">
              <a:buNone/>
              <a:defRPr sz="2800"/>
            </a:lvl7pPr>
            <a:lvl8pPr marL="4480560" indent="0">
              <a:buNone/>
              <a:defRPr sz="2800"/>
            </a:lvl8pPr>
            <a:lvl9pPr marL="5120640" indent="0">
              <a:buNone/>
              <a:defRPr sz="28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406646" y="2880360"/>
            <a:ext cx="6586497" cy="5336223"/>
          </a:xfrm>
        </p:spPr>
        <p:txBody>
          <a:bodyPr/>
          <a:lstStyle>
            <a:lvl1pPr marL="0" indent="0">
              <a:buNone/>
              <a:defRPr sz="2240"/>
            </a:lvl1pPr>
            <a:lvl2pPr marL="640080" indent="0">
              <a:buNone/>
              <a:defRPr sz="1960"/>
            </a:lvl2pPr>
            <a:lvl3pPr marL="1280160" indent="0">
              <a:buNone/>
              <a:defRPr sz="1680"/>
            </a:lvl3pPr>
            <a:lvl4pPr marL="1920240" indent="0">
              <a:buNone/>
              <a:defRPr sz="1400"/>
            </a:lvl4pPr>
            <a:lvl5pPr marL="2560320" indent="0">
              <a:buNone/>
              <a:defRPr sz="1400"/>
            </a:lvl5pPr>
            <a:lvl6pPr marL="3200400" indent="0">
              <a:buNone/>
              <a:defRPr sz="1400"/>
            </a:lvl6pPr>
            <a:lvl7pPr marL="3840480" indent="0">
              <a:buNone/>
              <a:defRPr sz="1400"/>
            </a:lvl7pPr>
            <a:lvl8pPr marL="4480560" indent="0">
              <a:buNone/>
              <a:defRPr sz="1400"/>
            </a:lvl8pPr>
            <a:lvl9pPr marL="5120640" indent="0">
              <a:buNone/>
              <a:defRPr sz="14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292ECE7-C7C1-43A8-90AA-86B4DA63B6DA}" type="datetimeFigureOut">
              <a:rPr lang="en-US" smtClean="0"/>
              <a:t>4/16/2024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BB1BAD-754C-41EF-9266-6A44757EFC4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793511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292ECE7-C7C1-43A8-90AA-86B4DA63B6DA}" type="datetimeFigureOut">
              <a:rPr lang="en-US" smtClean="0"/>
              <a:t>4/16/2024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BB1BAD-754C-41EF-9266-6A44757EFC4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52741306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14614207" y="511175"/>
            <a:ext cx="4403408" cy="8136573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1403985" y="511175"/>
            <a:ext cx="12954953" cy="8136573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292ECE7-C7C1-43A8-90AA-86B4DA63B6DA}" type="datetimeFigureOut">
              <a:rPr lang="en-US" smtClean="0"/>
              <a:t>4/16/2024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BB1BAD-754C-41EF-9266-6A44757EFC4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04933761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1403985" y="511176"/>
            <a:ext cx="17613630" cy="1855788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403985" y="2555875"/>
            <a:ext cx="17613630" cy="609187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1403985" y="8898891"/>
            <a:ext cx="4594860" cy="51117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68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7292ECE7-C7C1-43A8-90AA-86B4DA63B6DA}" type="datetimeFigureOut">
              <a:rPr lang="en-US" smtClean="0"/>
              <a:t>4/16/2024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6764655" y="8898891"/>
            <a:ext cx="6892290" cy="51117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68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14422755" y="8898891"/>
            <a:ext cx="4594860" cy="51117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68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ABB1BAD-754C-41EF-9266-6A44757EFC4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7291783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709" r:id="rId1"/>
    <p:sldLayoutId id="2147483710" r:id="rId2"/>
    <p:sldLayoutId id="2147483711" r:id="rId3"/>
    <p:sldLayoutId id="2147483712" r:id="rId4"/>
    <p:sldLayoutId id="2147483713" r:id="rId5"/>
    <p:sldLayoutId id="2147483714" r:id="rId6"/>
    <p:sldLayoutId id="2147483715" r:id="rId7"/>
    <p:sldLayoutId id="2147483716" r:id="rId8"/>
    <p:sldLayoutId id="2147483717" r:id="rId9"/>
    <p:sldLayoutId id="2147483718" r:id="rId10"/>
    <p:sldLayoutId id="2147483719" r:id="rId11"/>
  </p:sldLayoutIdLst>
  <p:txStyles>
    <p:titleStyle>
      <a:lvl1pPr algn="l" defTabSz="1280160" rtl="0" eaLnBrk="1" latinLnBrk="0" hangingPunct="1">
        <a:lnSpc>
          <a:spcPct val="90000"/>
        </a:lnSpc>
        <a:spcBef>
          <a:spcPct val="0"/>
        </a:spcBef>
        <a:buNone/>
        <a:defRPr sz="616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20040" indent="-320040" algn="l" defTabSz="1280160" rtl="0" eaLnBrk="1" latinLnBrk="0" hangingPunct="1">
        <a:lnSpc>
          <a:spcPct val="90000"/>
        </a:lnSpc>
        <a:spcBef>
          <a:spcPts val="1400"/>
        </a:spcBef>
        <a:buFont typeface="Arial" panose="020B0604020202020204" pitchFamily="34" charset="0"/>
        <a:buChar char="•"/>
        <a:defRPr sz="3920" kern="1200">
          <a:solidFill>
            <a:schemeClr val="tx1"/>
          </a:solidFill>
          <a:latin typeface="+mn-lt"/>
          <a:ea typeface="+mn-ea"/>
          <a:cs typeface="+mn-cs"/>
        </a:defRPr>
      </a:lvl1pPr>
      <a:lvl2pPr marL="960120" indent="-320040" algn="l" defTabSz="1280160" rtl="0" eaLnBrk="1" latinLnBrk="0" hangingPunct="1">
        <a:lnSpc>
          <a:spcPct val="90000"/>
        </a:lnSpc>
        <a:spcBef>
          <a:spcPts val="700"/>
        </a:spcBef>
        <a:buFont typeface="Arial" panose="020B0604020202020204" pitchFamily="34" charset="0"/>
        <a:buChar char="•"/>
        <a:defRPr sz="3360" kern="1200">
          <a:solidFill>
            <a:schemeClr val="tx1"/>
          </a:solidFill>
          <a:latin typeface="+mn-lt"/>
          <a:ea typeface="+mn-ea"/>
          <a:cs typeface="+mn-cs"/>
        </a:defRPr>
      </a:lvl2pPr>
      <a:lvl3pPr marL="1600200" indent="-320040" algn="l" defTabSz="1280160" rtl="0" eaLnBrk="1" latinLnBrk="0" hangingPunct="1">
        <a:lnSpc>
          <a:spcPct val="90000"/>
        </a:lnSpc>
        <a:spcBef>
          <a:spcPts val="7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3pPr>
      <a:lvl4pPr marL="2240280" indent="-320040" algn="l" defTabSz="1280160" rtl="0" eaLnBrk="1" latinLnBrk="0" hangingPunct="1">
        <a:lnSpc>
          <a:spcPct val="90000"/>
        </a:lnSpc>
        <a:spcBef>
          <a:spcPts val="700"/>
        </a:spcBef>
        <a:buFont typeface="Arial" panose="020B0604020202020204" pitchFamily="34" charset="0"/>
        <a:buChar char="•"/>
        <a:defRPr sz="2520" kern="1200">
          <a:solidFill>
            <a:schemeClr val="tx1"/>
          </a:solidFill>
          <a:latin typeface="+mn-lt"/>
          <a:ea typeface="+mn-ea"/>
          <a:cs typeface="+mn-cs"/>
        </a:defRPr>
      </a:lvl4pPr>
      <a:lvl5pPr marL="2880360" indent="-320040" algn="l" defTabSz="1280160" rtl="0" eaLnBrk="1" latinLnBrk="0" hangingPunct="1">
        <a:lnSpc>
          <a:spcPct val="90000"/>
        </a:lnSpc>
        <a:spcBef>
          <a:spcPts val="700"/>
        </a:spcBef>
        <a:buFont typeface="Arial" panose="020B0604020202020204" pitchFamily="34" charset="0"/>
        <a:buChar char="•"/>
        <a:defRPr sz="2520" kern="1200">
          <a:solidFill>
            <a:schemeClr val="tx1"/>
          </a:solidFill>
          <a:latin typeface="+mn-lt"/>
          <a:ea typeface="+mn-ea"/>
          <a:cs typeface="+mn-cs"/>
        </a:defRPr>
      </a:lvl5pPr>
      <a:lvl6pPr marL="3520440" indent="-320040" algn="l" defTabSz="1280160" rtl="0" eaLnBrk="1" latinLnBrk="0" hangingPunct="1">
        <a:lnSpc>
          <a:spcPct val="90000"/>
        </a:lnSpc>
        <a:spcBef>
          <a:spcPts val="700"/>
        </a:spcBef>
        <a:buFont typeface="Arial" panose="020B0604020202020204" pitchFamily="34" charset="0"/>
        <a:buChar char="•"/>
        <a:defRPr sz="2520" kern="1200">
          <a:solidFill>
            <a:schemeClr val="tx1"/>
          </a:solidFill>
          <a:latin typeface="+mn-lt"/>
          <a:ea typeface="+mn-ea"/>
          <a:cs typeface="+mn-cs"/>
        </a:defRPr>
      </a:lvl6pPr>
      <a:lvl7pPr marL="4160520" indent="-320040" algn="l" defTabSz="1280160" rtl="0" eaLnBrk="1" latinLnBrk="0" hangingPunct="1">
        <a:lnSpc>
          <a:spcPct val="90000"/>
        </a:lnSpc>
        <a:spcBef>
          <a:spcPts val="700"/>
        </a:spcBef>
        <a:buFont typeface="Arial" panose="020B0604020202020204" pitchFamily="34" charset="0"/>
        <a:buChar char="•"/>
        <a:defRPr sz="2520" kern="1200">
          <a:solidFill>
            <a:schemeClr val="tx1"/>
          </a:solidFill>
          <a:latin typeface="+mn-lt"/>
          <a:ea typeface="+mn-ea"/>
          <a:cs typeface="+mn-cs"/>
        </a:defRPr>
      </a:lvl7pPr>
      <a:lvl8pPr marL="4800600" indent="-320040" algn="l" defTabSz="1280160" rtl="0" eaLnBrk="1" latinLnBrk="0" hangingPunct="1">
        <a:lnSpc>
          <a:spcPct val="90000"/>
        </a:lnSpc>
        <a:spcBef>
          <a:spcPts val="700"/>
        </a:spcBef>
        <a:buFont typeface="Arial" panose="020B0604020202020204" pitchFamily="34" charset="0"/>
        <a:buChar char="•"/>
        <a:defRPr sz="2520" kern="1200">
          <a:solidFill>
            <a:schemeClr val="tx1"/>
          </a:solidFill>
          <a:latin typeface="+mn-lt"/>
          <a:ea typeface="+mn-ea"/>
          <a:cs typeface="+mn-cs"/>
        </a:defRPr>
      </a:lvl8pPr>
      <a:lvl9pPr marL="5440680" indent="-320040" algn="l" defTabSz="1280160" rtl="0" eaLnBrk="1" latinLnBrk="0" hangingPunct="1">
        <a:lnSpc>
          <a:spcPct val="90000"/>
        </a:lnSpc>
        <a:spcBef>
          <a:spcPts val="700"/>
        </a:spcBef>
        <a:buFont typeface="Arial" panose="020B0604020202020204" pitchFamily="34" charset="0"/>
        <a:buChar char="•"/>
        <a:defRPr sz="252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1280160" rtl="0" eaLnBrk="1" latinLnBrk="0" hangingPunct="1">
        <a:defRPr sz="2520" kern="1200">
          <a:solidFill>
            <a:schemeClr val="tx1"/>
          </a:solidFill>
          <a:latin typeface="+mn-lt"/>
          <a:ea typeface="+mn-ea"/>
          <a:cs typeface="+mn-cs"/>
        </a:defRPr>
      </a:lvl1pPr>
      <a:lvl2pPr marL="640080" algn="l" defTabSz="1280160" rtl="0" eaLnBrk="1" latinLnBrk="0" hangingPunct="1">
        <a:defRPr sz="2520" kern="1200">
          <a:solidFill>
            <a:schemeClr val="tx1"/>
          </a:solidFill>
          <a:latin typeface="+mn-lt"/>
          <a:ea typeface="+mn-ea"/>
          <a:cs typeface="+mn-cs"/>
        </a:defRPr>
      </a:lvl2pPr>
      <a:lvl3pPr marL="1280160" algn="l" defTabSz="1280160" rtl="0" eaLnBrk="1" latinLnBrk="0" hangingPunct="1">
        <a:defRPr sz="2520" kern="1200">
          <a:solidFill>
            <a:schemeClr val="tx1"/>
          </a:solidFill>
          <a:latin typeface="+mn-lt"/>
          <a:ea typeface="+mn-ea"/>
          <a:cs typeface="+mn-cs"/>
        </a:defRPr>
      </a:lvl3pPr>
      <a:lvl4pPr marL="1920240" algn="l" defTabSz="1280160" rtl="0" eaLnBrk="1" latinLnBrk="0" hangingPunct="1">
        <a:defRPr sz="2520" kern="1200">
          <a:solidFill>
            <a:schemeClr val="tx1"/>
          </a:solidFill>
          <a:latin typeface="+mn-lt"/>
          <a:ea typeface="+mn-ea"/>
          <a:cs typeface="+mn-cs"/>
        </a:defRPr>
      </a:lvl4pPr>
      <a:lvl5pPr marL="2560320" algn="l" defTabSz="1280160" rtl="0" eaLnBrk="1" latinLnBrk="0" hangingPunct="1">
        <a:defRPr sz="2520" kern="1200">
          <a:solidFill>
            <a:schemeClr val="tx1"/>
          </a:solidFill>
          <a:latin typeface="+mn-lt"/>
          <a:ea typeface="+mn-ea"/>
          <a:cs typeface="+mn-cs"/>
        </a:defRPr>
      </a:lvl5pPr>
      <a:lvl6pPr marL="3200400" algn="l" defTabSz="1280160" rtl="0" eaLnBrk="1" latinLnBrk="0" hangingPunct="1">
        <a:defRPr sz="2520" kern="1200">
          <a:solidFill>
            <a:schemeClr val="tx1"/>
          </a:solidFill>
          <a:latin typeface="+mn-lt"/>
          <a:ea typeface="+mn-ea"/>
          <a:cs typeface="+mn-cs"/>
        </a:defRPr>
      </a:lvl6pPr>
      <a:lvl7pPr marL="3840480" algn="l" defTabSz="1280160" rtl="0" eaLnBrk="1" latinLnBrk="0" hangingPunct="1">
        <a:defRPr sz="2520" kern="1200">
          <a:solidFill>
            <a:schemeClr val="tx1"/>
          </a:solidFill>
          <a:latin typeface="+mn-lt"/>
          <a:ea typeface="+mn-ea"/>
          <a:cs typeface="+mn-cs"/>
        </a:defRPr>
      </a:lvl7pPr>
      <a:lvl8pPr marL="4480560" algn="l" defTabSz="1280160" rtl="0" eaLnBrk="1" latinLnBrk="0" hangingPunct="1">
        <a:defRPr sz="2520" kern="1200">
          <a:solidFill>
            <a:schemeClr val="tx1"/>
          </a:solidFill>
          <a:latin typeface="+mn-lt"/>
          <a:ea typeface="+mn-ea"/>
          <a:cs typeface="+mn-cs"/>
        </a:defRPr>
      </a:lvl8pPr>
      <a:lvl9pPr marL="5120640" algn="l" defTabSz="1280160" rtl="0" eaLnBrk="1" latinLnBrk="0" hangingPunct="1">
        <a:defRPr sz="252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jpeg"/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jpeg"/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13" Type="http://schemas.openxmlformats.org/officeDocument/2006/relationships/tags" Target="../tags/tag13.xml"/><Relationship Id="rId18" Type="http://schemas.openxmlformats.org/officeDocument/2006/relationships/tags" Target="../tags/tag18.xml"/><Relationship Id="rId26" Type="http://schemas.openxmlformats.org/officeDocument/2006/relationships/image" Target="../media/image7.jpeg"/><Relationship Id="rId39" Type="http://schemas.openxmlformats.org/officeDocument/2006/relationships/image" Target="../media/image20.jpeg"/><Relationship Id="rId21" Type="http://schemas.openxmlformats.org/officeDocument/2006/relationships/slideLayout" Target="../slideLayouts/slideLayout1.xml"/><Relationship Id="rId34" Type="http://schemas.openxmlformats.org/officeDocument/2006/relationships/image" Target="../media/image15.png"/><Relationship Id="rId7" Type="http://schemas.openxmlformats.org/officeDocument/2006/relationships/tags" Target="../tags/tag7.xml"/><Relationship Id="rId2" Type="http://schemas.openxmlformats.org/officeDocument/2006/relationships/tags" Target="../tags/tag2.xml"/><Relationship Id="rId16" Type="http://schemas.openxmlformats.org/officeDocument/2006/relationships/tags" Target="../tags/tag16.xml"/><Relationship Id="rId20" Type="http://schemas.openxmlformats.org/officeDocument/2006/relationships/tags" Target="../tags/tag20.xml"/><Relationship Id="rId29" Type="http://schemas.openxmlformats.org/officeDocument/2006/relationships/image" Target="../media/image10.png"/><Relationship Id="rId41" Type="http://schemas.openxmlformats.org/officeDocument/2006/relationships/image" Target="../media/image22.png"/><Relationship Id="rId1" Type="http://schemas.openxmlformats.org/officeDocument/2006/relationships/tags" Target="../tags/tag1.xml"/><Relationship Id="rId6" Type="http://schemas.openxmlformats.org/officeDocument/2006/relationships/tags" Target="../tags/tag6.xml"/><Relationship Id="rId11" Type="http://schemas.openxmlformats.org/officeDocument/2006/relationships/tags" Target="../tags/tag11.xml"/><Relationship Id="rId24" Type="http://schemas.openxmlformats.org/officeDocument/2006/relationships/image" Target="../media/image5.png"/><Relationship Id="rId32" Type="http://schemas.openxmlformats.org/officeDocument/2006/relationships/image" Target="../media/image13.png"/><Relationship Id="rId37" Type="http://schemas.openxmlformats.org/officeDocument/2006/relationships/image" Target="../media/image18.png"/><Relationship Id="rId40" Type="http://schemas.openxmlformats.org/officeDocument/2006/relationships/image" Target="../media/image21.png"/><Relationship Id="rId5" Type="http://schemas.openxmlformats.org/officeDocument/2006/relationships/tags" Target="../tags/tag5.xml"/><Relationship Id="rId15" Type="http://schemas.openxmlformats.org/officeDocument/2006/relationships/tags" Target="../tags/tag15.xml"/><Relationship Id="rId23" Type="http://schemas.openxmlformats.org/officeDocument/2006/relationships/image" Target="../media/image4.png"/><Relationship Id="rId28" Type="http://schemas.openxmlformats.org/officeDocument/2006/relationships/image" Target="../media/image9.png"/><Relationship Id="rId36" Type="http://schemas.openxmlformats.org/officeDocument/2006/relationships/image" Target="../media/image17.jpg"/><Relationship Id="rId10" Type="http://schemas.openxmlformats.org/officeDocument/2006/relationships/tags" Target="../tags/tag10.xml"/><Relationship Id="rId19" Type="http://schemas.openxmlformats.org/officeDocument/2006/relationships/tags" Target="../tags/tag19.xml"/><Relationship Id="rId31" Type="http://schemas.openxmlformats.org/officeDocument/2006/relationships/image" Target="../media/image12.png"/><Relationship Id="rId4" Type="http://schemas.openxmlformats.org/officeDocument/2006/relationships/tags" Target="../tags/tag4.xml"/><Relationship Id="rId9" Type="http://schemas.openxmlformats.org/officeDocument/2006/relationships/tags" Target="../tags/tag9.xml"/><Relationship Id="rId14" Type="http://schemas.openxmlformats.org/officeDocument/2006/relationships/tags" Target="../tags/tag14.xml"/><Relationship Id="rId22" Type="http://schemas.openxmlformats.org/officeDocument/2006/relationships/image" Target="../media/image3.png"/><Relationship Id="rId27" Type="http://schemas.openxmlformats.org/officeDocument/2006/relationships/image" Target="../media/image8.jpeg"/><Relationship Id="rId30" Type="http://schemas.openxmlformats.org/officeDocument/2006/relationships/image" Target="../media/image11.png"/><Relationship Id="rId35" Type="http://schemas.openxmlformats.org/officeDocument/2006/relationships/image" Target="../media/image16.png"/><Relationship Id="rId8" Type="http://schemas.openxmlformats.org/officeDocument/2006/relationships/tags" Target="../tags/tag8.xml"/><Relationship Id="rId3" Type="http://schemas.openxmlformats.org/officeDocument/2006/relationships/tags" Target="../tags/tag3.xml"/><Relationship Id="rId12" Type="http://schemas.openxmlformats.org/officeDocument/2006/relationships/tags" Target="../tags/tag12.xml"/><Relationship Id="rId17" Type="http://schemas.openxmlformats.org/officeDocument/2006/relationships/tags" Target="../tags/tag17.xml"/><Relationship Id="rId25" Type="http://schemas.openxmlformats.org/officeDocument/2006/relationships/image" Target="../media/image6.png"/><Relationship Id="rId33" Type="http://schemas.openxmlformats.org/officeDocument/2006/relationships/image" Target="../media/image14.jpeg"/><Relationship Id="rId38" Type="http://schemas.openxmlformats.org/officeDocument/2006/relationships/image" Target="../media/image19.pn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4.jpg"/><Relationship Id="rId2" Type="http://schemas.openxmlformats.org/officeDocument/2006/relationships/image" Target="../media/image23.jpg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6.jpeg"/><Relationship Id="rId2" Type="http://schemas.openxmlformats.org/officeDocument/2006/relationships/image" Target="../media/image25.jpg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8" Type="http://schemas.openxmlformats.org/officeDocument/2006/relationships/image" Target="../media/image33.jpg"/><Relationship Id="rId13" Type="http://schemas.openxmlformats.org/officeDocument/2006/relationships/image" Target="../media/image38.jpg"/><Relationship Id="rId3" Type="http://schemas.openxmlformats.org/officeDocument/2006/relationships/image" Target="../media/image28.jpg"/><Relationship Id="rId7" Type="http://schemas.openxmlformats.org/officeDocument/2006/relationships/image" Target="../media/image32.jpg"/><Relationship Id="rId12" Type="http://schemas.openxmlformats.org/officeDocument/2006/relationships/image" Target="../media/image37.jpg"/><Relationship Id="rId2" Type="http://schemas.openxmlformats.org/officeDocument/2006/relationships/image" Target="../media/image27.jp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31.jpg"/><Relationship Id="rId11" Type="http://schemas.openxmlformats.org/officeDocument/2006/relationships/image" Target="../media/image36.jpg"/><Relationship Id="rId5" Type="http://schemas.openxmlformats.org/officeDocument/2006/relationships/image" Target="../media/image30.jpg"/><Relationship Id="rId10" Type="http://schemas.openxmlformats.org/officeDocument/2006/relationships/image" Target="../media/image35.jpg"/><Relationship Id="rId4" Type="http://schemas.openxmlformats.org/officeDocument/2006/relationships/image" Target="../media/image29.jpg"/><Relationship Id="rId9" Type="http://schemas.openxmlformats.org/officeDocument/2006/relationships/image" Target="../media/image34.jpg"/><Relationship Id="rId14" Type="http://schemas.openxmlformats.org/officeDocument/2006/relationships/image" Target="../media/image39.jpg"/></Relationships>
</file>

<file path=ppt/slides/_rels/slide8.xml.rels><?xml version="1.0" encoding="UTF-8" standalone="yes"?>
<Relationships xmlns="http://schemas.openxmlformats.org/package/2006/relationships"><Relationship Id="rId8" Type="http://schemas.openxmlformats.org/officeDocument/2006/relationships/image" Target="../media/image33.jpg"/><Relationship Id="rId13" Type="http://schemas.openxmlformats.org/officeDocument/2006/relationships/image" Target="../media/image38.jpg"/><Relationship Id="rId3" Type="http://schemas.openxmlformats.org/officeDocument/2006/relationships/image" Target="../media/image28.jpg"/><Relationship Id="rId7" Type="http://schemas.openxmlformats.org/officeDocument/2006/relationships/image" Target="../media/image32.jpg"/><Relationship Id="rId12" Type="http://schemas.openxmlformats.org/officeDocument/2006/relationships/image" Target="../media/image37.jpg"/><Relationship Id="rId2" Type="http://schemas.openxmlformats.org/officeDocument/2006/relationships/image" Target="../media/image27.jp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31.jpg"/><Relationship Id="rId11" Type="http://schemas.openxmlformats.org/officeDocument/2006/relationships/image" Target="../media/image36.jpg"/><Relationship Id="rId5" Type="http://schemas.openxmlformats.org/officeDocument/2006/relationships/image" Target="../media/image30.jpg"/><Relationship Id="rId10" Type="http://schemas.openxmlformats.org/officeDocument/2006/relationships/image" Target="../media/image35.jpg"/><Relationship Id="rId4" Type="http://schemas.openxmlformats.org/officeDocument/2006/relationships/image" Target="../media/image29.jpg"/><Relationship Id="rId9" Type="http://schemas.openxmlformats.org/officeDocument/2006/relationships/image" Target="../media/image34.jpg"/><Relationship Id="rId14" Type="http://schemas.openxmlformats.org/officeDocument/2006/relationships/image" Target="../media/image39.jp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 descr="A rainbow in different colors&#10;&#10;Description automatically generated">
            <a:extLst>
              <a:ext uri="{FF2B5EF4-FFF2-40B4-BE49-F238E27FC236}">
                <a16:creationId xmlns:a16="http://schemas.microsoft.com/office/drawing/2014/main" id="{B573073D-EBBE-57D1-C4DD-7CDFAC85ACF6}"/>
              </a:ext>
            </a:extLst>
          </p:cNvPr>
          <p:cNvPicPr>
            <a:picLocks noChangeAspect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79838" b="49695"/>
          <a:stretch/>
        </p:blipFill>
        <p:spPr>
          <a:xfrm>
            <a:off x="5040774" y="3649516"/>
            <a:ext cx="2084796" cy="2080601"/>
          </a:xfrm>
          <a:prstGeom prst="rect">
            <a:avLst/>
          </a:prstGeom>
        </p:spPr>
      </p:pic>
      <p:pic>
        <p:nvPicPr>
          <p:cNvPr id="5" name="Picture 4" descr="A rainbow in different colors&#10;&#10;Description automatically generated">
            <a:extLst>
              <a:ext uri="{FF2B5EF4-FFF2-40B4-BE49-F238E27FC236}">
                <a16:creationId xmlns:a16="http://schemas.microsoft.com/office/drawing/2014/main" id="{ABF37232-B5D8-ADD7-CCEB-A2293DFC984E}"/>
              </a:ext>
            </a:extLst>
          </p:cNvPr>
          <p:cNvPicPr>
            <a:picLocks noChangeAspect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0162"/>
          <a:stretch/>
        </p:blipFill>
        <p:spPr>
          <a:xfrm>
            <a:off x="7125571" y="2732590"/>
            <a:ext cx="8255254" cy="413602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826283768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 descr="A rainbow in different colors&#10;&#10;Description automatically generated">
            <a:extLst>
              <a:ext uri="{FF2B5EF4-FFF2-40B4-BE49-F238E27FC236}">
                <a16:creationId xmlns:a16="http://schemas.microsoft.com/office/drawing/2014/main" id="{B573073D-EBBE-57D1-C4DD-7CDFAC85ACF6}"/>
              </a:ext>
            </a:extLst>
          </p:cNvPr>
          <p:cNvPicPr>
            <a:picLocks noChangeAspect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79838" b="49695"/>
          <a:stretch/>
        </p:blipFill>
        <p:spPr>
          <a:xfrm>
            <a:off x="5040774" y="3649516"/>
            <a:ext cx="2084796" cy="2080601"/>
          </a:xfrm>
          <a:prstGeom prst="rect">
            <a:avLst/>
          </a:prstGeom>
        </p:spPr>
      </p:pic>
      <p:pic>
        <p:nvPicPr>
          <p:cNvPr id="5" name="Picture 4" descr="A rainbow in different colors&#10;&#10;Description automatically generated">
            <a:extLst>
              <a:ext uri="{FF2B5EF4-FFF2-40B4-BE49-F238E27FC236}">
                <a16:creationId xmlns:a16="http://schemas.microsoft.com/office/drawing/2014/main" id="{ABF37232-B5D8-ADD7-CCEB-A2293DFC984E}"/>
              </a:ext>
            </a:extLst>
          </p:cNvPr>
          <p:cNvPicPr>
            <a:picLocks noChangeAspect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0162"/>
          <a:stretch/>
        </p:blipFill>
        <p:spPr>
          <a:xfrm>
            <a:off x="7125571" y="2732590"/>
            <a:ext cx="8255254" cy="4136020"/>
          </a:xfrm>
          <a:prstGeom prst="rect">
            <a:avLst/>
          </a:prstGeom>
        </p:spPr>
      </p:pic>
      <p:pic>
        <p:nvPicPr>
          <p:cNvPr id="4" name="Picture 3" descr="A group of images of different colors&#10;&#10;Description automatically generated">
            <a:extLst>
              <a:ext uri="{FF2B5EF4-FFF2-40B4-BE49-F238E27FC236}">
                <a16:creationId xmlns:a16="http://schemas.microsoft.com/office/drawing/2014/main" id="{21EF6E67-79B3-7FA2-F5AF-AA3147F88FE0}"/>
              </a:ext>
            </a:extLst>
          </p:cNvPr>
          <p:cNvPicPr>
            <a:picLocks noChangeAspect="1"/>
          </p:cNvPicPr>
          <p:nvPr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0162"/>
          <a:stretch/>
        </p:blipFill>
        <p:spPr>
          <a:xfrm>
            <a:off x="7125572" y="2732590"/>
            <a:ext cx="8255255" cy="4136020"/>
          </a:xfrm>
          <a:prstGeom prst="rect">
            <a:avLst/>
          </a:prstGeom>
        </p:spPr>
      </p:pic>
      <p:pic>
        <p:nvPicPr>
          <p:cNvPr id="7" name="Picture 6" descr="A group of images of different colors&#10;&#10;Description automatically generated">
            <a:extLst>
              <a:ext uri="{FF2B5EF4-FFF2-40B4-BE49-F238E27FC236}">
                <a16:creationId xmlns:a16="http://schemas.microsoft.com/office/drawing/2014/main" id="{B3301183-2971-96B2-2DEF-B885F72BB119}"/>
              </a:ext>
            </a:extLst>
          </p:cNvPr>
          <p:cNvPicPr>
            <a:picLocks noChangeAspect="1"/>
          </p:cNvPicPr>
          <p:nvPr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79838" b="49696"/>
          <a:stretch/>
        </p:blipFill>
        <p:spPr>
          <a:xfrm>
            <a:off x="5040779" y="3633998"/>
            <a:ext cx="2084793" cy="208060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070688938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 descr="A rainbow in different colors&#10;&#10;Description automatically generated">
            <a:extLst>
              <a:ext uri="{FF2B5EF4-FFF2-40B4-BE49-F238E27FC236}">
                <a16:creationId xmlns:a16="http://schemas.microsoft.com/office/drawing/2014/main" id="{B573073D-EBBE-57D1-C4DD-7CDFAC85ACF6}"/>
              </a:ext>
            </a:extLst>
          </p:cNvPr>
          <p:cNvPicPr>
            <a:picLocks noChangeAspect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79838" b="49695"/>
          <a:stretch/>
        </p:blipFill>
        <p:spPr>
          <a:xfrm>
            <a:off x="10776799" y="3649516"/>
            <a:ext cx="2084796" cy="2080601"/>
          </a:xfrm>
          <a:prstGeom prst="rect">
            <a:avLst/>
          </a:prstGeom>
        </p:spPr>
      </p:pic>
      <p:pic>
        <p:nvPicPr>
          <p:cNvPr id="5" name="Picture 4" descr="A rainbow in different colors&#10;&#10;Description automatically generated">
            <a:extLst>
              <a:ext uri="{FF2B5EF4-FFF2-40B4-BE49-F238E27FC236}">
                <a16:creationId xmlns:a16="http://schemas.microsoft.com/office/drawing/2014/main" id="{ABF37232-B5D8-ADD7-CCEB-A2293DFC984E}"/>
              </a:ext>
            </a:extLst>
          </p:cNvPr>
          <p:cNvPicPr>
            <a:picLocks noChangeAspect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0162" r="15290"/>
          <a:stretch/>
        </p:blipFill>
        <p:spPr>
          <a:xfrm>
            <a:off x="12861595" y="2732590"/>
            <a:ext cx="6674244" cy="4136020"/>
          </a:xfrm>
          <a:prstGeom prst="rect">
            <a:avLst/>
          </a:prstGeom>
        </p:spPr>
      </p:pic>
      <p:pic>
        <p:nvPicPr>
          <p:cNvPr id="4" name="Picture 3" descr="A group of images of different colors&#10;&#10;Description automatically generated">
            <a:extLst>
              <a:ext uri="{FF2B5EF4-FFF2-40B4-BE49-F238E27FC236}">
                <a16:creationId xmlns:a16="http://schemas.microsoft.com/office/drawing/2014/main" id="{21EF6E67-79B3-7FA2-F5AF-AA3147F88FE0}"/>
              </a:ext>
            </a:extLst>
          </p:cNvPr>
          <p:cNvPicPr>
            <a:picLocks noChangeAspect="1"/>
          </p:cNvPicPr>
          <p:nvPr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0162" r="15290"/>
          <a:stretch/>
        </p:blipFill>
        <p:spPr>
          <a:xfrm>
            <a:off x="12861595" y="2732590"/>
            <a:ext cx="6674244" cy="4136020"/>
          </a:xfrm>
          <a:prstGeom prst="rect">
            <a:avLst/>
          </a:prstGeom>
        </p:spPr>
      </p:pic>
      <p:pic>
        <p:nvPicPr>
          <p:cNvPr id="7" name="Picture 6" descr="A group of images of different colors&#10;&#10;Description automatically generated">
            <a:extLst>
              <a:ext uri="{FF2B5EF4-FFF2-40B4-BE49-F238E27FC236}">
                <a16:creationId xmlns:a16="http://schemas.microsoft.com/office/drawing/2014/main" id="{B3301183-2971-96B2-2DEF-B885F72BB119}"/>
              </a:ext>
            </a:extLst>
          </p:cNvPr>
          <p:cNvPicPr>
            <a:picLocks noChangeAspect="1"/>
          </p:cNvPicPr>
          <p:nvPr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79838" b="49696"/>
          <a:stretch/>
        </p:blipFill>
        <p:spPr>
          <a:xfrm>
            <a:off x="10776802" y="3633998"/>
            <a:ext cx="2084793" cy="2080601"/>
          </a:xfrm>
          <a:prstGeom prst="rect">
            <a:avLst/>
          </a:prstGeom>
        </p:spPr>
      </p:pic>
      <p:pic>
        <p:nvPicPr>
          <p:cNvPr id="2" name="Picture 1" descr="A rainbow in different colors&#10;&#10;Description automatically generated">
            <a:extLst>
              <a:ext uri="{FF2B5EF4-FFF2-40B4-BE49-F238E27FC236}">
                <a16:creationId xmlns:a16="http://schemas.microsoft.com/office/drawing/2014/main" id="{1333F26B-794D-6362-3DA2-BC54886E3813}"/>
              </a:ext>
            </a:extLst>
          </p:cNvPr>
          <p:cNvPicPr>
            <a:picLocks noChangeAspect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79838" b="49695"/>
          <a:stretch/>
        </p:blipFill>
        <p:spPr>
          <a:xfrm>
            <a:off x="1724090" y="3649516"/>
            <a:ext cx="2084796" cy="2080601"/>
          </a:xfrm>
          <a:prstGeom prst="rect">
            <a:avLst/>
          </a:prstGeom>
        </p:spPr>
      </p:pic>
      <p:pic>
        <p:nvPicPr>
          <p:cNvPr id="6" name="Picture 5" descr="A rainbow in different colors&#10;&#10;Description automatically generated">
            <a:extLst>
              <a:ext uri="{FF2B5EF4-FFF2-40B4-BE49-F238E27FC236}">
                <a16:creationId xmlns:a16="http://schemas.microsoft.com/office/drawing/2014/main" id="{8CD67287-EF0E-88B4-49DF-3B9064CDF846}"/>
              </a:ext>
            </a:extLst>
          </p:cNvPr>
          <p:cNvPicPr>
            <a:picLocks noChangeAspect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0162" r="15290"/>
          <a:stretch/>
        </p:blipFill>
        <p:spPr>
          <a:xfrm>
            <a:off x="3808886" y="2732590"/>
            <a:ext cx="6674244" cy="413602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281529588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Rectangle 78">
            <a:extLst>
              <a:ext uri="{FF2B5EF4-FFF2-40B4-BE49-F238E27FC236}">
                <a16:creationId xmlns:a16="http://schemas.microsoft.com/office/drawing/2014/main" id="{500C949F-CD39-BECA-B528-49CE9348058E}"/>
              </a:ext>
            </a:extLst>
          </p:cNvPr>
          <p:cNvSpPr/>
          <p:nvPr/>
        </p:nvSpPr>
        <p:spPr>
          <a:xfrm>
            <a:off x="4496255" y="5933087"/>
            <a:ext cx="758658" cy="1216892"/>
          </a:xfrm>
          <a:prstGeom prst="rect">
            <a:avLst/>
          </a:prstGeom>
          <a:solidFill>
            <a:schemeClr val="accent6">
              <a:lumMod val="40000"/>
              <a:lumOff val="6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526"/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9EE694AA-78D7-3194-FB7D-92C9F7E519F4}"/>
              </a:ext>
            </a:extLst>
          </p:cNvPr>
          <p:cNvSpPr/>
          <p:nvPr/>
        </p:nvSpPr>
        <p:spPr>
          <a:xfrm>
            <a:off x="5401558" y="5372093"/>
            <a:ext cx="7625727" cy="1815672"/>
          </a:xfrm>
          <a:prstGeom prst="rect">
            <a:avLst/>
          </a:prstGeom>
          <a:solidFill>
            <a:schemeClr val="accent2">
              <a:lumMod val="20000"/>
              <a:lumOff val="80000"/>
              <a:alpha val="50000"/>
            </a:schemeClr>
          </a:solidFill>
          <a:ln>
            <a:solidFill>
              <a:schemeClr val="accent2">
                <a:lumMod val="20000"/>
                <a:lumOff val="8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526" dirty="0"/>
          </a:p>
        </p:txBody>
      </p:sp>
      <p:sp>
        <p:nvSpPr>
          <p:cNvPr id="23" name="Rectangle 22">
            <a:extLst>
              <a:ext uri="{FF2B5EF4-FFF2-40B4-BE49-F238E27FC236}">
                <a16:creationId xmlns:a16="http://schemas.microsoft.com/office/drawing/2014/main" id="{4164B4F9-A93E-CF8B-A764-7B588198E2FD}"/>
              </a:ext>
            </a:extLst>
          </p:cNvPr>
          <p:cNvSpPr>
            <a:spLocks/>
          </p:cNvSpPr>
          <p:nvPr/>
        </p:nvSpPr>
        <p:spPr>
          <a:xfrm>
            <a:off x="5410722" y="2128408"/>
            <a:ext cx="10162074" cy="1701325"/>
          </a:xfrm>
          <a:prstGeom prst="rect">
            <a:avLst/>
          </a:prstGeom>
          <a:solidFill>
            <a:schemeClr val="bg2"/>
          </a:solidFill>
          <a:ln>
            <a:solidFill>
              <a:schemeClr val="accent2">
                <a:lumMod val="20000"/>
                <a:lumOff val="8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526" dirty="0"/>
          </a:p>
        </p:txBody>
      </p:sp>
      <p:sp>
        <p:nvSpPr>
          <p:cNvPr id="55" name="Rectangle 54">
            <a:extLst>
              <a:ext uri="{FF2B5EF4-FFF2-40B4-BE49-F238E27FC236}">
                <a16:creationId xmlns:a16="http://schemas.microsoft.com/office/drawing/2014/main" id="{C2361AE6-8DB7-650A-BA96-6F89954C8545}"/>
              </a:ext>
            </a:extLst>
          </p:cNvPr>
          <p:cNvSpPr/>
          <p:nvPr/>
        </p:nvSpPr>
        <p:spPr>
          <a:xfrm>
            <a:off x="7595846" y="5467785"/>
            <a:ext cx="465302" cy="465302"/>
          </a:xfrm>
          <a:prstGeom prst="rect">
            <a:avLst/>
          </a:prstGeom>
          <a:solidFill>
            <a:schemeClr val="accent2">
              <a:lumMod val="20000"/>
              <a:lumOff val="80000"/>
            </a:schemeClr>
          </a:solidFill>
          <a:ln w="2540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526"/>
          </a:p>
        </p:txBody>
      </p:sp>
      <p:sp>
        <p:nvSpPr>
          <p:cNvPr id="3" name="Oval 2">
            <a:extLst>
              <a:ext uri="{FF2B5EF4-FFF2-40B4-BE49-F238E27FC236}">
                <a16:creationId xmlns:a16="http://schemas.microsoft.com/office/drawing/2014/main" id="{8FDBE850-8659-0C02-F1D7-5ACEDE038639}"/>
              </a:ext>
            </a:extLst>
          </p:cNvPr>
          <p:cNvSpPr/>
          <p:nvPr/>
        </p:nvSpPr>
        <p:spPr>
          <a:xfrm>
            <a:off x="5904135" y="5429010"/>
            <a:ext cx="542852" cy="542852"/>
          </a:xfrm>
          <a:prstGeom prst="ellipse">
            <a:avLst/>
          </a:prstGeom>
          <a:solidFill>
            <a:schemeClr val="accent1">
              <a:lumMod val="20000"/>
              <a:lumOff val="80000"/>
            </a:schemeClr>
          </a:solidFill>
          <a:ln w="2540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526" dirty="0"/>
          </a:p>
        </p:txBody>
      </p:sp>
      <p:sp>
        <p:nvSpPr>
          <p:cNvPr id="8" name="Oval 7">
            <a:extLst>
              <a:ext uri="{FF2B5EF4-FFF2-40B4-BE49-F238E27FC236}">
                <a16:creationId xmlns:a16="http://schemas.microsoft.com/office/drawing/2014/main" id="{A2350857-F2CC-2509-46EE-9DC8DF5EBD52}"/>
              </a:ext>
            </a:extLst>
          </p:cNvPr>
          <p:cNvSpPr/>
          <p:nvPr/>
        </p:nvSpPr>
        <p:spPr>
          <a:xfrm>
            <a:off x="5904135" y="6442803"/>
            <a:ext cx="542852" cy="542852"/>
          </a:xfrm>
          <a:prstGeom prst="ellipse">
            <a:avLst/>
          </a:prstGeom>
          <a:solidFill>
            <a:schemeClr val="accent1">
              <a:lumMod val="20000"/>
              <a:lumOff val="80000"/>
            </a:schemeClr>
          </a:solidFill>
          <a:ln w="2540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526" dirty="0"/>
          </a:p>
        </p:txBody>
      </p:sp>
      <p:sp>
        <p:nvSpPr>
          <p:cNvPr id="9" name="Oval 8">
            <a:extLst>
              <a:ext uri="{FF2B5EF4-FFF2-40B4-BE49-F238E27FC236}">
                <a16:creationId xmlns:a16="http://schemas.microsoft.com/office/drawing/2014/main" id="{938749B5-8FAA-C19A-D1F9-8719A57E060B}"/>
              </a:ext>
            </a:extLst>
          </p:cNvPr>
          <p:cNvSpPr/>
          <p:nvPr/>
        </p:nvSpPr>
        <p:spPr>
          <a:xfrm>
            <a:off x="9322199" y="5429010"/>
            <a:ext cx="542852" cy="542852"/>
          </a:xfrm>
          <a:prstGeom prst="ellipse">
            <a:avLst/>
          </a:prstGeom>
          <a:solidFill>
            <a:schemeClr val="accent1">
              <a:lumMod val="20000"/>
              <a:lumOff val="80000"/>
            </a:schemeClr>
          </a:solidFill>
          <a:ln w="2540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526" dirty="0"/>
          </a:p>
        </p:txBody>
      </p:sp>
      <p:sp>
        <p:nvSpPr>
          <p:cNvPr id="11" name="Oval 10">
            <a:extLst>
              <a:ext uri="{FF2B5EF4-FFF2-40B4-BE49-F238E27FC236}">
                <a16:creationId xmlns:a16="http://schemas.microsoft.com/office/drawing/2014/main" id="{0E876552-641B-D5A6-14C9-648493F63B1F}"/>
              </a:ext>
            </a:extLst>
          </p:cNvPr>
          <p:cNvSpPr/>
          <p:nvPr/>
        </p:nvSpPr>
        <p:spPr>
          <a:xfrm>
            <a:off x="9322199" y="6442803"/>
            <a:ext cx="542852" cy="542852"/>
          </a:xfrm>
          <a:prstGeom prst="ellipse">
            <a:avLst/>
          </a:prstGeom>
          <a:solidFill>
            <a:schemeClr val="accent1">
              <a:lumMod val="20000"/>
              <a:lumOff val="80000"/>
            </a:schemeClr>
          </a:solidFill>
          <a:ln w="2540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526" dirty="0"/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CB5D0BD1-2DE4-9D87-D4A4-B72A9C1D7797}"/>
              </a:ext>
            </a:extLst>
          </p:cNvPr>
          <p:cNvSpPr/>
          <p:nvPr/>
        </p:nvSpPr>
        <p:spPr>
          <a:xfrm>
            <a:off x="4653830" y="6481579"/>
            <a:ext cx="465302" cy="465302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  <a:ln w="2540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526"/>
          </a:p>
        </p:txBody>
      </p:sp>
      <p:cxnSp>
        <p:nvCxnSpPr>
          <p:cNvPr id="34" name="Straight Arrow Connector 33">
            <a:extLst>
              <a:ext uri="{FF2B5EF4-FFF2-40B4-BE49-F238E27FC236}">
                <a16:creationId xmlns:a16="http://schemas.microsoft.com/office/drawing/2014/main" id="{E0943999-9524-9B5B-C260-EC33A93D74F2}"/>
              </a:ext>
            </a:extLst>
          </p:cNvPr>
          <p:cNvCxnSpPr>
            <a:stCxn id="16" idx="3"/>
            <a:endCxn id="8" idx="2"/>
          </p:cNvCxnSpPr>
          <p:nvPr/>
        </p:nvCxnSpPr>
        <p:spPr>
          <a:xfrm>
            <a:off x="5119132" y="6714229"/>
            <a:ext cx="785002" cy="0"/>
          </a:xfrm>
          <a:prstGeom prst="straightConnector1">
            <a:avLst/>
          </a:prstGeom>
          <a:ln w="381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38" name="Picture 37" descr="\documentclass{article}&#10;\usepackage{amsmath}&#10;\pagestyle{empty}&#10;\begin{document}&#10;&#10;$\boldsymbol{x}$&#10;&#10;\end{document}" title="IguanaTex Bitmap Display">
            <a:extLst>
              <a:ext uri="{FF2B5EF4-FFF2-40B4-BE49-F238E27FC236}">
                <a16:creationId xmlns:a16="http://schemas.microsoft.com/office/drawing/2014/main" id="{40331D55-7708-1187-E710-CB9900C1DAE4}"/>
              </a:ext>
            </a:extLst>
          </p:cNvPr>
          <p:cNvPicPr>
            <a:picLocks noChangeAspect="1"/>
          </p:cNvPicPr>
          <p:nvPr>
            <p:custDataLst>
              <p:tags r:id="rId1"/>
            </p:custDataLst>
          </p:nvPr>
        </p:nvPicPr>
        <p:blipFill>
          <a:blip r:embed="rId2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812818" y="6655299"/>
            <a:ext cx="147327" cy="117862"/>
          </a:xfrm>
          <a:prstGeom prst="rect">
            <a:avLst/>
          </a:prstGeom>
        </p:spPr>
      </p:pic>
      <p:pic>
        <p:nvPicPr>
          <p:cNvPr id="40" name="Picture 39" descr="\documentclass{article}&#10;\usepackage{amsmath}&#10;\pagestyle{empty}&#10;\begin{document}&#10;&#10;$\boldsymbol{z}^{(1)}$&#10;&#10;&#10;\end{document}" title="IguanaTex Bitmap Display">
            <a:extLst>
              <a:ext uri="{FF2B5EF4-FFF2-40B4-BE49-F238E27FC236}">
                <a16:creationId xmlns:a16="http://schemas.microsoft.com/office/drawing/2014/main" id="{0C2CB6A0-4BA3-C251-AF1C-0349FE3FB6A0}"/>
              </a:ext>
            </a:extLst>
          </p:cNvPr>
          <p:cNvPicPr>
            <a:picLocks noChangeAspect="1"/>
          </p:cNvPicPr>
          <p:nvPr>
            <p:custDataLst>
              <p:tags r:id="rId2"/>
            </p:custDataLst>
          </p:nvPr>
        </p:nvPicPr>
        <p:blipFill>
          <a:blip r:embed="rId2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990682" y="6557880"/>
            <a:ext cx="387703" cy="229521"/>
          </a:xfrm>
          <a:prstGeom prst="rect">
            <a:avLst/>
          </a:prstGeom>
        </p:spPr>
      </p:pic>
      <p:pic>
        <p:nvPicPr>
          <p:cNvPr id="43" name="Picture 42" descr="\documentclass{article}&#10;\usepackage{amsmath}&#10;\pagestyle{empty}&#10;\begin{document}&#10;&#10;&#10;$\boldsymbol{a}^{(1)}$&#10;&#10;\end{document}" title="IguanaTex Bitmap Display">
            <a:extLst>
              <a:ext uri="{FF2B5EF4-FFF2-40B4-BE49-F238E27FC236}">
                <a16:creationId xmlns:a16="http://schemas.microsoft.com/office/drawing/2014/main" id="{09D8BE09-A629-6332-FC09-1465164150A5}"/>
              </a:ext>
            </a:extLst>
          </p:cNvPr>
          <p:cNvPicPr>
            <a:picLocks noChangeAspect="1"/>
          </p:cNvPicPr>
          <p:nvPr>
            <p:custDataLst>
              <p:tags r:id="rId3"/>
            </p:custDataLst>
          </p:nvPr>
        </p:nvPicPr>
        <p:blipFill>
          <a:blip r:embed="rId2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986801" y="5569580"/>
            <a:ext cx="395458" cy="229521"/>
          </a:xfrm>
          <a:prstGeom prst="rect">
            <a:avLst/>
          </a:prstGeom>
        </p:spPr>
      </p:pic>
      <p:cxnSp>
        <p:nvCxnSpPr>
          <p:cNvPr id="45" name="Straight Arrow Connector 44">
            <a:extLst>
              <a:ext uri="{FF2B5EF4-FFF2-40B4-BE49-F238E27FC236}">
                <a16:creationId xmlns:a16="http://schemas.microsoft.com/office/drawing/2014/main" id="{78EA5FA9-AB34-0CD6-8CF8-2FD91CFCA6B5}"/>
              </a:ext>
            </a:extLst>
          </p:cNvPr>
          <p:cNvCxnSpPr>
            <a:cxnSpLocks/>
            <a:stCxn id="8" idx="0"/>
            <a:endCxn id="3" idx="4"/>
          </p:cNvCxnSpPr>
          <p:nvPr/>
        </p:nvCxnSpPr>
        <p:spPr>
          <a:xfrm flipV="1">
            <a:off x="6175561" y="5971864"/>
            <a:ext cx="0" cy="470941"/>
          </a:xfrm>
          <a:prstGeom prst="straightConnector1">
            <a:avLst/>
          </a:prstGeom>
          <a:ln w="381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53" name="Picture 52" descr="\documentclass{article}&#10;\usepackage{amsmath}&#10;\pagestyle{empty}&#10;\begin{document}&#10;&#10;$\boldsymbol{o}^{(1)}$&#10;&#10;\end{document}" title="IguanaTex Bitmap Display">
            <a:extLst>
              <a:ext uri="{FF2B5EF4-FFF2-40B4-BE49-F238E27FC236}">
                <a16:creationId xmlns:a16="http://schemas.microsoft.com/office/drawing/2014/main" id="{3C87C2AB-3973-6C82-135A-680F453F7802}"/>
              </a:ext>
            </a:extLst>
          </p:cNvPr>
          <p:cNvPicPr>
            <a:picLocks noChangeAspect="1"/>
          </p:cNvPicPr>
          <p:nvPr>
            <p:custDataLst>
              <p:tags r:id="rId4"/>
            </p:custDataLst>
          </p:nvPr>
        </p:nvPicPr>
        <p:blipFill>
          <a:blip r:embed="rId2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659684" y="5569580"/>
            <a:ext cx="383051" cy="229521"/>
          </a:xfrm>
          <a:prstGeom prst="rect">
            <a:avLst/>
          </a:prstGeom>
        </p:spPr>
      </p:pic>
      <p:cxnSp>
        <p:nvCxnSpPr>
          <p:cNvPr id="57" name="Connector: Curved 56">
            <a:extLst>
              <a:ext uri="{FF2B5EF4-FFF2-40B4-BE49-F238E27FC236}">
                <a16:creationId xmlns:a16="http://schemas.microsoft.com/office/drawing/2014/main" id="{4C296A78-D880-549B-A6D3-6304A8B36A44}"/>
              </a:ext>
            </a:extLst>
          </p:cNvPr>
          <p:cNvCxnSpPr>
            <a:cxnSpLocks/>
            <a:stCxn id="3" idx="6"/>
            <a:endCxn id="55" idx="2"/>
          </p:cNvCxnSpPr>
          <p:nvPr/>
        </p:nvCxnSpPr>
        <p:spPr>
          <a:xfrm>
            <a:off x="6446987" y="5700435"/>
            <a:ext cx="1381510" cy="232652"/>
          </a:xfrm>
          <a:prstGeom prst="curvedConnector4">
            <a:avLst>
              <a:gd name="adj1" fmla="val 41580"/>
              <a:gd name="adj2" fmla="val 183333"/>
            </a:avLst>
          </a:prstGeom>
          <a:ln w="25400">
            <a:solidFill>
              <a:schemeClr val="tx1"/>
            </a:solidFill>
            <a:prstDash val="sys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1" name="Rectangle 60">
            <a:extLst>
              <a:ext uri="{FF2B5EF4-FFF2-40B4-BE49-F238E27FC236}">
                <a16:creationId xmlns:a16="http://schemas.microsoft.com/office/drawing/2014/main" id="{DEECDA6D-4DF1-9ECE-3221-28CD7EBAE613}"/>
              </a:ext>
            </a:extLst>
          </p:cNvPr>
          <p:cNvSpPr/>
          <p:nvPr/>
        </p:nvSpPr>
        <p:spPr>
          <a:xfrm>
            <a:off x="11017959" y="5467785"/>
            <a:ext cx="465302" cy="465302"/>
          </a:xfrm>
          <a:prstGeom prst="rect">
            <a:avLst/>
          </a:prstGeom>
          <a:solidFill>
            <a:schemeClr val="accent2">
              <a:lumMod val="20000"/>
              <a:lumOff val="80000"/>
            </a:schemeClr>
          </a:solidFill>
          <a:ln w="2540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526"/>
          </a:p>
        </p:txBody>
      </p:sp>
      <p:pic>
        <p:nvPicPr>
          <p:cNvPr id="65" name="Picture 64" descr="A group of different colored squares&#10;&#10;Description automatically generated">
            <a:extLst>
              <a:ext uri="{FF2B5EF4-FFF2-40B4-BE49-F238E27FC236}">
                <a16:creationId xmlns:a16="http://schemas.microsoft.com/office/drawing/2014/main" id="{98A51205-44EB-1968-9D68-459E32FE414E}"/>
              </a:ext>
            </a:extLst>
          </p:cNvPr>
          <p:cNvPicPr>
            <a:picLocks noChangeAspect="1"/>
          </p:cNvPicPr>
          <p:nvPr/>
        </p:nvPicPr>
        <p:blipFill rotWithShape="1">
          <a:blip r:embed="rId2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11448" r="52540" b="69584"/>
          <a:stretch/>
        </p:blipFill>
        <p:spPr>
          <a:xfrm>
            <a:off x="5233518" y="3930586"/>
            <a:ext cx="1791699" cy="1288950"/>
          </a:xfrm>
          <a:prstGeom prst="rect">
            <a:avLst/>
          </a:prstGeom>
        </p:spPr>
      </p:pic>
      <p:pic>
        <p:nvPicPr>
          <p:cNvPr id="67" name="Picture 66" descr="A group of different colored squares&#10;&#10;Description automatically generated">
            <a:extLst>
              <a:ext uri="{FF2B5EF4-FFF2-40B4-BE49-F238E27FC236}">
                <a16:creationId xmlns:a16="http://schemas.microsoft.com/office/drawing/2014/main" id="{37505048-F453-004F-6004-41E45D5FF5A9}"/>
              </a:ext>
            </a:extLst>
          </p:cNvPr>
          <p:cNvPicPr>
            <a:picLocks noChangeAspect="1"/>
          </p:cNvPicPr>
          <p:nvPr/>
        </p:nvPicPr>
        <p:blipFill rotWithShape="1">
          <a:blip r:embed="rId2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31381" r="52089" b="49376"/>
          <a:stretch/>
        </p:blipFill>
        <p:spPr>
          <a:xfrm>
            <a:off x="8641661" y="3886221"/>
            <a:ext cx="1808705" cy="1307630"/>
          </a:xfrm>
          <a:prstGeom prst="rect">
            <a:avLst/>
          </a:prstGeom>
        </p:spPr>
      </p:pic>
      <p:cxnSp>
        <p:nvCxnSpPr>
          <p:cNvPr id="44" name="Straight Connector 43">
            <a:extLst>
              <a:ext uri="{FF2B5EF4-FFF2-40B4-BE49-F238E27FC236}">
                <a16:creationId xmlns:a16="http://schemas.microsoft.com/office/drawing/2014/main" id="{A0CFFCF8-7A71-6B64-6132-57EE21BB6262}"/>
              </a:ext>
            </a:extLst>
          </p:cNvPr>
          <p:cNvCxnSpPr>
            <a:cxnSpLocks/>
          </p:cNvCxnSpPr>
          <p:nvPr/>
        </p:nvCxnSpPr>
        <p:spPr>
          <a:xfrm flipH="1">
            <a:off x="5264882" y="2098755"/>
            <a:ext cx="23501" cy="5067383"/>
          </a:xfrm>
          <a:prstGeom prst="line">
            <a:avLst/>
          </a:prstGeom>
          <a:ln w="25400">
            <a:solidFill>
              <a:schemeClr val="tx1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81" name="Picture 80" descr="\documentclass{article}&#10;\usepackage{amsmath}&#10;\pagestyle{empty}&#10;\begin{document}&#10;&#10;$\boldsymbol{a}^{(2)}$&#10;&#10;&#10;\end{document}" title="IguanaTex Bitmap Display">
            <a:extLst>
              <a:ext uri="{FF2B5EF4-FFF2-40B4-BE49-F238E27FC236}">
                <a16:creationId xmlns:a16="http://schemas.microsoft.com/office/drawing/2014/main" id="{34E566A2-7B19-675D-DB01-739F65756C34}"/>
              </a:ext>
            </a:extLst>
          </p:cNvPr>
          <p:cNvPicPr>
            <a:picLocks noChangeAspect="1"/>
          </p:cNvPicPr>
          <p:nvPr>
            <p:custDataLst>
              <p:tags r:id="rId5"/>
            </p:custDataLst>
          </p:nvPr>
        </p:nvPicPr>
        <p:blipFill>
          <a:blip r:embed="rId28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404987" y="5569579"/>
            <a:ext cx="395458" cy="229521"/>
          </a:xfrm>
          <a:prstGeom prst="rect">
            <a:avLst/>
          </a:prstGeom>
        </p:spPr>
      </p:pic>
      <p:pic>
        <p:nvPicPr>
          <p:cNvPr id="88" name="Picture 87" descr="\documentclass{article}&#10;\usepackage{amsmath}&#10;\pagestyle{empty}&#10;\begin{document}&#10;&#10;$\boldsymbol{z}^{(2)}$&#10;&#10;&#10;\end{document}" title="IguanaTex Bitmap Display">
            <a:extLst>
              <a:ext uri="{FF2B5EF4-FFF2-40B4-BE49-F238E27FC236}">
                <a16:creationId xmlns:a16="http://schemas.microsoft.com/office/drawing/2014/main" id="{A362BD0C-37BA-0D66-2137-01DC14D41A33}"/>
              </a:ext>
            </a:extLst>
          </p:cNvPr>
          <p:cNvPicPr>
            <a:picLocks noChangeAspect="1"/>
          </p:cNvPicPr>
          <p:nvPr>
            <p:custDataLst>
              <p:tags r:id="rId6"/>
            </p:custDataLst>
          </p:nvPr>
        </p:nvPicPr>
        <p:blipFill>
          <a:blip r:embed="rId29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408868" y="6558553"/>
            <a:ext cx="387703" cy="229521"/>
          </a:xfrm>
          <a:prstGeom prst="rect">
            <a:avLst/>
          </a:prstGeom>
        </p:spPr>
      </p:pic>
      <p:cxnSp>
        <p:nvCxnSpPr>
          <p:cNvPr id="89" name="Straight Arrow Connector 88">
            <a:extLst>
              <a:ext uri="{FF2B5EF4-FFF2-40B4-BE49-F238E27FC236}">
                <a16:creationId xmlns:a16="http://schemas.microsoft.com/office/drawing/2014/main" id="{444F21FD-4D65-0007-EEC5-986F9708EC55}"/>
              </a:ext>
            </a:extLst>
          </p:cNvPr>
          <p:cNvCxnSpPr>
            <a:cxnSpLocks/>
          </p:cNvCxnSpPr>
          <p:nvPr/>
        </p:nvCxnSpPr>
        <p:spPr>
          <a:xfrm flipV="1">
            <a:off x="6175561" y="5119812"/>
            <a:ext cx="0" cy="309199"/>
          </a:xfrm>
          <a:prstGeom prst="straightConnector1">
            <a:avLst/>
          </a:prstGeom>
          <a:ln w="50800">
            <a:solidFill>
              <a:schemeClr val="accent3">
                <a:lumMod val="75000"/>
              </a:schemeClr>
            </a:solidFill>
            <a:prstDash val="sysDot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96" name="Picture 95" descr="A group of different colored squares&#10;&#10;Description automatically generated">
            <a:extLst>
              <a:ext uri="{FF2B5EF4-FFF2-40B4-BE49-F238E27FC236}">
                <a16:creationId xmlns:a16="http://schemas.microsoft.com/office/drawing/2014/main" id="{38A9D185-B469-D2C1-B22F-AD591B673C13}"/>
              </a:ext>
            </a:extLst>
          </p:cNvPr>
          <p:cNvPicPr>
            <a:picLocks noChangeAspect="1"/>
          </p:cNvPicPr>
          <p:nvPr/>
        </p:nvPicPr>
        <p:blipFill rotWithShape="1">
          <a:blip r:embed="rId2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47000" t="11127" r="8242" b="69630"/>
          <a:stretch/>
        </p:blipFill>
        <p:spPr>
          <a:xfrm>
            <a:off x="7008378" y="3889943"/>
            <a:ext cx="1689655" cy="1307630"/>
          </a:xfrm>
          <a:prstGeom prst="rect">
            <a:avLst/>
          </a:prstGeom>
        </p:spPr>
      </p:pic>
      <p:cxnSp>
        <p:nvCxnSpPr>
          <p:cNvPr id="97" name="Straight Arrow Connector 96">
            <a:extLst>
              <a:ext uri="{FF2B5EF4-FFF2-40B4-BE49-F238E27FC236}">
                <a16:creationId xmlns:a16="http://schemas.microsoft.com/office/drawing/2014/main" id="{55739F68-5B4B-F750-1F36-E8417C75C373}"/>
              </a:ext>
            </a:extLst>
          </p:cNvPr>
          <p:cNvCxnSpPr>
            <a:cxnSpLocks/>
          </p:cNvCxnSpPr>
          <p:nvPr/>
        </p:nvCxnSpPr>
        <p:spPr>
          <a:xfrm flipV="1">
            <a:off x="7820176" y="5201297"/>
            <a:ext cx="0" cy="273991"/>
          </a:xfrm>
          <a:prstGeom prst="straightConnector1">
            <a:avLst/>
          </a:prstGeom>
          <a:ln w="50800">
            <a:solidFill>
              <a:schemeClr val="accent3">
                <a:lumMod val="75000"/>
              </a:schemeClr>
            </a:solidFill>
            <a:prstDash val="sysDot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3" name="Straight Arrow Connector 102">
            <a:extLst>
              <a:ext uri="{FF2B5EF4-FFF2-40B4-BE49-F238E27FC236}">
                <a16:creationId xmlns:a16="http://schemas.microsoft.com/office/drawing/2014/main" id="{FD67DA70-6EF5-0D58-BBC5-738637F3358E}"/>
              </a:ext>
            </a:extLst>
          </p:cNvPr>
          <p:cNvCxnSpPr>
            <a:cxnSpLocks/>
          </p:cNvCxnSpPr>
          <p:nvPr/>
        </p:nvCxnSpPr>
        <p:spPr>
          <a:xfrm flipH="1" flipV="1">
            <a:off x="9588617" y="5183090"/>
            <a:ext cx="4282" cy="239508"/>
          </a:xfrm>
          <a:prstGeom prst="straightConnector1">
            <a:avLst/>
          </a:prstGeom>
          <a:ln w="50800">
            <a:solidFill>
              <a:schemeClr val="accent3">
                <a:lumMod val="75000"/>
              </a:schemeClr>
            </a:solidFill>
            <a:prstDash val="sysDot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4" name="Straight Arrow Connector 103">
            <a:extLst>
              <a:ext uri="{FF2B5EF4-FFF2-40B4-BE49-F238E27FC236}">
                <a16:creationId xmlns:a16="http://schemas.microsoft.com/office/drawing/2014/main" id="{64CBCA95-4CC0-B36E-C585-48FAC72AAAF6}"/>
              </a:ext>
            </a:extLst>
          </p:cNvPr>
          <p:cNvCxnSpPr>
            <a:cxnSpLocks/>
          </p:cNvCxnSpPr>
          <p:nvPr/>
        </p:nvCxnSpPr>
        <p:spPr>
          <a:xfrm flipV="1">
            <a:off x="11254998" y="5183087"/>
            <a:ext cx="0" cy="297434"/>
          </a:xfrm>
          <a:prstGeom prst="straightConnector1">
            <a:avLst/>
          </a:prstGeom>
          <a:ln w="50800">
            <a:solidFill>
              <a:schemeClr val="accent3">
                <a:lumMod val="75000"/>
              </a:schemeClr>
            </a:solidFill>
            <a:prstDash val="sysDot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5" name="Connector: Curved 104">
            <a:extLst>
              <a:ext uri="{FF2B5EF4-FFF2-40B4-BE49-F238E27FC236}">
                <a16:creationId xmlns:a16="http://schemas.microsoft.com/office/drawing/2014/main" id="{98323D01-32D8-BDA7-4F68-50229DE5D44A}"/>
              </a:ext>
            </a:extLst>
          </p:cNvPr>
          <p:cNvCxnSpPr>
            <a:cxnSpLocks/>
            <a:stCxn id="9" idx="6"/>
            <a:endCxn id="61" idx="2"/>
          </p:cNvCxnSpPr>
          <p:nvPr/>
        </p:nvCxnSpPr>
        <p:spPr>
          <a:xfrm>
            <a:off x="9865055" y="5700435"/>
            <a:ext cx="1385557" cy="232652"/>
          </a:xfrm>
          <a:prstGeom prst="curvedConnector4">
            <a:avLst>
              <a:gd name="adj1" fmla="val 41604"/>
              <a:gd name="adj2" fmla="val 183333"/>
            </a:avLst>
          </a:prstGeom>
          <a:ln w="25400">
            <a:solidFill>
              <a:schemeClr val="tx1"/>
            </a:solidFill>
            <a:prstDash val="sys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109" name="Picture 108" descr="\documentclass{article}&#10;\usepackage{amsmath}&#10;\pagestyle{empty}&#10;\begin{document}&#10;&#10;$\boldsymbol{o}^{(2)}$&#10;&#10;\end{document}" title="IguanaTex Bitmap Display">
            <a:extLst>
              <a:ext uri="{FF2B5EF4-FFF2-40B4-BE49-F238E27FC236}">
                <a16:creationId xmlns:a16="http://schemas.microsoft.com/office/drawing/2014/main" id="{78E930A7-8887-6673-5198-5AFC317E1C87}"/>
              </a:ext>
            </a:extLst>
          </p:cNvPr>
          <p:cNvPicPr>
            <a:picLocks noChangeAspect="1"/>
          </p:cNvPicPr>
          <p:nvPr>
            <p:custDataLst>
              <p:tags r:id="rId7"/>
            </p:custDataLst>
          </p:nvPr>
        </p:nvPicPr>
        <p:blipFill>
          <a:blip r:embed="rId30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067206" y="5569581"/>
            <a:ext cx="383051" cy="229521"/>
          </a:xfrm>
          <a:prstGeom prst="rect">
            <a:avLst/>
          </a:prstGeom>
        </p:spPr>
      </p:pic>
      <p:cxnSp>
        <p:nvCxnSpPr>
          <p:cNvPr id="110" name="Straight Arrow Connector 109">
            <a:extLst>
              <a:ext uri="{FF2B5EF4-FFF2-40B4-BE49-F238E27FC236}">
                <a16:creationId xmlns:a16="http://schemas.microsoft.com/office/drawing/2014/main" id="{F2FB354F-6EB1-E97B-3B1D-166A5252583B}"/>
              </a:ext>
            </a:extLst>
          </p:cNvPr>
          <p:cNvCxnSpPr>
            <a:cxnSpLocks/>
            <a:stCxn id="11" idx="0"/>
            <a:endCxn id="9" idx="4"/>
          </p:cNvCxnSpPr>
          <p:nvPr/>
        </p:nvCxnSpPr>
        <p:spPr>
          <a:xfrm flipV="1">
            <a:off x="9593625" y="5971864"/>
            <a:ext cx="0" cy="470941"/>
          </a:xfrm>
          <a:prstGeom prst="straightConnector1">
            <a:avLst/>
          </a:prstGeom>
          <a:ln w="381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4" name="Straight Arrow Connector 113">
            <a:extLst>
              <a:ext uri="{FF2B5EF4-FFF2-40B4-BE49-F238E27FC236}">
                <a16:creationId xmlns:a16="http://schemas.microsoft.com/office/drawing/2014/main" id="{3D44A864-04C5-214E-8D8B-4FB9D00B5380}"/>
              </a:ext>
            </a:extLst>
          </p:cNvPr>
          <p:cNvCxnSpPr>
            <a:cxnSpLocks/>
            <a:stCxn id="3" idx="4"/>
            <a:endCxn id="11" idx="2"/>
          </p:cNvCxnSpPr>
          <p:nvPr/>
        </p:nvCxnSpPr>
        <p:spPr>
          <a:xfrm>
            <a:off x="6175561" y="5971864"/>
            <a:ext cx="3146638" cy="742367"/>
          </a:xfrm>
          <a:prstGeom prst="straightConnector1">
            <a:avLst/>
          </a:prstGeom>
          <a:ln w="381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64" name="Arc 163">
            <a:extLst>
              <a:ext uri="{FF2B5EF4-FFF2-40B4-BE49-F238E27FC236}">
                <a16:creationId xmlns:a16="http://schemas.microsoft.com/office/drawing/2014/main" id="{9231D781-E691-B03F-730C-F217BCE2BA51}"/>
              </a:ext>
            </a:extLst>
          </p:cNvPr>
          <p:cNvSpPr/>
          <p:nvPr/>
        </p:nvSpPr>
        <p:spPr>
          <a:xfrm>
            <a:off x="4865754" y="5569185"/>
            <a:ext cx="4624741" cy="1659615"/>
          </a:xfrm>
          <a:prstGeom prst="arc">
            <a:avLst>
              <a:gd name="adj1" fmla="val 521836"/>
              <a:gd name="adj2" fmla="val 10166721"/>
            </a:avLst>
          </a:prstGeom>
          <a:ln w="38100">
            <a:solidFill>
              <a:schemeClr val="tx1"/>
            </a:solidFill>
            <a:head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 sz="1526"/>
          </a:p>
        </p:txBody>
      </p:sp>
      <p:pic>
        <p:nvPicPr>
          <p:cNvPr id="168" name="Picture 167" descr="A group of different colored squares&#10;&#10;Description automatically generated">
            <a:extLst>
              <a:ext uri="{FF2B5EF4-FFF2-40B4-BE49-F238E27FC236}">
                <a16:creationId xmlns:a16="http://schemas.microsoft.com/office/drawing/2014/main" id="{AB32D2EC-D52D-F691-C9F5-69A55954A7EC}"/>
              </a:ext>
            </a:extLst>
          </p:cNvPr>
          <p:cNvPicPr>
            <a:picLocks noChangeAspect="1"/>
          </p:cNvPicPr>
          <p:nvPr/>
        </p:nvPicPr>
        <p:blipFill rotWithShape="1">
          <a:blip r:embed="rId2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52117" b="28561"/>
          <a:stretch/>
        </p:blipFill>
        <p:spPr>
          <a:xfrm>
            <a:off x="12137909" y="3886512"/>
            <a:ext cx="3775159" cy="1313021"/>
          </a:xfrm>
          <a:prstGeom prst="rect">
            <a:avLst/>
          </a:prstGeom>
        </p:spPr>
      </p:pic>
      <p:cxnSp>
        <p:nvCxnSpPr>
          <p:cNvPr id="179" name="Straight Connector 178">
            <a:extLst>
              <a:ext uri="{FF2B5EF4-FFF2-40B4-BE49-F238E27FC236}">
                <a16:creationId xmlns:a16="http://schemas.microsoft.com/office/drawing/2014/main" id="{31900C2A-B136-4656-94EC-F3D11D82979F}"/>
              </a:ext>
            </a:extLst>
          </p:cNvPr>
          <p:cNvCxnSpPr>
            <a:cxnSpLocks/>
          </p:cNvCxnSpPr>
          <p:nvPr/>
        </p:nvCxnSpPr>
        <p:spPr>
          <a:xfrm>
            <a:off x="8708194" y="2128408"/>
            <a:ext cx="22963" cy="5037731"/>
          </a:xfrm>
          <a:prstGeom prst="line">
            <a:avLst/>
          </a:prstGeom>
          <a:ln w="25400">
            <a:solidFill>
              <a:schemeClr val="tx1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80" name="Straight Connector 179">
            <a:extLst>
              <a:ext uri="{FF2B5EF4-FFF2-40B4-BE49-F238E27FC236}">
                <a16:creationId xmlns:a16="http://schemas.microsoft.com/office/drawing/2014/main" id="{8C683C10-70ED-4602-B3EC-F084C5407BBD}"/>
              </a:ext>
            </a:extLst>
          </p:cNvPr>
          <p:cNvCxnSpPr>
            <a:cxnSpLocks/>
          </p:cNvCxnSpPr>
          <p:nvPr/>
        </p:nvCxnSpPr>
        <p:spPr>
          <a:xfrm flipH="1">
            <a:off x="12156304" y="2133938"/>
            <a:ext cx="27819" cy="5094860"/>
          </a:xfrm>
          <a:prstGeom prst="line">
            <a:avLst/>
          </a:prstGeom>
          <a:ln w="25400">
            <a:solidFill>
              <a:schemeClr val="tx1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85" name="Left Brace 184">
            <a:extLst>
              <a:ext uri="{FF2B5EF4-FFF2-40B4-BE49-F238E27FC236}">
                <a16:creationId xmlns:a16="http://schemas.microsoft.com/office/drawing/2014/main" id="{8594F63F-8096-38ED-8E0B-9E5A28ECAC7E}"/>
              </a:ext>
            </a:extLst>
          </p:cNvPr>
          <p:cNvSpPr/>
          <p:nvPr/>
        </p:nvSpPr>
        <p:spPr>
          <a:xfrm rot="16200000">
            <a:off x="6870472" y="5652241"/>
            <a:ext cx="245470" cy="3409649"/>
          </a:xfrm>
          <a:prstGeom prst="leftBrace">
            <a:avLst>
              <a:gd name="adj1" fmla="val 110451"/>
              <a:gd name="adj2" fmla="val 50000"/>
            </a:avLst>
          </a:prstGeom>
          <a:ln w="190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 sz="1526"/>
          </a:p>
        </p:txBody>
      </p:sp>
      <p:sp>
        <p:nvSpPr>
          <p:cNvPr id="187" name="Left Brace 186">
            <a:extLst>
              <a:ext uri="{FF2B5EF4-FFF2-40B4-BE49-F238E27FC236}">
                <a16:creationId xmlns:a16="http://schemas.microsoft.com/office/drawing/2014/main" id="{90D85B27-4016-7318-7158-22C49D32C85F}"/>
              </a:ext>
            </a:extLst>
          </p:cNvPr>
          <p:cNvSpPr/>
          <p:nvPr/>
        </p:nvSpPr>
        <p:spPr>
          <a:xfrm rot="16200000">
            <a:off x="10338801" y="5657248"/>
            <a:ext cx="245470" cy="3389532"/>
          </a:xfrm>
          <a:prstGeom prst="leftBrace">
            <a:avLst>
              <a:gd name="adj1" fmla="val 110451"/>
              <a:gd name="adj2" fmla="val 50000"/>
            </a:avLst>
          </a:prstGeom>
          <a:ln w="190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 sz="1526"/>
          </a:p>
        </p:txBody>
      </p:sp>
      <p:pic>
        <p:nvPicPr>
          <p:cNvPr id="192" name="Picture 191" descr="\documentclass{article}&#10;\usepackage{amsmath}&#10;\pagestyle{empty}&#10;\begin{document}&#10;&#10;$l = 2$&#10;&#10;\end{document}" title="IguanaTex Bitmap Display">
            <a:extLst>
              <a:ext uri="{FF2B5EF4-FFF2-40B4-BE49-F238E27FC236}">
                <a16:creationId xmlns:a16="http://schemas.microsoft.com/office/drawing/2014/main" id="{1A09DDCF-B684-9FE3-4655-9D6552FFA18D}"/>
              </a:ext>
            </a:extLst>
          </p:cNvPr>
          <p:cNvPicPr>
            <a:picLocks noChangeAspect="1"/>
          </p:cNvPicPr>
          <p:nvPr>
            <p:custDataLst>
              <p:tags r:id="rId8"/>
            </p:custDataLst>
          </p:nvPr>
        </p:nvPicPr>
        <p:blipFill>
          <a:blip r:embed="rId31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186575" y="7478088"/>
            <a:ext cx="547534" cy="187315"/>
          </a:xfrm>
          <a:prstGeom prst="rect">
            <a:avLst/>
          </a:prstGeom>
        </p:spPr>
      </p:pic>
      <p:pic>
        <p:nvPicPr>
          <p:cNvPr id="194" name="Picture 193" descr="\documentclass{article}&#10;\usepackage{amsmath}&#10;\pagestyle{empty}&#10;\begin{document}&#10;&#10;&#10;$l=1$&#10;&#10;\end{document}" title="IguanaTex Bitmap Display">
            <a:extLst>
              <a:ext uri="{FF2B5EF4-FFF2-40B4-BE49-F238E27FC236}">
                <a16:creationId xmlns:a16="http://schemas.microsoft.com/office/drawing/2014/main" id="{CF6535A2-445A-84CB-D8CC-B1EE5C399D41}"/>
              </a:ext>
            </a:extLst>
          </p:cNvPr>
          <p:cNvPicPr>
            <a:picLocks noChangeAspect="1"/>
          </p:cNvPicPr>
          <p:nvPr>
            <p:custDataLst>
              <p:tags r:id="rId9"/>
            </p:custDataLst>
          </p:nvPr>
        </p:nvPicPr>
        <p:blipFill>
          <a:blip r:embed="rId3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701790" y="7485330"/>
            <a:ext cx="516547" cy="172092"/>
          </a:xfrm>
          <a:prstGeom prst="rect">
            <a:avLst/>
          </a:prstGeom>
        </p:spPr>
      </p:pic>
      <p:pic>
        <p:nvPicPr>
          <p:cNvPr id="101" name="Picture 100" descr="A group of different colored squares&#10;&#10;Description automatically generated">
            <a:extLst>
              <a:ext uri="{FF2B5EF4-FFF2-40B4-BE49-F238E27FC236}">
                <a16:creationId xmlns:a16="http://schemas.microsoft.com/office/drawing/2014/main" id="{0CC9B618-386A-7F0D-CF63-8BC42552A8F7}"/>
              </a:ext>
            </a:extLst>
          </p:cNvPr>
          <p:cNvPicPr>
            <a:picLocks noChangeAspect="1"/>
          </p:cNvPicPr>
          <p:nvPr/>
        </p:nvPicPr>
        <p:blipFill rotWithShape="1">
          <a:blip r:embed="rId3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47033" t="31381" r="9867" b="49376"/>
          <a:stretch/>
        </p:blipFill>
        <p:spPr>
          <a:xfrm>
            <a:off x="10464914" y="3886222"/>
            <a:ext cx="1627113" cy="1307631"/>
          </a:xfrm>
          <a:prstGeom prst="rect">
            <a:avLst/>
          </a:prstGeom>
        </p:spPr>
      </p:pic>
      <p:sp>
        <p:nvSpPr>
          <p:cNvPr id="205" name="Rectangle 204">
            <a:extLst>
              <a:ext uri="{FF2B5EF4-FFF2-40B4-BE49-F238E27FC236}">
                <a16:creationId xmlns:a16="http://schemas.microsoft.com/office/drawing/2014/main" id="{15BF8572-A203-904C-967C-19EE0957DBE6}"/>
              </a:ext>
            </a:extLst>
          </p:cNvPr>
          <p:cNvSpPr/>
          <p:nvPr/>
        </p:nvSpPr>
        <p:spPr>
          <a:xfrm>
            <a:off x="6622979" y="2547512"/>
            <a:ext cx="947167" cy="378584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 w="2540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526"/>
          </a:p>
        </p:txBody>
      </p:sp>
      <p:cxnSp>
        <p:nvCxnSpPr>
          <p:cNvPr id="208" name="Straight Arrow Connector 207">
            <a:extLst>
              <a:ext uri="{FF2B5EF4-FFF2-40B4-BE49-F238E27FC236}">
                <a16:creationId xmlns:a16="http://schemas.microsoft.com/office/drawing/2014/main" id="{638850CB-E828-4217-8EF2-075FDA65A533}"/>
              </a:ext>
            </a:extLst>
          </p:cNvPr>
          <p:cNvCxnSpPr>
            <a:cxnSpLocks/>
          </p:cNvCxnSpPr>
          <p:nvPr/>
        </p:nvCxnSpPr>
        <p:spPr>
          <a:xfrm flipH="1">
            <a:off x="6495906" y="2926166"/>
            <a:ext cx="592318" cy="387752"/>
          </a:xfrm>
          <a:prstGeom prst="straightConnector1">
            <a:avLst/>
          </a:prstGeom>
          <a:ln w="25400">
            <a:solidFill>
              <a:schemeClr val="tx1"/>
            </a:solidFill>
            <a:tailEnd type="triangle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09" name="Straight Arrow Connector 208">
            <a:extLst>
              <a:ext uri="{FF2B5EF4-FFF2-40B4-BE49-F238E27FC236}">
                <a16:creationId xmlns:a16="http://schemas.microsoft.com/office/drawing/2014/main" id="{860CA55A-206E-CC9A-2EC9-514636BBC426}"/>
              </a:ext>
            </a:extLst>
          </p:cNvPr>
          <p:cNvCxnSpPr>
            <a:cxnSpLocks/>
          </p:cNvCxnSpPr>
          <p:nvPr/>
        </p:nvCxnSpPr>
        <p:spPr>
          <a:xfrm>
            <a:off x="7088224" y="2926097"/>
            <a:ext cx="673042" cy="373839"/>
          </a:xfrm>
          <a:prstGeom prst="straightConnector1">
            <a:avLst/>
          </a:prstGeom>
          <a:ln w="25400">
            <a:solidFill>
              <a:schemeClr val="tx1"/>
            </a:solidFill>
            <a:tailEnd type="triangle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14" name="TextBox 213">
            <a:extLst>
              <a:ext uri="{FF2B5EF4-FFF2-40B4-BE49-F238E27FC236}">
                <a16:creationId xmlns:a16="http://schemas.microsoft.com/office/drawing/2014/main" id="{3D8333B2-6BED-0B08-71A9-DF135808A4C3}"/>
              </a:ext>
            </a:extLst>
          </p:cNvPr>
          <p:cNvSpPr txBox="1"/>
          <p:nvPr/>
        </p:nvSpPr>
        <p:spPr>
          <a:xfrm>
            <a:off x="6452409" y="2884221"/>
            <a:ext cx="654226" cy="32714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526" dirty="0"/>
              <a:t>yes</a:t>
            </a:r>
          </a:p>
        </p:txBody>
      </p:sp>
      <p:sp>
        <p:nvSpPr>
          <p:cNvPr id="215" name="TextBox 214">
            <a:extLst>
              <a:ext uri="{FF2B5EF4-FFF2-40B4-BE49-F238E27FC236}">
                <a16:creationId xmlns:a16="http://schemas.microsoft.com/office/drawing/2014/main" id="{79C6DE69-5A91-37A1-E8C2-6F75C36A1A1E}"/>
              </a:ext>
            </a:extLst>
          </p:cNvPr>
          <p:cNvSpPr txBox="1"/>
          <p:nvPr/>
        </p:nvSpPr>
        <p:spPr>
          <a:xfrm>
            <a:off x="7403877" y="2888981"/>
            <a:ext cx="654226" cy="32714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526" dirty="0"/>
              <a:t>no</a:t>
            </a:r>
          </a:p>
        </p:txBody>
      </p:sp>
      <p:pic>
        <p:nvPicPr>
          <p:cNvPr id="217" name="Picture 216" descr="\documentclass{article}&#10;\usepackage{amsmath}&#10;\pagestyle{empty}&#10;\begin{document}&#10;&#10;&#10;$\boldsymbol{z}^{(1)} \geq 0$&#10;&#10;\end{document}" title="IguanaTex Bitmap Display">
            <a:extLst>
              <a:ext uri="{FF2B5EF4-FFF2-40B4-BE49-F238E27FC236}">
                <a16:creationId xmlns:a16="http://schemas.microsoft.com/office/drawing/2014/main" id="{5285A051-BDAD-1CBE-960A-16122BBAED9C}"/>
              </a:ext>
            </a:extLst>
          </p:cNvPr>
          <p:cNvPicPr>
            <a:picLocks noChangeAspect="1"/>
          </p:cNvPicPr>
          <p:nvPr>
            <p:custDataLst>
              <p:tags r:id="rId10"/>
            </p:custDataLst>
          </p:nvPr>
        </p:nvPicPr>
        <p:blipFill>
          <a:blip r:embed="rId3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654578" y="2598955"/>
            <a:ext cx="883964" cy="263639"/>
          </a:xfrm>
          <a:prstGeom prst="rect">
            <a:avLst/>
          </a:prstGeom>
        </p:spPr>
      </p:pic>
      <p:sp>
        <p:nvSpPr>
          <p:cNvPr id="225" name="Arrow: Up 224">
            <a:extLst>
              <a:ext uri="{FF2B5EF4-FFF2-40B4-BE49-F238E27FC236}">
                <a16:creationId xmlns:a16="http://schemas.microsoft.com/office/drawing/2014/main" id="{26B9D93A-6A4B-B53D-8B6E-6A0120C1088F}"/>
              </a:ext>
            </a:extLst>
          </p:cNvPr>
          <p:cNvSpPr/>
          <p:nvPr/>
        </p:nvSpPr>
        <p:spPr>
          <a:xfrm>
            <a:off x="6974786" y="3619965"/>
            <a:ext cx="243551" cy="284155"/>
          </a:xfrm>
          <a:prstGeom prst="upArrow">
            <a:avLst/>
          </a:prstGeom>
          <a:solidFill>
            <a:schemeClr val="bg1"/>
          </a:solidFill>
          <a:ln w="3810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526"/>
          </a:p>
        </p:txBody>
      </p:sp>
      <p:sp>
        <p:nvSpPr>
          <p:cNvPr id="263" name="Rectangle 262">
            <a:extLst>
              <a:ext uri="{FF2B5EF4-FFF2-40B4-BE49-F238E27FC236}">
                <a16:creationId xmlns:a16="http://schemas.microsoft.com/office/drawing/2014/main" id="{739098BC-0C31-43D4-2050-5347FE8887A6}"/>
              </a:ext>
            </a:extLst>
          </p:cNvPr>
          <p:cNvSpPr/>
          <p:nvPr/>
        </p:nvSpPr>
        <p:spPr>
          <a:xfrm>
            <a:off x="10026703" y="2323215"/>
            <a:ext cx="947167" cy="378584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 w="2540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526"/>
          </a:p>
        </p:txBody>
      </p:sp>
      <p:cxnSp>
        <p:nvCxnSpPr>
          <p:cNvPr id="264" name="Straight Arrow Connector 263">
            <a:extLst>
              <a:ext uri="{FF2B5EF4-FFF2-40B4-BE49-F238E27FC236}">
                <a16:creationId xmlns:a16="http://schemas.microsoft.com/office/drawing/2014/main" id="{BDD62DD7-34D1-6670-1393-650B74140673}"/>
              </a:ext>
            </a:extLst>
          </p:cNvPr>
          <p:cNvCxnSpPr>
            <a:cxnSpLocks/>
            <a:stCxn id="263" idx="2"/>
            <a:endCxn id="270" idx="0"/>
          </p:cNvCxnSpPr>
          <p:nvPr/>
        </p:nvCxnSpPr>
        <p:spPr>
          <a:xfrm flipH="1">
            <a:off x="9531778" y="2701799"/>
            <a:ext cx="968509" cy="235984"/>
          </a:xfrm>
          <a:prstGeom prst="straightConnector1">
            <a:avLst/>
          </a:prstGeom>
          <a:ln w="25400">
            <a:solidFill>
              <a:schemeClr val="tx1"/>
            </a:solidFill>
            <a:tailEnd type="triangle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65" name="Straight Arrow Connector 264">
            <a:extLst>
              <a:ext uri="{FF2B5EF4-FFF2-40B4-BE49-F238E27FC236}">
                <a16:creationId xmlns:a16="http://schemas.microsoft.com/office/drawing/2014/main" id="{FFAC52BF-9082-938E-1B56-0B490070F36B}"/>
              </a:ext>
            </a:extLst>
          </p:cNvPr>
          <p:cNvCxnSpPr>
            <a:cxnSpLocks/>
            <a:stCxn id="263" idx="2"/>
            <a:endCxn id="272" idx="0"/>
          </p:cNvCxnSpPr>
          <p:nvPr/>
        </p:nvCxnSpPr>
        <p:spPr>
          <a:xfrm>
            <a:off x="10500288" y="2701799"/>
            <a:ext cx="948435" cy="235984"/>
          </a:xfrm>
          <a:prstGeom prst="straightConnector1">
            <a:avLst/>
          </a:prstGeom>
          <a:ln w="25400">
            <a:solidFill>
              <a:schemeClr val="tx1"/>
            </a:solidFill>
            <a:tailEnd type="triangle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66" name="TextBox 265">
            <a:extLst>
              <a:ext uri="{FF2B5EF4-FFF2-40B4-BE49-F238E27FC236}">
                <a16:creationId xmlns:a16="http://schemas.microsoft.com/office/drawing/2014/main" id="{C0197CA6-89FE-770C-DC4A-A6E34254ACD3}"/>
              </a:ext>
            </a:extLst>
          </p:cNvPr>
          <p:cNvSpPr txBox="1"/>
          <p:nvPr/>
        </p:nvSpPr>
        <p:spPr>
          <a:xfrm>
            <a:off x="9598597" y="2570783"/>
            <a:ext cx="654226" cy="32714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526" dirty="0"/>
              <a:t>yes</a:t>
            </a:r>
          </a:p>
        </p:txBody>
      </p:sp>
      <p:sp>
        <p:nvSpPr>
          <p:cNvPr id="267" name="TextBox 266">
            <a:extLst>
              <a:ext uri="{FF2B5EF4-FFF2-40B4-BE49-F238E27FC236}">
                <a16:creationId xmlns:a16="http://schemas.microsoft.com/office/drawing/2014/main" id="{BFCDF831-30A1-761C-C10C-836AFE31004B}"/>
              </a:ext>
            </a:extLst>
          </p:cNvPr>
          <p:cNvSpPr txBox="1"/>
          <p:nvPr/>
        </p:nvSpPr>
        <p:spPr>
          <a:xfrm>
            <a:off x="11095757" y="2600007"/>
            <a:ext cx="654226" cy="32714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526" dirty="0"/>
              <a:t>no</a:t>
            </a:r>
          </a:p>
        </p:txBody>
      </p:sp>
      <p:pic>
        <p:nvPicPr>
          <p:cNvPr id="268" name="Picture 267" descr="\documentclass{article}&#10;\usepackage{amsmath}&#10;\pagestyle{empty}&#10;\begin{document}&#10;&#10;&#10;$\boldsymbol{z}^{(1)} \geq 0$&#10;&#10;\end{document}" title="IguanaTex Bitmap Display">
            <a:extLst>
              <a:ext uri="{FF2B5EF4-FFF2-40B4-BE49-F238E27FC236}">
                <a16:creationId xmlns:a16="http://schemas.microsoft.com/office/drawing/2014/main" id="{F6D3BF8E-154F-967F-9703-3E0180B79E6D}"/>
              </a:ext>
            </a:extLst>
          </p:cNvPr>
          <p:cNvPicPr>
            <a:picLocks noChangeAspect="1"/>
          </p:cNvPicPr>
          <p:nvPr>
            <p:custDataLst>
              <p:tags r:id="rId11"/>
            </p:custDataLst>
          </p:nvPr>
        </p:nvPicPr>
        <p:blipFill>
          <a:blip r:embed="rId3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064054" y="2386968"/>
            <a:ext cx="883964" cy="263639"/>
          </a:xfrm>
          <a:prstGeom prst="rect">
            <a:avLst/>
          </a:prstGeom>
        </p:spPr>
      </p:pic>
      <p:sp>
        <p:nvSpPr>
          <p:cNvPr id="270" name="Rectangle 269">
            <a:extLst>
              <a:ext uri="{FF2B5EF4-FFF2-40B4-BE49-F238E27FC236}">
                <a16:creationId xmlns:a16="http://schemas.microsoft.com/office/drawing/2014/main" id="{673148BD-D5AC-8784-599A-5104379F270F}"/>
              </a:ext>
            </a:extLst>
          </p:cNvPr>
          <p:cNvSpPr/>
          <p:nvPr/>
        </p:nvSpPr>
        <p:spPr>
          <a:xfrm>
            <a:off x="9058195" y="2937783"/>
            <a:ext cx="947167" cy="378584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 w="2540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526"/>
          </a:p>
        </p:txBody>
      </p:sp>
      <p:sp>
        <p:nvSpPr>
          <p:cNvPr id="272" name="Rectangle 271">
            <a:extLst>
              <a:ext uri="{FF2B5EF4-FFF2-40B4-BE49-F238E27FC236}">
                <a16:creationId xmlns:a16="http://schemas.microsoft.com/office/drawing/2014/main" id="{88E52EFA-212F-2EF4-7F71-D5C2D6BBE3B0}"/>
              </a:ext>
            </a:extLst>
          </p:cNvPr>
          <p:cNvSpPr/>
          <p:nvPr/>
        </p:nvSpPr>
        <p:spPr>
          <a:xfrm>
            <a:off x="10975139" y="2937783"/>
            <a:ext cx="947167" cy="378584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 w="2540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526"/>
          </a:p>
        </p:txBody>
      </p:sp>
      <p:cxnSp>
        <p:nvCxnSpPr>
          <p:cNvPr id="274" name="Straight Arrow Connector 273">
            <a:extLst>
              <a:ext uri="{FF2B5EF4-FFF2-40B4-BE49-F238E27FC236}">
                <a16:creationId xmlns:a16="http://schemas.microsoft.com/office/drawing/2014/main" id="{3AEBAC87-7F48-DFC0-2368-F1CB3D778357}"/>
              </a:ext>
            </a:extLst>
          </p:cNvPr>
          <p:cNvCxnSpPr>
            <a:cxnSpLocks/>
            <a:stCxn id="270" idx="2"/>
          </p:cNvCxnSpPr>
          <p:nvPr/>
        </p:nvCxnSpPr>
        <p:spPr>
          <a:xfrm>
            <a:off x="9531777" y="3316369"/>
            <a:ext cx="472601" cy="340813"/>
          </a:xfrm>
          <a:prstGeom prst="straightConnector1">
            <a:avLst/>
          </a:prstGeom>
          <a:ln w="25400">
            <a:solidFill>
              <a:schemeClr val="tx1"/>
            </a:solidFill>
            <a:tailEnd type="triangle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77" name="Straight Arrow Connector 276">
            <a:extLst>
              <a:ext uri="{FF2B5EF4-FFF2-40B4-BE49-F238E27FC236}">
                <a16:creationId xmlns:a16="http://schemas.microsoft.com/office/drawing/2014/main" id="{ED38C6F0-401B-BE89-4199-005B2FB567F0}"/>
              </a:ext>
            </a:extLst>
          </p:cNvPr>
          <p:cNvCxnSpPr>
            <a:cxnSpLocks/>
            <a:stCxn id="270" idx="2"/>
          </p:cNvCxnSpPr>
          <p:nvPr/>
        </p:nvCxnSpPr>
        <p:spPr>
          <a:xfrm flipH="1">
            <a:off x="9112665" y="3316368"/>
            <a:ext cx="419113" cy="340098"/>
          </a:xfrm>
          <a:prstGeom prst="straightConnector1">
            <a:avLst/>
          </a:prstGeom>
          <a:ln w="25400">
            <a:solidFill>
              <a:schemeClr val="tx1"/>
            </a:solidFill>
            <a:tailEnd type="triangle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80" name="Arrow: Up 279">
            <a:extLst>
              <a:ext uri="{FF2B5EF4-FFF2-40B4-BE49-F238E27FC236}">
                <a16:creationId xmlns:a16="http://schemas.microsoft.com/office/drawing/2014/main" id="{B581BD35-74E6-7C72-289A-092B7524F626}"/>
              </a:ext>
            </a:extLst>
          </p:cNvPr>
          <p:cNvSpPr/>
          <p:nvPr/>
        </p:nvSpPr>
        <p:spPr>
          <a:xfrm>
            <a:off x="10384261" y="3618036"/>
            <a:ext cx="243551" cy="284155"/>
          </a:xfrm>
          <a:prstGeom prst="upArrow">
            <a:avLst/>
          </a:prstGeom>
          <a:solidFill>
            <a:schemeClr val="bg1"/>
          </a:solidFill>
          <a:ln w="3810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526"/>
          </a:p>
        </p:txBody>
      </p:sp>
      <p:cxnSp>
        <p:nvCxnSpPr>
          <p:cNvPr id="281" name="Straight Arrow Connector 280">
            <a:extLst>
              <a:ext uri="{FF2B5EF4-FFF2-40B4-BE49-F238E27FC236}">
                <a16:creationId xmlns:a16="http://schemas.microsoft.com/office/drawing/2014/main" id="{8B585ED2-75C8-BB4C-81BE-993073B4F87A}"/>
              </a:ext>
            </a:extLst>
          </p:cNvPr>
          <p:cNvCxnSpPr>
            <a:cxnSpLocks/>
            <a:stCxn id="272" idx="2"/>
          </p:cNvCxnSpPr>
          <p:nvPr/>
        </p:nvCxnSpPr>
        <p:spPr>
          <a:xfrm flipH="1">
            <a:off x="11073581" y="3316370"/>
            <a:ext cx="375140" cy="310455"/>
          </a:xfrm>
          <a:prstGeom prst="straightConnector1">
            <a:avLst/>
          </a:prstGeom>
          <a:ln w="25400">
            <a:solidFill>
              <a:schemeClr val="tx1"/>
            </a:solidFill>
            <a:tailEnd type="triangle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84" name="Straight Arrow Connector 283">
            <a:extLst>
              <a:ext uri="{FF2B5EF4-FFF2-40B4-BE49-F238E27FC236}">
                <a16:creationId xmlns:a16="http://schemas.microsoft.com/office/drawing/2014/main" id="{C9A4A75D-E1B5-D713-2B6A-62D4263E0BFB}"/>
              </a:ext>
            </a:extLst>
          </p:cNvPr>
          <p:cNvCxnSpPr>
            <a:cxnSpLocks/>
            <a:stCxn id="272" idx="2"/>
          </p:cNvCxnSpPr>
          <p:nvPr/>
        </p:nvCxnSpPr>
        <p:spPr>
          <a:xfrm>
            <a:off x="11448724" y="3316370"/>
            <a:ext cx="468439" cy="310455"/>
          </a:xfrm>
          <a:prstGeom prst="straightConnector1">
            <a:avLst/>
          </a:prstGeom>
          <a:ln w="25400">
            <a:solidFill>
              <a:schemeClr val="tx1"/>
            </a:solidFill>
            <a:tailEnd type="triangle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288" name="Picture 287" descr="\documentclass{article}&#10;\usepackage{amsmath}&#10;\pagestyle{empty}&#10;\begin{document}&#10;&#10;$\boldsymbol{z}^{(2)} \geq 0$&#10;&#10;&#10;\end{document}" title="IguanaTex Bitmap Display">
            <a:extLst>
              <a:ext uri="{FF2B5EF4-FFF2-40B4-BE49-F238E27FC236}">
                <a16:creationId xmlns:a16="http://schemas.microsoft.com/office/drawing/2014/main" id="{E98C4A21-436D-4383-3968-41488568F2CF}"/>
              </a:ext>
            </a:extLst>
          </p:cNvPr>
          <p:cNvPicPr>
            <a:picLocks noChangeAspect="1"/>
          </p:cNvPicPr>
          <p:nvPr>
            <p:custDataLst>
              <p:tags r:id="rId12"/>
            </p:custDataLst>
          </p:nvPr>
        </p:nvPicPr>
        <p:blipFill>
          <a:blip r:embed="rId3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089794" y="3004998"/>
            <a:ext cx="883964" cy="263639"/>
          </a:xfrm>
          <a:prstGeom prst="rect">
            <a:avLst/>
          </a:prstGeom>
        </p:spPr>
      </p:pic>
      <p:pic>
        <p:nvPicPr>
          <p:cNvPr id="289" name="Picture 288" descr="\documentclass{article}&#10;\usepackage{amsmath}&#10;\pagestyle{empty}&#10;\begin{document}&#10;&#10;$\boldsymbol{z}^{(2)} \geq 0$&#10;&#10;&#10;\end{document}" title="IguanaTex Bitmap Display">
            <a:extLst>
              <a:ext uri="{FF2B5EF4-FFF2-40B4-BE49-F238E27FC236}">
                <a16:creationId xmlns:a16="http://schemas.microsoft.com/office/drawing/2014/main" id="{A5136A0B-D3E0-1F61-3D2A-6BDA2658EE1A}"/>
              </a:ext>
            </a:extLst>
          </p:cNvPr>
          <p:cNvPicPr>
            <a:picLocks noChangeAspect="1"/>
          </p:cNvPicPr>
          <p:nvPr>
            <p:custDataLst>
              <p:tags r:id="rId13"/>
            </p:custDataLst>
          </p:nvPr>
        </p:nvPicPr>
        <p:blipFill>
          <a:blip r:embed="rId3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017121" y="3004998"/>
            <a:ext cx="883964" cy="263639"/>
          </a:xfrm>
          <a:prstGeom prst="rect">
            <a:avLst/>
          </a:prstGeom>
        </p:spPr>
      </p:pic>
      <p:sp>
        <p:nvSpPr>
          <p:cNvPr id="303" name="Rectangle 302">
            <a:extLst>
              <a:ext uri="{FF2B5EF4-FFF2-40B4-BE49-F238E27FC236}">
                <a16:creationId xmlns:a16="http://schemas.microsoft.com/office/drawing/2014/main" id="{B337E570-DB11-4FBB-B283-D086646C5813}"/>
              </a:ext>
            </a:extLst>
          </p:cNvPr>
          <p:cNvSpPr/>
          <p:nvPr/>
        </p:nvSpPr>
        <p:spPr>
          <a:xfrm>
            <a:off x="13488176" y="2173299"/>
            <a:ext cx="947167" cy="378584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 w="2540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526"/>
          </a:p>
        </p:txBody>
      </p:sp>
      <p:cxnSp>
        <p:nvCxnSpPr>
          <p:cNvPr id="304" name="Straight Arrow Connector 303">
            <a:extLst>
              <a:ext uri="{FF2B5EF4-FFF2-40B4-BE49-F238E27FC236}">
                <a16:creationId xmlns:a16="http://schemas.microsoft.com/office/drawing/2014/main" id="{8C5800AA-96D8-3CFF-E0BD-80544DC48C41}"/>
              </a:ext>
            </a:extLst>
          </p:cNvPr>
          <p:cNvCxnSpPr>
            <a:cxnSpLocks/>
            <a:stCxn id="303" idx="2"/>
            <a:endCxn id="309" idx="0"/>
          </p:cNvCxnSpPr>
          <p:nvPr/>
        </p:nvCxnSpPr>
        <p:spPr>
          <a:xfrm flipH="1">
            <a:off x="12993252" y="2551883"/>
            <a:ext cx="968509" cy="235984"/>
          </a:xfrm>
          <a:prstGeom prst="straightConnector1">
            <a:avLst/>
          </a:prstGeom>
          <a:ln w="25400">
            <a:solidFill>
              <a:schemeClr val="tx1"/>
            </a:solidFill>
            <a:tailEnd type="triangle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05" name="Straight Arrow Connector 304">
            <a:extLst>
              <a:ext uri="{FF2B5EF4-FFF2-40B4-BE49-F238E27FC236}">
                <a16:creationId xmlns:a16="http://schemas.microsoft.com/office/drawing/2014/main" id="{B39C7609-49FB-119B-2CE4-32CA3202C810}"/>
              </a:ext>
            </a:extLst>
          </p:cNvPr>
          <p:cNvCxnSpPr>
            <a:cxnSpLocks/>
            <a:stCxn id="303" idx="2"/>
            <a:endCxn id="310" idx="0"/>
          </p:cNvCxnSpPr>
          <p:nvPr/>
        </p:nvCxnSpPr>
        <p:spPr>
          <a:xfrm>
            <a:off x="13961760" y="2551883"/>
            <a:ext cx="948435" cy="235984"/>
          </a:xfrm>
          <a:prstGeom prst="straightConnector1">
            <a:avLst/>
          </a:prstGeom>
          <a:ln w="25400">
            <a:solidFill>
              <a:schemeClr val="tx1"/>
            </a:solidFill>
            <a:tailEnd type="triangle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06" name="TextBox 305">
            <a:extLst>
              <a:ext uri="{FF2B5EF4-FFF2-40B4-BE49-F238E27FC236}">
                <a16:creationId xmlns:a16="http://schemas.microsoft.com/office/drawing/2014/main" id="{6E119413-C59F-2245-F7EA-EDBB4D309D16}"/>
              </a:ext>
            </a:extLst>
          </p:cNvPr>
          <p:cNvSpPr txBox="1"/>
          <p:nvPr/>
        </p:nvSpPr>
        <p:spPr>
          <a:xfrm>
            <a:off x="13060070" y="2420866"/>
            <a:ext cx="654226" cy="32714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526" dirty="0"/>
              <a:t>yes</a:t>
            </a:r>
          </a:p>
        </p:txBody>
      </p:sp>
      <p:sp>
        <p:nvSpPr>
          <p:cNvPr id="307" name="TextBox 306">
            <a:extLst>
              <a:ext uri="{FF2B5EF4-FFF2-40B4-BE49-F238E27FC236}">
                <a16:creationId xmlns:a16="http://schemas.microsoft.com/office/drawing/2014/main" id="{5F43556A-0CEC-6283-3BBD-B6B422A71DBB}"/>
              </a:ext>
            </a:extLst>
          </p:cNvPr>
          <p:cNvSpPr txBox="1"/>
          <p:nvPr/>
        </p:nvSpPr>
        <p:spPr>
          <a:xfrm>
            <a:off x="14557230" y="2450091"/>
            <a:ext cx="654226" cy="32714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526" dirty="0"/>
              <a:t>no</a:t>
            </a:r>
          </a:p>
        </p:txBody>
      </p:sp>
      <p:pic>
        <p:nvPicPr>
          <p:cNvPr id="308" name="Picture 307" descr="\documentclass{article}&#10;\usepackage{amsmath}&#10;\pagestyle{empty}&#10;\begin{document}&#10;&#10;&#10;$\boldsymbol{z}^{(1)} \geq 0$&#10;&#10;\end{document}" title="IguanaTex Bitmap Display">
            <a:extLst>
              <a:ext uri="{FF2B5EF4-FFF2-40B4-BE49-F238E27FC236}">
                <a16:creationId xmlns:a16="http://schemas.microsoft.com/office/drawing/2014/main" id="{06D6E271-D539-3F1A-B8DA-307EAADBD4C6}"/>
              </a:ext>
            </a:extLst>
          </p:cNvPr>
          <p:cNvPicPr>
            <a:picLocks noChangeAspect="1"/>
          </p:cNvPicPr>
          <p:nvPr>
            <p:custDataLst>
              <p:tags r:id="rId14"/>
            </p:custDataLst>
          </p:nvPr>
        </p:nvPicPr>
        <p:blipFill>
          <a:blip r:embed="rId3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3525527" y="2237051"/>
            <a:ext cx="883964" cy="263639"/>
          </a:xfrm>
          <a:prstGeom prst="rect">
            <a:avLst/>
          </a:prstGeom>
        </p:spPr>
      </p:pic>
      <p:sp>
        <p:nvSpPr>
          <p:cNvPr id="309" name="Rectangle 308">
            <a:extLst>
              <a:ext uri="{FF2B5EF4-FFF2-40B4-BE49-F238E27FC236}">
                <a16:creationId xmlns:a16="http://schemas.microsoft.com/office/drawing/2014/main" id="{DD88232F-3594-0D7E-21AC-DED7628198DF}"/>
              </a:ext>
            </a:extLst>
          </p:cNvPr>
          <p:cNvSpPr/>
          <p:nvPr/>
        </p:nvSpPr>
        <p:spPr>
          <a:xfrm>
            <a:off x="12519667" y="2787867"/>
            <a:ext cx="947167" cy="378584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 w="2540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526"/>
          </a:p>
        </p:txBody>
      </p:sp>
      <p:sp>
        <p:nvSpPr>
          <p:cNvPr id="310" name="Rectangle 309">
            <a:extLst>
              <a:ext uri="{FF2B5EF4-FFF2-40B4-BE49-F238E27FC236}">
                <a16:creationId xmlns:a16="http://schemas.microsoft.com/office/drawing/2014/main" id="{3C696479-F1EE-1118-9AC2-2397E9A166D8}"/>
              </a:ext>
            </a:extLst>
          </p:cNvPr>
          <p:cNvSpPr/>
          <p:nvPr/>
        </p:nvSpPr>
        <p:spPr>
          <a:xfrm>
            <a:off x="14436612" y="2787867"/>
            <a:ext cx="947167" cy="378584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 w="2540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526"/>
          </a:p>
        </p:txBody>
      </p:sp>
      <p:cxnSp>
        <p:nvCxnSpPr>
          <p:cNvPr id="311" name="Straight Arrow Connector 310">
            <a:extLst>
              <a:ext uri="{FF2B5EF4-FFF2-40B4-BE49-F238E27FC236}">
                <a16:creationId xmlns:a16="http://schemas.microsoft.com/office/drawing/2014/main" id="{1CA6ADAF-A92F-56E1-B434-C170D67BE60F}"/>
              </a:ext>
            </a:extLst>
          </p:cNvPr>
          <p:cNvCxnSpPr>
            <a:cxnSpLocks/>
            <a:stCxn id="309" idx="2"/>
            <a:endCxn id="319" idx="0"/>
          </p:cNvCxnSpPr>
          <p:nvPr/>
        </p:nvCxnSpPr>
        <p:spPr>
          <a:xfrm>
            <a:off x="12993249" y="3166451"/>
            <a:ext cx="473592" cy="349626"/>
          </a:xfrm>
          <a:prstGeom prst="straightConnector1">
            <a:avLst/>
          </a:prstGeom>
          <a:ln w="25400">
            <a:solidFill>
              <a:schemeClr val="tx1"/>
            </a:solidFill>
            <a:tailEnd type="triangle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12" name="Straight Arrow Connector 311">
            <a:extLst>
              <a:ext uri="{FF2B5EF4-FFF2-40B4-BE49-F238E27FC236}">
                <a16:creationId xmlns:a16="http://schemas.microsoft.com/office/drawing/2014/main" id="{9BB7343A-5979-0DC3-1824-93922B52493B}"/>
              </a:ext>
            </a:extLst>
          </p:cNvPr>
          <p:cNvCxnSpPr>
            <a:cxnSpLocks/>
            <a:stCxn id="309" idx="2"/>
            <a:endCxn id="318" idx="0"/>
          </p:cNvCxnSpPr>
          <p:nvPr/>
        </p:nvCxnSpPr>
        <p:spPr>
          <a:xfrm flipH="1">
            <a:off x="12551267" y="3166453"/>
            <a:ext cx="441982" cy="364915"/>
          </a:xfrm>
          <a:prstGeom prst="straightConnector1">
            <a:avLst/>
          </a:prstGeom>
          <a:ln w="25400">
            <a:solidFill>
              <a:schemeClr val="tx1"/>
            </a:solidFill>
            <a:tailEnd type="triangle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13" name="Straight Arrow Connector 312">
            <a:extLst>
              <a:ext uri="{FF2B5EF4-FFF2-40B4-BE49-F238E27FC236}">
                <a16:creationId xmlns:a16="http://schemas.microsoft.com/office/drawing/2014/main" id="{C0A71C2B-3CB2-79CE-27C4-21FCFF96E9CC}"/>
              </a:ext>
            </a:extLst>
          </p:cNvPr>
          <p:cNvCxnSpPr>
            <a:cxnSpLocks/>
            <a:stCxn id="310" idx="2"/>
            <a:endCxn id="320" idx="0"/>
          </p:cNvCxnSpPr>
          <p:nvPr/>
        </p:nvCxnSpPr>
        <p:spPr>
          <a:xfrm flipH="1">
            <a:off x="14517692" y="3166453"/>
            <a:ext cx="392503" cy="344635"/>
          </a:xfrm>
          <a:prstGeom prst="straightConnector1">
            <a:avLst/>
          </a:prstGeom>
          <a:ln w="25400">
            <a:solidFill>
              <a:schemeClr val="tx1"/>
            </a:solidFill>
            <a:tailEnd type="triangle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14" name="Straight Arrow Connector 313">
            <a:extLst>
              <a:ext uri="{FF2B5EF4-FFF2-40B4-BE49-F238E27FC236}">
                <a16:creationId xmlns:a16="http://schemas.microsoft.com/office/drawing/2014/main" id="{9B04838B-04C7-EF44-B288-20DF0FB536F7}"/>
              </a:ext>
            </a:extLst>
          </p:cNvPr>
          <p:cNvCxnSpPr>
            <a:cxnSpLocks/>
            <a:stCxn id="310" idx="2"/>
            <a:endCxn id="321" idx="0"/>
          </p:cNvCxnSpPr>
          <p:nvPr/>
        </p:nvCxnSpPr>
        <p:spPr>
          <a:xfrm>
            <a:off x="14910196" y="3166453"/>
            <a:ext cx="480739" cy="338605"/>
          </a:xfrm>
          <a:prstGeom prst="straightConnector1">
            <a:avLst/>
          </a:prstGeom>
          <a:ln w="25400">
            <a:solidFill>
              <a:schemeClr val="tx1"/>
            </a:solidFill>
            <a:tailEnd type="triangle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315" name="Picture 314" descr="\documentclass{article}&#10;\usepackage{amsmath}&#10;\pagestyle{empty}&#10;\begin{document}&#10;&#10;$\boldsymbol{z}^{(2)} \geq 0$&#10;&#10;&#10;\end{document}" title="IguanaTex Bitmap Display">
            <a:extLst>
              <a:ext uri="{FF2B5EF4-FFF2-40B4-BE49-F238E27FC236}">
                <a16:creationId xmlns:a16="http://schemas.microsoft.com/office/drawing/2014/main" id="{D851FF0C-6F0A-D428-DD29-DDB32EF2D926}"/>
              </a:ext>
            </a:extLst>
          </p:cNvPr>
          <p:cNvPicPr>
            <a:picLocks noChangeAspect="1"/>
          </p:cNvPicPr>
          <p:nvPr>
            <p:custDataLst>
              <p:tags r:id="rId15"/>
            </p:custDataLst>
          </p:nvPr>
        </p:nvPicPr>
        <p:blipFill>
          <a:blip r:embed="rId3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2551267" y="2855081"/>
            <a:ext cx="883964" cy="263639"/>
          </a:xfrm>
          <a:prstGeom prst="rect">
            <a:avLst/>
          </a:prstGeom>
        </p:spPr>
      </p:pic>
      <p:pic>
        <p:nvPicPr>
          <p:cNvPr id="316" name="Picture 315" descr="\documentclass{article}&#10;\usepackage{amsmath}&#10;\pagestyle{empty}&#10;\begin{document}&#10;&#10;$\boldsymbol{z}^{(2)} \geq 0$&#10;&#10;&#10;\end{document}" title="IguanaTex Bitmap Display">
            <a:extLst>
              <a:ext uri="{FF2B5EF4-FFF2-40B4-BE49-F238E27FC236}">
                <a16:creationId xmlns:a16="http://schemas.microsoft.com/office/drawing/2014/main" id="{21859940-8C8B-07AA-648D-63F02A740582}"/>
              </a:ext>
            </a:extLst>
          </p:cNvPr>
          <p:cNvPicPr>
            <a:picLocks noChangeAspect="1"/>
          </p:cNvPicPr>
          <p:nvPr>
            <p:custDataLst>
              <p:tags r:id="rId16"/>
            </p:custDataLst>
          </p:nvPr>
        </p:nvPicPr>
        <p:blipFill>
          <a:blip r:embed="rId3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4478594" y="2855081"/>
            <a:ext cx="883964" cy="263639"/>
          </a:xfrm>
          <a:prstGeom prst="rect">
            <a:avLst/>
          </a:prstGeom>
        </p:spPr>
      </p:pic>
      <p:sp>
        <p:nvSpPr>
          <p:cNvPr id="318" name="Oval 317">
            <a:extLst>
              <a:ext uri="{FF2B5EF4-FFF2-40B4-BE49-F238E27FC236}">
                <a16:creationId xmlns:a16="http://schemas.microsoft.com/office/drawing/2014/main" id="{970DD6B7-82EF-7CB7-B4ED-B649D21A0D70}"/>
              </a:ext>
            </a:extLst>
          </p:cNvPr>
          <p:cNvSpPr/>
          <p:nvPr/>
        </p:nvSpPr>
        <p:spPr>
          <a:xfrm>
            <a:off x="12434940" y="3531366"/>
            <a:ext cx="232652" cy="232652"/>
          </a:xfrm>
          <a:prstGeom prst="ellipse">
            <a:avLst/>
          </a:prstGeom>
          <a:solidFill>
            <a:schemeClr val="accent4">
              <a:lumMod val="20000"/>
              <a:lumOff val="80000"/>
            </a:schemeClr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526"/>
          </a:p>
        </p:txBody>
      </p:sp>
      <p:sp>
        <p:nvSpPr>
          <p:cNvPr id="319" name="Oval 318">
            <a:extLst>
              <a:ext uri="{FF2B5EF4-FFF2-40B4-BE49-F238E27FC236}">
                <a16:creationId xmlns:a16="http://schemas.microsoft.com/office/drawing/2014/main" id="{427E6DDC-388E-5039-4B1F-64EED55AA4DC}"/>
              </a:ext>
            </a:extLst>
          </p:cNvPr>
          <p:cNvSpPr/>
          <p:nvPr/>
        </p:nvSpPr>
        <p:spPr>
          <a:xfrm>
            <a:off x="13350514" y="3516077"/>
            <a:ext cx="232652" cy="232652"/>
          </a:xfrm>
          <a:prstGeom prst="ellipse">
            <a:avLst/>
          </a:prstGeom>
          <a:solidFill>
            <a:schemeClr val="accent4">
              <a:lumMod val="40000"/>
              <a:lumOff val="60000"/>
            </a:schemeClr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526"/>
          </a:p>
        </p:txBody>
      </p:sp>
      <p:sp>
        <p:nvSpPr>
          <p:cNvPr id="320" name="Oval 319">
            <a:extLst>
              <a:ext uri="{FF2B5EF4-FFF2-40B4-BE49-F238E27FC236}">
                <a16:creationId xmlns:a16="http://schemas.microsoft.com/office/drawing/2014/main" id="{DF526C31-C294-7A08-63C3-ADF7C41B537B}"/>
              </a:ext>
            </a:extLst>
          </p:cNvPr>
          <p:cNvSpPr/>
          <p:nvPr/>
        </p:nvSpPr>
        <p:spPr>
          <a:xfrm>
            <a:off x="14401364" y="3511086"/>
            <a:ext cx="232652" cy="232652"/>
          </a:xfrm>
          <a:prstGeom prst="ellipse">
            <a:avLst/>
          </a:prstGeom>
          <a:solidFill>
            <a:schemeClr val="accent4">
              <a:lumMod val="60000"/>
              <a:lumOff val="40000"/>
            </a:schemeClr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526"/>
          </a:p>
        </p:txBody>
      </p:sp>
      <p:sp>
        <p:nvSpPr>
          <p:cNvPr id="321" name="Oval 320">
            <a:extLst>
              <a:ext uri="{FF2B5EF4-FFF2-40B4-BE49-F238E27FC236}">
                <a16:creationId xmlns:a16="http://schemas.microsoft.com/office/drawing/2014/main" id="{E7164334-3BBF-3EE3-092E-82138E475B00}"/>
              </a:ext>
            </a:extLst>
          </p:cNvPr>
          <p:cNvSpPr/>
          <p:nvPr/>
        </p:nvSpPr>
        <p:spPr>
          <a:xfrm>
            <a:off x="15274607" y="3505056"/>
            <a:ext cx="232652" cy="232652"/>
          </a:xfrm>
          <a:prstGeom prst="ellipse">
            <a:avLst/>
          </a:prstGeom>
          <a:solidFill>
            <a:schemeClr val="accent4">
              <a:lumMod val="75000"/>
              <a:alpha val="70000"/>
            </a:schemeClr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526"/>
          </a:p>
        </p:txBody>
      </p:sp>
      <p:sp>
        <p:nvSpPr>
          <p:cNvPr id="322" name="Arrow: Up 321">
            <a:extLst>
              <a:ext uri="{FF2B5EF4-FFF2-40B4-BE49-F238E27FC236}">
                <a16:creationId xmlns:a16="http://schemas.microsoft.com/office/drawing/2014/main" id="{4A50532A-8FA3-B0BE-781A-CDEF62A535A4}"/>
              </a:ext>
            </a:extLst>
          </p:cNvPr>
          <p:cNvSpPr/>
          <p:nvPr/>
        </p:nvSpPr>
        <p:spPr>
          <a:xfrm>
            <a:off x="13842533" y="3619205"/>
            <a:ext cx="243551" cy="284155"/>
          </a:xfrm>
          <a:prstGeom prst="upArrow">
            <a:avLst/>
          </a:prstGeom>
          <a:solidFill>
            <a:schemeClr val="bg1"/>
          </a:solidFill>
          <a:ln w="3810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526"/>
          </a:p>
        </p:txBody>
      </p:sp>
      <p:sp>
        <p:nvSpPr>
          <p:cNvPr id="326" name="Left Brace 325">
            <a:extLst>
              <a:ext uri="{FF2B5EF4-FFF2-40B4-BE49-F238E27FC236}">
                <a16:creationId xmlns:a16="http://schemas.microsoft.com/office/drawing/2014/main" id="{78495204-5A27-D1A6-F47B-6C5114DBC33A}"/>
              </a:ext>
            </a:extLst>
          </p:cNvPr>
          <p:cNvSpPr/>
          <p:nvPr/>
        </p:nvSpPr>
        <p:spPr>
          <a:xfrm>
            <a:off x="4250785" y="2212791"/>
            <a:ext cx="245470" cy="1576184"/>
          </a:xfrm>
          <a:prstGeom prst="leftBrace">
            <a:avLst>
              <a:gd name="adj1" fmla="val 110451"/>
              <a:gd name="adj2" fmla="val 50000"/>
            </a:avLst>
          </a:prstGeom>
          <a:ln w="190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 sz="1526" dirty="0"/>
          </a:p>
        </p:txBody>
      </p:sp>
      <p:sp>
        <p:nvSpPr>
          <p:cNvPr id="327" name="Left Brace 326">
            <a:extLst>
              <a:ext uri="{FF2B5EF4-FFF2-40B4-BE49-F238E27FC236}">
                <a16:creationId xmlns:a16="http://schemas.microsoft.com/office/drawing/2014/main" id="{91A1D5A7-760A-2EDF-505C-1E44518E8021}"/>
              </a:ext>
            </a:extLst>
          </p:cNvPr>
          <p:cNvSpPr/>
          <p:nvPr/>
        </p:nvSpPr>
        <p:spPr>
          <a:xfrm>
            <a:off x="4250785" y="3886222"/>
            <a:ext cx="245470" cy="1307631"/>
          </a:xfrm>
          <a:prstGeom prst="leftBrace">
            <a:avLst>
              <a:gd name="adj1" fmla="val 110451"/>
              <a:gd name="adj2" fmla="val 50000"/>
            </a:avLst>
          </a:prstGeom>
          <a:ln w="190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 sz="1526" dirty="0"/>
          </a:p>
        </p:txBody>
      </p:sp>
      <p:sp>
        <p:nvSpPr>
          <p:cNvPr id="328" name="Left Brace 327">
            <a:extLst>
              <a:ext uri="{FF2B5EF4-FFF2-40B4-BE49-F238E27FC236}">
                <a16:creationId xmlns:a16="http://schemas.microsoft.com/office/drawing/2014/main" id="{C3EBB1A7-B4DD-464E-9F5A-842E0508D4B9}"/>
              </a:ext>
            </a:extLst>
          </p:cNvPr>
          <p:cNvSpPr/>
          <p:nvPr/>
        </p:nvSpPr>
        <p:spPr>
          <a:xfrm>
            <a:off x="4241250" y="5441514"/>
            <a:ext cx="245470" cy="1737126"/>
          </a:xfrm>
          <a:prstGeom prst="leftBrace">
            <a:avLst>
              <a:gd name="adj1" fmla="val 110451"/>
              <a:gd name="adj2" fmla="val 50000"/>
            </a:avLst>
          </a:prstGeom>
          <a:ln w="190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 sz="1526" dirty="0"/>
          </a:p>
        </p:txBody>
      </p:sp>
      <p:sp>
        <p:nvSpPr>
          <p:cNvPr id="348" name="TextBox 347">
            <a:extLst>
              <a:ext uri="{FF2B5EF4-FFF2-40B4-BE49-F238E27FC236}">
                <a16:creationId xmlns:a16="http://schemas.microsoft.com/office/drawing/2014/main" id="{2A579F9E-0509-1FDA-FFC2-6EA65516DA64}"/>
              </a:ext>
            </a:extLst>
          </p:cNvPr>
          <p:cNvSpPr txBox="1"/>
          <p:nvPr/>
        </p:nvSpPr>
        <p:spPr>
          <a:xfrm rot="16200000">
            <a:off x="3223794" y="2744319"/>
            <a:ext cx="1744622" cy="30117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357" b="1" dirty="0"/>
              <a:t>(c) Tree Structure</a:t>
            </a:r>
          </a:p>
        </p:txBody>
      </p:sp>
      <p:sp>
        <p:nvSpPr>
          <p:cNvPr id="349" name="TextBox 348">
            <a:extLst>
              <a:ext uri="{FF2B5EF4-FFF2-40B4-BE49-F238E27FC236}">
                <a16:creationId xmlns:a16="http://schemas.microsoft.com/office/drawing/2014/main" id="{91CDAE99-E369-E6F9-BE0E-85CEBD7DB1DA}"/>
              </a:ext>
            </a:extLst>
          </p:cNvPr>
          <p:cNvSpPr txBox="1"/>
          <p:nvPr/>
        </p:nvSpPr>
        <p:spPr>
          <a:xfrm rot="16200000">
            <a:off x="3058917" y="4380458"/>
            <a:ext cx="2076280" cy="30117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357" b="1" dirty="0"/>
              <a:t>(b) Decision Boundary</a:t>
            </a:r>
          </a:p>
        </p:txBody>
      </p:sp>
      <p:sp>
        <p:nvSpPr>
          <p:cNvPr id="350" name="TextBox 349">
            <a:extLst>
              <a:ext uri="{FF2B5EF4-FFF2-40B4-BE49-F238E27FC236}">
                <a16:creationId xmlns:a16="http://schemas.microsoft.com/office/drawing/2014/main" id="{09975E25-AAA5-D703-6A80-B6202278DBB3}"/>
              </a:ext>
            </a:extLst>
          </p:cNvPr>
          <p:cNvSpPr txBox="1"/>
          <p:nvPr/>
        </p:nvSpPr>
        <p:spPr>
          <a:xfrm rot="16200000">
            <a:off x="3113218" y="6170591"/>
            <a:ext cx="1965770" cy="30117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357" b="1" dirty="0"/>
              <a:t>(a) Network Structure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9693CB5F-0DFF-AF0B-FCFB-CA8DAEC252EA}"/>
              </a:ext>
            </a:extLst>
          </p:cNvPr>
          <p:cNvSpPr txBox="1"/>
          <p:nvPr/>
        </p:nvSpPr>
        <p:spPr>
          <a:xfrm>
            <a:off x="8918602" y="3299935"/>
            <a:ext cx="654226" cy="32714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526" dirty="0"/>
              <a:t>yes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2C9441BB-FD96-A684-F696-0D65521F53C7}"/>
              </a:ext>
            </a:extLst>
          </p:cNvPr>
          <p:cNvSpPr txBox="1"/>
          <p:nvPr/>
        </p:nvSpPr>
        <p:spPr>
          <a:xfrm>
            <a:off x="10852249" y="3274563"/>
            <a:ext cx="654226" cy="32714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526" dirty="0"/>
              <a:t>yes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18E24B57-9E1B-789D-43AA-F74C713000CB}"/>
              </a:ext>
            </a:extLst>
          </p:cNvPr>
          <p:cNvSpPr txBox="1"/>
          <p:nvPr/>
        </p:nvSpPr>
        <p:spPr>
          <a:xfrm>
            <a:off x="11668705" y="3266322"/>
            <a:ext cx="654226" cy="32714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526" dirty="0"/>
              <a:t>no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BBCFF046-3F85-3C80-CC94-CD33166104D6}"/>
              </a:ext>
            </a:extLst>
          </p:cNvPr>
          <p:cNvSpPr txBox="1"/>
          <p:nvPr/>
        </p:nvSpPr>
        <p:spPr>
          <a:xfrm>
            <a:off x="9769266" y="3308152"/>
            <a:ext cx="654226" cy="32714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526" dirty="0"/>
              <a:t>no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22C2B3B0-94E2-2041-DE4C-563A291A3372}"/>
              </a:ext>
            </a:extLst>
          </p:cNvPr>
          <p:cNvSpPr txBox="1"/>
          <p:nvPr/>
        </p:nvSpPr>
        <p:spPr>
          <a:xfrm>
            <a:off x="12407728" y="3150836"/>
            <a:ext cx="654226" cy="32714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526" dirty="0"/>
              <a:t>yes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6114BD35-E767-AFEB-3DC6-B0F610F6FAA1}"/>
              </a:ext>
            </a:extLst>
          </p:cNvPr>
          <p:cNvSpPr txBox="1"/>
          <p:nvPr/>
        </p:nvSpPr>
        <p:spPr>
          <a:xfrm>
            <a:off x="13214876" y="3151537"/>
            <a:ext cx="654226" cy="32714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526" dirty="0"/>
              <a:t>no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1F9A57A2-FB80-7FE1-E540-74DC09115CA7}"/>
              </a:ext>
            </a:extLst>
          </p:cNvPr>
          <p:cNvSpPr txBox="1"/>
          <p:nvPr/>
        </p:nvSpPr>
        <p:spPr>
          <a:xfrm>
            <a:off x="15164410" y="3151223"/>
            <a:ext cx="654226" cy="32714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526" dirty="0"/>
              <a:t>no</a:t>
            </a:r>
          </a:p>
        </p:txBody>
      </p:sp>
      <p:sp>
        <p:nvSpPr>
          <p:cNvPr id="20" name="Arrow: Notched Right 19">
            <a:extLst>
              <a:ext uri="{FF2B5EF4-FFF2-40B4-BE49-F238E27FC236}">
                <a16:creationId xmlns:a16="http://schemas.microsoft.com/office/drawing/2014/main" id="{3AE8FEBA-A4FF-9C5C-A94A-6C94A7289E20}"/>
              </a:ext>
            </a:extLst>
          </p:cNvPr>
          <p:cNvSpPr/>
          <p:nvPr/>
        </p:nvSpPr>
        <p:spPr>
          <a:xfrm>
            <a:off x="11182235" y="6282772"/>
            <a:ext cx="1225235" cy="245471"/>
          </a:xfrm>
          <a:prstGeom prst="notchedRightArrow">
            <a:avLst/>
          </a:prstGeom>
          <a:solidFill>
            <a:schemeClr val="tx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526"/>
          </a:p>
        </p:txBody>
      </p:sp>
      <p:sp>
        <p:nvSpPr>
          <p:cNvPr id="27" name="Rectangle 26">
            <a:extLst>
              <a:ext uri="{FF2B5EF4-FFF2-40B4-BE49-F238E27FC236}">
                <a16:creationId xmlns:a16="http://schemas.microsoft.com/office/drawing/2014/main" id="{5E8295A9-384B-827C-B842-FD38EA6161D3}"/>
              </a:ext>
            </a:extLst>
          </p:cNvPr>
          <p:cNvSpPr/>
          <p:nvPr/>
        </p:nvSpPr>
        <p:spPr>
          <a:xfrm>
            <a:off x="12409535" y="5712692"/>
            <a:ext cx="482566" cy="1374064"/>
          </a:xfrm>
          <a:prstGeom prst="rect">
            <a:avLst/>
          </a:prstGeom>
          <a:solidFill>
            <a:schemeClr val="accent1">
              <a:lumMod val="60000"/>
              <a:lumOff val="40000"/>
              <a:alpha val="80000"/>
            </a:schemeClr>
          </a:solidFill>
          <a:ln w="2540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526" b="1" dirty="0">
              <a:solidFill>
                <a:schemeClr val="tx1"/>
              </a:solidFill>
            </a:endParaRPr>
          </a:p>
        </p:txBody>
      </p:sp>
      <p:cxnSp>
        <p:nvCxnSpPr>
          <p:cNvPr id="37" name="Connector: Curved 36">
            <a:extLst>
              <a:ext uri="{FF2B5EF4-FFF2-40B4-BE49-F238E27FC236}">
                <a16:creationId xmlns:a16="http://schemas.microsoft.com/office/drawing/2014/main" id="{EBDB0C75-A312-6B3E-EA52-8EE8C6EB724B}"/>
              </a:ext>
            </a:extLst>
          </p:cNvPr>
          <p:cNvCxnSpPr>
            <a:cxnSpLocks/>
            <a:stCxn id="27" idx="3"/>
            <a:endCxn id="24" idx="1"/>
          </p:cNvCxnSpPr>
          <p:nvPr/>
        </p:nvCxnSpPr>
        <p:spPr>
          <a:xfrm flipV="1">
            <a:off x="12892103" y="6261902"/>
            <a:ext cx="292819" cy="137825"/>
          </a:xfrm>
          <a:prstGeom prst="curvedConnector3">
            <a:avLst>
              <a:gd name="adj1" fmla="val 50000"/>
            </a:avLst>
          </a:prstGeom>
          <a:ln w="38100">
            <a:solidFill>
              <a:schemeClr val="tx1"/>
            </a:solidFill>
            <a:prstDash val="solid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24" name="Picture 23" descr="A rainbow colored chart with numbers&#10;&#10;Description automatically generated with medium confidence">
            <a:extLst>
              <a:ext uri="{FF2B5EF4-FFF2-40B4-BE49-F238E27FC236}">
                <a16:creationId xmlns:a16="http://schemas.microsoft.com/office/drawing/2014/main" id="{E4F769FB-C0DE-53FB-1468-56673DDCB62B}"/>
              </a:ext>
            </a:extLst>
          </p:cNvPr>
          <p:cNvPicPr>
            <a:picLocks noChangeAspect="1"/>
          </p:cNvPicPr>
          <p:nvPr/>
        </p:nvPicPr>
        <p:blipFill rotWithShape="1">
          <a:blip r:embed="rId3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50368" r="1824"/>
          <a:stretch/>
        </p:blipFill>
        <p:spPr>
          <a:xfrm>
            <a:off x="13184920" y="5262484"/>
            <a:ext cx="2389016" cy="1998837"/>
          </a:xfrm>
          <a:prstGeom prst="rect">
            <a:avLst/>
          </a:prstGeom>
        </p:spPr>
      </p:pic>
      <p:cxnSp>
        <p:nvCxnSpPr>
          <p:cNvPr id="46" name="Straight Connector 45">
            <a:extLst>
              <a:ext uri="{FF2B5EF4-FFF2-40B4-BE49-F238E27FC236}">
                <a16:creationId xmlns:a16="http://schemas.microsoft.com/office/drawing/2014/main" id="{5FD1E909-7BE1-C205-D05B-020A411EBDAF}"/>
              </a:ext>
            </a:extLst>
          </p:cNvPr>
          <p:cNvCxnSpPr>
            <a:cxnSpLocks/>
          </p:cNvCxnSpPr>
          <p:nvPr/>
        </p:nvCxnSpPr>
        <p:spPr>
          <a:xfrm flipH="1">
            <a:off x="4497457" y="2082599"/>
            <a:ext cx="23501" cy="5067383"/>
          </a:xfrm>
          <a:prstGeom prst="line">
            <a:avLst/>
          </a:prstGeom>
          <a:ln w="25400">
            <a:solidFill>
              <a:schemeClr val="tx1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54" name="Picture 53" descr="\documentclass{article}&#10;\usepackage{amsmath}&#10;\pagestyle{empty}&#10;\begin{document}&#10;&#10;\textbf{input}&#10;&#10;\end{document}" title="IguanaTex Bitmap Display">
            <a:extLst>
              <a:ext uri="{FF2B5EF4-FFF2-40B4-BE49-F238E27FC236}">
                <a16:creationId xmlns:a16="http://schemas.microsoft.com/office/drawing/2014/main" id="{45F62049-D236-F457-54FD-59CBDC61C456}"/>
              </a:ext>
            </a:extLst>
          </p:cNvPr>
          <p:cNvPicPr>
            <a:picLocks noChangeAspect="1"/>
          </p:cNvPicPr>
          <p:nvPr>
            <p:custDataLst>
              <p:tags r:id="rId17"/>
            </p:custDataLst>
          </p:nvPr>
        </p:nvPicPr>
        <p:blipFill>
          <a:blip r:embed="rId3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578006" y="6134074"/>
            <a:ext cx="608435" cy="208972"/>
          </a:xfrm>
          <a:prstGeom prst="rect">
            <a:avLst/>
          </a:prstGeom>
        </p:spPr>
      </p:pic>
      <p:pic>
        <p:nvPicPr>
          <p:cNvPr id="58" name="Picture 57" descr="\documentclass{article}&#10;\usepackage{amsmath}&#10;\pagestyle{empty}&#10;\begin{document}&#10;&#10;$\textbf{output}$&#10;&#10;&#10;\end{document}" title="IguanaTex Bitmap Display">
            <a:extLst>
              <a:ext uri="{FF2B5EF4-FFF2-40B4-BE49-F238E27FC236}">
                <a16:creationId xmlns:a16="http://schemas.microsoft.com/office/drawing/2014/main" id="{B7181639-2D11-41BF-2C5E-FC292F48A6E5}"/>
              </a:ext>
            </a:extLst>
          </p:cNvPr>
          <p:cNvPicPr>
            <a:picLocks noChangeAspect="1"/>
          </p:cNvPicPr>
          <p:nvPr>
            <p:custDataLst>
              <p:tags r:id="rId18"/>
            </p:custDataLst>
          </p:nvPr>
        </p:nvPicPr>
        <p:blipFill>
          <a:blip r:embed="rId38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3519369" y="7482771"/>
            <a:ext cx="776182" cy="196178"/>
          </a:xfrm>
          <a:prstGeom prst="rect">
            <a:avLst/>
          </a:prstGeom>
        </p:spPr>
      </p:pic>
      <p:sp>
        <p:nvSpPr>
          <p:cNvPr id="14" name="TextBox 13">
            <a:extLst>
              <a:ext uri="{FF2B5EF4-FFF2-40B4-BE49-F238E27FC236}">
                <a16:creationId xmlns:a16="http://schemas.microsoft.com/office/drawing/2014/main" id="{D60B006F-7B4E-5C6F-8280-5864EDC2A5CE}"/>
              </a:ext>
            </a:extLst>
          </p:cNvPr>
          <p:cNvSpPr txBox="1">
            <a:spLocks/>
          </p:cNvSpPr>
          <p:nvPr/>
        </p:nvSpPr>
        <p:spPr>
          <a:xfrm>
            <a:off x="14339367" y="3153544"/>
            <a:ext cx="654226" cy="32714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526" dirty="0"/>
              <a:t>yes</a:t>
            </a:r>
          </a:p>
        </p:txBody>
      </p:sp>
      <p:sp>
        <p:nvSpPr>
          <p:cNvPr id="64" name="Arrow: Up 63">
            <a:extLst>
              <a:ext uri="{FF2B5EF4-FFF2-40B4-BE49-F238E27FC236}">
                <a16:creationId xmlns:a16="http://schemas.microsoft.com/office/drawing/2014/main" id="{0BEB7879-3B15-B54D-7B88-6CD1689D3CD9}"/>
              </a:ext>
            </a:extLst>
          </p:cNvPr>
          <p:cNvSpPr/>
          <p:nvPr/>
        </p:nvSpPr>
        <p:spPr>
          <a:xfrm rot="5400000">
            <a:off x="12158669" y="4399381"/>
            <a:ext cx="134970" cy="209220"/>
          </a:xfrm>
          <a:prstGeom prst="upArrow">
            <a:avLst/>
          </a:prstGeom>
          <a:solidFill>
            <a:schemeClr val="tx1"/>
          </a:solidFill>
          <a:ln w="3810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526"/>
          </a:p>
        </p:txBody>
      </p:sp>
      <p:sp>
        <p:nvSpPr>
          <p:cNvPr id="66" name="Arrow: Up 65">
            <a:extLst>
              <a:ext uri="{FF2B5EF4-FFF2-40B4-BE49-F238E27FC236}">
                <a16:creationId xmlns:a16="http://schemas.microsoft.com/office/drawing/2014/main" id="{B2855C69-A778-B2DF-B583-20E808669D82}"/>
              </a:ext>
            </a:extLst>
          </p:cNvPr>
          <p:cNvSpPr/>
          <p:nvPr/>
        </p:nvSpPr>
        <p:spPr>
          <a:xfrm rot="5400000">
            <a:off x="12153987" y="2899279"/>
            <a:ext cx="134970" cy="209220"/>
          </a:xfrm>
          <a:prstGeom prst="upArrow">
            <a:avLst/>
          </a:prstGeom>
          <a:solidFill>
            <a:schemeClr val="tx1"/>
          </a:solidFill>
          <a:ln w="3810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526"/>
          </a:p>
        </p:txBody>
      </p:sp>
      <p:sp>
        <p:nvSpPr>
          <p:cNvPr id="68" name="Arrow: Up 67">
            <a:extLst>
              <a:ext uri="{FF2B5EF4-FFF2-40B4-BE49-F238E27FC236}">
                <a16:creationId xmlns:a16="http://schemas.microsoft.com/office/drawing/2014/main" id="{8B0E138E-7138-73CF-7285-55B89A743319}"/>
              </a:ext>
            </a:extLst>
          </p:cNvPr>
          <p:cNvSpPr/>
          <p:nvPr/>
        </p:nvSpPr>
        <p:spPr>
          <a:xfrm rot="5400000">
            <a:off x="8679282" y="2896221"/>
            <a:ext cx="134970" cy="209220"/>
          </a:xfrm>
          <a:prstGeom prst="upArrow">
            <a:avLst/>
          </a:prstGeom>
          <a:solidFill>
            <a:schemeClr val="tx1"/>
          </a:solidFill>
          <a:ln w="3810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526"/>
          </a:p>
        </p:txBody>
      </p:sp>
      <p:cxnSp>
        <p:nvCxnSpPr>
          <p:cNvPr id="4" name="Straight Connector 3">
            <a:extLst>
              <a:ext uri="{FF2B5EF4-FFF2-40B4-BE49-F238E27FC236}">
                <a16:creationId xmlns:a16="http://schemas.microsoft.com/office/drawing/2014/main" id="{5C22AD56-4D35-21B9-34BD-5D1C5901B1EC}"/>
              </a:ext>
            </a:extLst>
          </p:cNvPr>
          <p:cNvCxnSpPr>
            <a:cxnSpLocks/>
          </p:cNvCxnSpPr>
          <p:nvPr/>
        </p:nvCxnSpPr>
        <p:spPr>
          <a:xfrm flipH="1">
            <a:off x="15617946" y="2125961"/>
            <a:ext cx="19126" cy="5040176"/>
          </a:xfrm>
          <a:prstGeom prst="line">
            <a:avLst/>
          </a:prstGeom>
          <a:ln w="25400">
            <a:solidFill>
              <a:schemeClr val="tx1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72" name="Picture 71" descr="A screenshot of a graph&#10;&#10;Description automatically generated">
            <a:extLst>
              <a:ext uri="{FF2B5EF4-FFF2-40B4-BE49-F238E27FC236}">
                <a16:creationId xmlns:a16="http://schemas.microsoft.com/office/drawing/2014/main" id="{BC3FB466-CC3D-F456-7C05-FE3C0FBC8D3C}"/>
              </a:ext>
            </a:extLst>
          </p:cNvPr>
          <p:cNvPicPr>
            <a:picLocks noChangeAspect="1"/>
          </p:cNvPicPr>
          <p:nvPr/>
        </p:nvPicPr>
        <p:blipFill rotWithShape="1">
          <a:blip r:embed="rId39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55636" b="94350"/>
          <a:stretch/>
        </p:blipFill>
        <p:spPr>
          <a:xfrm rot="16200000">
            <a:off x="3010740" y="3614451"/>
            <a:ext cx="3723274" cy="632272"/>
          </a:xfrm>
          <a:prstGeom prst="rect">
            <a:avLst/>
          </a:prstGeom>
        </p:spPr>
      </p:pic>
      <p:cxnSp>
        <p:nvCxnSpPr>
          <p:cNvPr id="73" name="Straight Connector 72">
            <a:extLst>
              <a:ext uri="{FF2B5EF4-FFF2-40B4-BE49-F238E27FC236}">
                <a16:creationId xmlns:a16="http://schemas.microsoft.com/office/drawing/2014/main" id="{6647E62F-2237-7C58-49FE-7EC1AD7A6E07}"/>
              </a:ext>
            </a:extLst>
          </p:cNvPr>
          <p:cNvCxnSpPr>
            <a:cxnSpLocks/>
          </p:cNvCxnSpPr>
          <p:nvPr/>
        </p:nvCxnSpPr>
        <p:spPr>
          <a:xfrm flipH="1">
            <a:off x="4509207" y="5911397"/>
            <a:ext cx="767425" cy="0"/>
          </a:xfrm>
          <a:prstGeom prst="line">
            <a:avLst/>
          </a:prstGeom>
          <a:ln w="50800" cmpd="tri">
            <a:solidFill>
              <a:schemeClr val="tx1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0" name="Straight Connector 79">
            <a:extLst>
              <a:ext uri="{FF2B5EF4-FFF2-40B4-BE49-F238E27FC236}">
                <a16:creationId xmlns:a16="http://schemas.microsoft.com/office/drawing/2014/main" id="{361E6763-CD7A-9A10-D03F-47F49D2DD95D}"/>
              </a:ext>
            </a:extLst>
          </p:cNvPr>
          <p:cNvCxnSpPr>
            <a:cxnSpLocks/>
          </p:cNvCxnSpPr>
          <p:nvPr/>
        </p:nvCxnSpPr>
        <p:spPr>
          <a:xfrm flipH="1">
            <a:off x="4497456" y="7187764"/>
            <a:ext cx="767425" cy="0"/>
          </a:xfrm>
          <a:prstGeom prst="line">
            <a:avLst/>
          </a:prstGeom>
          <a:ln w="50800" cmpd="tri">
            <a:solidFill>
              <a:schemeClr val="tx1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3" name="Left Brace 32">
            <a:extLst>
              <a:ext uri="{FF2B5EF4-FFF2-40B4-BE49-F238E27FC236}">
                <a16:creationId xmlns:a16="http://schemas.microsoft.com/office/drawing/2014/main" id="{61CF30CB-8102-1947-12C8-F51C64AE3C86}"/>
              </a:ext>
            </a:extLst>
          </p:cNvPr>
          <p:cNvSpPr/>
          <p:nvPr/>
        </p:nvSpPr>
        <p:spPr>
          <a:xfrm rot="16200000">
            <a:off x="13784725" y="5642021"/>
            <a:ext cx="245470" cy="3420970"/>
          </a:xfrm>
          <a:prstGeom prst="leftBrace">
            <a:avLst>
              <a:gd name="adj1" fmla="val 110451"/>
              <a:gd name="adj2" fmla="val 50000"/>
            </a:avLst>
          </a:prstGeom>
          <a:ln w="190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 sz="1526"/>
          </a:p>
        </p:txBody>
      </p:sp>
      <p:pic>
        <p:nvPicPr>
          <p:cNvPr id="17" name="Picture 16" descr="\documentclass{article}&#10;\usepackage{amsmath}&#10;\pagestyle{empty}&#10;\begin{document}&#10;&#10;$\boldsymbol{O}(f_{\theta}(\boldsymbol{x}))$&#10;&#10;\end{document}" title="IguanaTex Bitmap Display">
            <a:extLst>
              <a:ext uri="{FF2B5EF4-FFF2-40B4-BE49-F238E27FC236}">
                <a16:creationId xmlns:a16="http://schemas.microsoft.com/office/drawing/2014/main" id="{46D3F04F-495B-B0CD-4237-7022EEF18FA3}"/>
              </a:ext>
            </a:extLst>
          </p:cNvPr>
          <p:cNvPicPr>
            <a:picLocks noChangeAspect="1"/>
          </p:cNvPicPr>
          <p:nvPr>
            <p:custDataLst>
              <p:tags r:id="rId19"/>
            </p:custDataLst>
          </p:nvPr>
        </p:nvPicPr>
        <p:blipFill>
          <a:blip r:embed="rId40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326806" y="6111327"/>
            <a:ext cx="759994" cy="197079"/>
          </a:xfrm>
          <a:prstGeom prst="rect">
            <a:avLst/>
          </a:prstGeom>
        </p:spPr>
      </p:pic>
      <p:pic>
        <p:nvPicPr>
          <p:cNvPr id="19" name="Picture 18" descr="\documentclass{article}&#10;\usepackage{amsmath}&#10;\pagestyle{empty}&#10;\begin{document}&#10;&#10;&#10;$g(\boldsymbol{O})$&#10;&#10;\end{document}" title="IguanaTex Bitmap Display">
            <a:extLst>
              <a:ext uri="{FF2B5EF4-FFF2-40B4-BE49-F238E27FC236}">
                <a16:creationId xmlns:a16="http://schemas.microsoft.com/office/drawing/2014/main" id="{BD263938-E0BE-6409-62AC-70357674378A}"/>
              </a:ext>
            </a:extLst>
          </p:cNvPr>
          <p:cNvPicPr>
            <a:picLocks noChangeAspect="1"/>
          </p:cNvPicPr>
          <p:nvPr>
            <p:custDataLst>
              <p:tags r:id="rId20"/>
            </p:custDataLst>
          </p:nvPr>
        </p:nvPicPr>
        <p:blipFill>
          <a:blip r:embed="rId41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2449854" y="6320675"/>
            <a:ext cx="396472" cy="19473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652370499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7" name="Picture 16" descr="A graph of a line graph&#10;&#10;Description automatically generated with medium confidence">
            <a:extLst>
              <a:ext uri="{FF2B5EF4-FFF2-40B4-BE49-F238E27FC236}">
                <a16:creationId xmlns:a16="http://schemas.microsoft.com/office/drawing/2014/main" id="{C79ED6FB-5069-F779-FED7-5D4B9442C826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680014" y="2666755"/>
            <a:ext cx="5677586" cy="4139829"/>
          </a:xfrm>
          <a:prstGeom prst="rect">
            <a:avLst/>
          </a:prstGeom>
        </p:spPr>
      </p:pic>
      <p:pic>
        <p:nvPicPr>
          <p:cNvPr id="19" name="Picture 18" descr="A graph showing the depth of a line&#10;&#10;Description automatically generated with medium confidence">
            <a:extLst>
              <a:ext uri="{FF2B5EF4-FFF2-40B4-BE49-F238E27FC236}">
                <a16:creationId xmlns:a16="http://schemas.microsoft.com/office/drawing/2014/main" id="{966100E5-974C-C7EA-3A94-3E7D7BA61B27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618330" y="2666754"/>
            <a:ext cx="5592470" cy="4114800"/>
          </a:xfrm>
          <a:prstGeom prst="rect">
            <a:avLst/>
          </a:prstGeom>
        </p:spPr>
      </p:pic>
      <p:sp>
        <p:nvSpPr>
          <p:cNvPr id="21" name="TextBox 20">
            <a:extLst>
              <a:ext uri="{FF2B5EF4-FFF2-40B4-BE49-F238E27FC236}">
                <a16:creationId xmlns:a16="http://schemas.microsoft.com/office/drawing/2014/main" id="{2CA561DA-C865-36E1-F473-671AC1553874}"/>
              </a:ext>
            </a:extLst>
          </p:cNvPr>
          <p:cNvSpPr txBox="1"/>
          <p:nvPr/>
        </p:nvSpPr>
        <p:spPr>
          <a:xfrm>
            <a:off x="6195060" y="6806829"/>
            <a:ext cx="37338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1" dirty="0"/>
              <a:t>(a) Performance over Depth</a:t>
            </a: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49ADD32F-8632-EBC5-1B52-6E1AD3FF3AD1}"/>
              </a:ext>
            </a:extLst>
          </p:cNvPr>
          <p:cNvSpPr txBox="1"/>
          <p:nvPr/>
        </p:nvSpPr>
        <p:spPr>
          <a:xfrm>
            <a:off x="12169140" y="6806829"/>
            <a:ext cx="37338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1" dirty="0"/>
              <a:t>(b) Sparsity versus Performance</a:t>
            </a:r>
          </a:p>
        </p:txBody>
      </p:sp>
    </p:spTree>
    <p:extLst>
      <p:ext uri="{BB962C8B-B14F-4D97-AF65-F5344CB8AC3E}">
        <p14:creationId xmlns:p14="http://schemas.microsoft.com/office/powerpoint/2010/main" val="1596980159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1" name="Picture 10" descr="A graph of a number of numbers&#10;&#10;Description automatically generated with medium confidence">
            <a:extLst>
              <a:ext uri="{FF2B5EF4-FFF2-40B4-BE49-F238E27FC236}">
                <a16:creationId xmlns:a16="http://schemas.microsoft.com/office/drawing/2014/main" id="{FC3F56C7-CA39-DFFE-A80E-CE3E593D352D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280161" y="2414116"/>
            <a:ext cx="7538554" cy="4523133"/>
          </a:xfrm>
          <a:prstGeom prst="rect">
            <a:avLst/>
          </a:prstGeom>
        </p:spPr>
      </p:pic>
      <p:pic>
        <p:nvPicPr>
          <p:cNvPr id="3" name="Picture 2" descr="A graph showing different colored lines&#10;&#10;Description automatically generated">
            <a:extLst>
              <a:ext uri="{FF2B5EF4-FFF2-40B4-BE49-F238E27FC236}">
                <a16:creationId xmlns:a16="http://schemas.microsoft.com/office/drawing/2014/main" id="{DF763AD6-03F8-A9CA-0364-FD5B8891FCF6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050875" y="2475076"/>
            <a:ext cx="7301693" cy="4321964"/>
          </a:xfrm>
          <a:prstGeom prst="rect">
            <a:avLst/>
          </a:prstGeom>
        </p:spPr>
      </p:pic>
      <p:sp>
        <p:nvSpPr>
          <p:cNvPr id="8" name="TextBox 7">
            <a:extLst>
              <a:ext uri="{FF2B5EF4-FFF2-40B4-BE49-F238E27FC236}">
                <a16:creationId xmlns:a16="http://schemas.microsoft.com/office/drawing/2014/main" id="{5FB919E1-ED8C-F58A-2CD3-5CEBB4A4CDEF}"/>
              </a:ext>
            </a:extLst>
          </p:cNvPr>
          <p:cNvSpPr txBox="1"/>
          <p:nvPr/>
        </p:nvSpPr>
        <p:spPr>
          <a:xfrm>
            <a:off x="2735580" y="6797040"/>
            <a:ext cx="465582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b="1" dirty="0"/>
              <a:t>(a) Brier Score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EF1E6491-F3DC-BD45-1D53-69D2244C2522}"/>
              </a:ext>
            </a:extLst>
          </p:cNvPr>
          <p:cNvSpPr txBox="1"/>
          <p:nvPr/>
        </p:nvSpPr>
        <p:spPr>
          <a:xfrm>
            <a:off x="10347960" y="6797040"/>
            <a:ext cx="465582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b="1" dirty="0"/>
              <a:t>(b) Survival Curve</a:t>
            </a:r>
          </a:p>
        </p:txBody>
      </p:sp>
    </p:spTree>
    <p:extLst>
      <p:ext uri="{BB962C8B-B14F-4D97-AF65-F5344CB8AC3E}">
        <p14:creationId xmlns:p14="http://schemas.microsoft.com/office/powerpoint/2010/main" val="2580234966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1" name="Picture 40" descr="A graph with different colored bars&#10;&#10;Description automatically generated">
            <a:extLst>
              <a:ext uri="{FF2B5EF4-FFF2-40B4-BE49-F238E27FC236}">
                <a16:creationId xmlns:a16="http://schemas.microsoft.com/office/drawing/2014/main" id="{6B8DED30-CA6D-AB4F-6B41-A77CC681505B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367023" y="43753"/>
            <a:ext cx="2007219" cy="1672683"/>
          </a:xfrm>
          <a:prstGeom prst="rect">
            <a:avLst/>
          </a:prstGeom>
        </p:spPr>
      </p:pic>
      <p:cxnSp>
        <p:nvCxnSpPr>
          <p:cNvPr id="43" name="Straight Arrow Connector 42">
            <a:extLst>
              <a:ext uri="{FF2B5EF4-FFF2-40B4-BE49-F238E27FC236}">
                <a16:creationId xmlns:a16="http://schemas.microsoft.com/office/drawing/2014/main" id="{C123E878-814E-CA82-ADC1-4D4F2D7AD42B}"/>
              </a:ext>
            </a:extLst>
          </p:cNvPr>
          <p:cNvCxnSpPr>
            <a:cxnSpLocks/>
            <a:stCxn id="41" idx="2"/>
            <a:endCxn id="53" idx="0"/>
          </p:cNvCxnSpPr>
          <p:nvPr/>
        </p:nvCxnSpPr>
        <p:spPr>
          <a:xfrm flipH="1">
            <a:off x="4850583" y="1716436"/>
            <a:ext cx="5520050" cy="524346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4" name="Straight Arrow Connector 43">
            <a:extLst>
              <a:ext uri="{FF2B5EF4-FFF2-40B4-BE49-F238E27FC236}">
                <a16:creationId xmlns:a16="http://schemas.microsoft.com/office/drawing/2014/main" id="{0BB3EB55-D7F1-7EC6-BB17-3ACF110F3B3C}"/>
              </a:ext>
            </a:extLst>
          </p:cNvPr>
          <p:cNvCxnSpPr>
            <a:cxnSpLocks/>
            <a:stCxn id="41" idx="2"/>
            <a:endCxn id="55" idx="0"/>
          </p:cNvCxnSpPr>
          <p:nvPr/>
        </p:nvCxnSpPr>
        <p:spPr>
          <a:xfrm>
            <a:off x="10370633" y="1716436"/>
            <a:ext cx="4794656" cy="427593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9" name="TextBox 48">
            <a:extLst>
              <a:ext uri="{FF2B5EF4-FFF2-40B4-BE49-F238E27FC236}">
                <a16:creationId xmlns:a16="http://schemas.microsoft.com/office/drawing/2014/main" id="{77AE5174-E286-9FA2-C9E8-3788936760F0}"/>
              </a:ext>
            </a:extLst>
          </p:cNvPr>
          <p:cNvSpPr txBox="1"/>
          <p:nvPr/>
        </p:nvSpPr>
        <p:spPr>
          <a:xfrm>
            <a:off x="8132957" y="1488017"/>
            <a:ext cx="113742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1</a:t>
            </a:r>
          </a:p>
        </p:txBody>
      </p:sp>
      <p:sp>
        <p:nvSpPr>
          <p:cNvPr id="51" name="TextBox 50">
            <a:extLst>
              <a:ext uri="{FF2B5EF4-FFF2-40B4-BE49-F238E27FC236}">
                <a16:creationId xmlns:a16="http://schemas.microsoft.com/office/drawing/2014/main" id="{BD7CE9A7-8FA2-CB75-B660-454BAAAD1A6E}"/>
              </a:ext>
            </a:extLst>
          </p:cNvPr>
          <p:cNvSpPr txBox="1"/>
          <p:nvPr/>
        </p:nvSpPr>
        <p:spPr>
          <a:xfrm>
            <a:off x="12102790" y="1455360"/>
            <a:ext cx="113742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0</a:t>
            </a:r>
          </a:p>
        </p:txBody>
      </p:sp>
      <p:pic>
        <p:nvPicPr>
          <p:cNvPr id="53" name="Picture 52" descr="A graph of different colored squares&#10;&#10;Description automatically generated">
            <a:extLst>
              <a:ext uri="{FF2B5EF4-FFF2-40B4-BE49-F238E27FC236}">
                <a16:creationId xmlns:a16="http://schemas.microsoft.com/office/drawing/2014/main" id="{B85E596D-99B5-C703-1834-F3443BEEF713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687139" y="2240782"/>
            <a:ext cx="2326888" cy="1939073"/>
          </a:xfrm>
          <a:prstGeom prst="rect">
            <a:avLst/>
          </a:prstGeom>
        </p:spPr>
      </p:pic>
      <p:pic>
        <p:nvPicPr>
          <p:cNvPr id="55" name="Picture 54" descr="A graph of different colored squares&#10;&#10;Description automatically generated">
            <a:extLst>
              <a:ext uri="{FF2B5EF4-FFF2-40B4-BE49-F238E27FC236}">
                <a16:creationId xmlns:a16="http://schemas.microsoft.com/office/drawing/2014/main" id="{01D96C37-5314-54D8-69EF-EEDBE8177F35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4001845" y="2144029"/>
            <a:ext cx="2326888" cy="1939073"/>
          </a:xfrm>
          <a:prstGeom prst="rect">
            <a:avLst/>
          </a:prstGeom>
        </p:spPr>
      </p:pic>
      <p:sp>
        <p:nvSpPr>
          <p:cNvPr id="61" name="TextBox 60">
            <a:extLst>
              <a:ext uri="{FF2B5EF4-FFF2-40B4-BE49-F238E27FC236}">
                <a16:creationId xmlns:a16="http://schemas.microsoft.com/office/drawing/2014/main" id="{1A797548-EFF4-B1BA-BE4E-97D282F6B145}"/>
              </a:ext>
            </a:extLst>
          </p:cNvPr>
          <p:cNvSpPr txBox="1"/>
          <p:nvPr/>
        </p:nvSpPr>
        <p:spPr>
          <a:xfrm>
            <a:off x="8782501" y="2658333"/>
            <a:ext cx="3166947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P = 1.7319467309978473e-07</a:t>
            </a:r>
          </a:p>
          <a:p>
            <a:r>
              <a:rPr lang="en-US" dirty="0"/>
              <a:t>Statistic = 27.31131809018736</a:t>
            </a:r>
          </a:p>
        </p:txBody>
      </p:sp>
      <p:cxnSp>
        <p:nvCxnSpPr>
          <p:cNvPr id="62" name="Straight Arrow Connector 61">
            <a:extLst>
              <a:ext uri="{FF2B5EF4-FFF2-40B4-BE49-F238E27FC236}">
                <a16:creationId xmlns:a16="http://schemas.microsoft.com/office/drawing/2014/main" id="{7F803EC0-D2EE-094C-3934-4AC3094CA7BA}"/>
              </a:ext>
            </a:extLst>
          </p:cNvPr>
          <p:cNvCxnSpPr>
            <a:cxnSpLocks/>
            <a:endCxn id="74" idx="0"/>
          </p:cNvCxnSpPr>
          <p:nvPr/>
        </p:nvCxnSpPr>
        <p:spPr>
          <a:xfrm flipH="1">
            <a:off x="3076957" y="4249420"/>
            <a:ext cx="2273712" cy="407727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4" name="Straight Arrow Connector 63">
            <a:extLst>
              <a:ext uri="{FF2B5EF4-FFF2-40B4-BE49-F238E27FC236}">
                <a16:creationId xmlns:a16="http://schemas.microsoft.com/office/drawing/2014/main" id="{FF9FFC69-4395-79AF-D8F5-6AF36C4C2484}"/>
              </a:ext>
            </a:extLst>
          </p:cNvPr>
          <p:cNvCxnSpPr>
            <a:cxnSpLocks/>
            <a:stCxn id="53" idx="2"/>
            <a:endCxn id="78" idx="0"/>
          </p:cNvCxnSpPr>
          <p:nvPr/>
        </p:nvCxnSpPr>
        <p:spPr>
          <a:xfrm>
            <a:off x="4850583" y="4179855"/>
            <a:ext cx="2498014" cy="518921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7" name="Straight Arrow Connector 66">
            <a:extLst>
              <a:ext uri="{FF2B5EF4-FFF2-40B4-BE49-F238E27FC236}">
                <a16:creationId xmlns:a16="http://schemas.microsoft.com/office/drawing/2014/main" id="{F273CF27-784B-CAB6-9861-95CBA766B345}"/>
              </a:ext>
            </a:extLst>
          </p:cNvPr>
          <p:cNvCxnSpPr>
            <a:cxnSpLocks/>
            <a:stCxn id="55" idx="2"/>
            <a:endCxn id="89" idx="0"/>
          </p:cNvCxnSpPr>
          <p:nvPr/>
        </p:nvCxnSpPr>
        <p:spPr>
          <a:xfrm flipH="1">
            <a:off x="12750901" y="4083102"/>
            <a:ext cx="2414388" cy="615676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0" name="Straight Arrow Connector 69">
            <a:extLst>
              <a:ext uri="{FF2B5EF4-FFF2-40B4-BE49-F238E27FC236}">
                <a16:creationId xmlns:a16="http://schemas.microsoft.com/office/drawing/2014/main" id="{F8A2F3F4-8397-652F-E14D-1FF619F9C03B}"/>
              </a:ext>
            </a:extLst>
          </p:cNvPr>
          <p:cNvCxnSpPr>
            <a:cxnSpLocks/>
            <a:stCxn id="55" idx="2"/>
            <a:endCxn id="94" idx="0"/>
          </p:cNvCxnSpPr>
          <p:nvPr/>
        </p:nvCxnSpPr>
        <p:spPr>
          <a:xfrm>
            <a:off x="15165289" y="4083102"/>
            <a:ext cx="2593915" cy="717498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74" name="Picture 73" descr="A graph of different colored squares&#10;&#10;Description automatically generated">
            <a:extLst>
              <a:ext uri="{FF2B5EF4-FFF2-40B4-BE49-F238E27FC236}">
                <a16:creationId xmlns:a16="http://schemas.microsoft.com/office/drawing/2014/main" id="{843FF037-9C57-F91F-F4F1-4E6CA850D78A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903291" y="4657147"/>
            <a:ext cx="2347331" cy="1956109"/>
          </a:xfrm>
          <a:prstGeom prst="rect">
            <a:avLst/>
          </a:prstGeom>
        </p:spPr>
      </p:pic>
      <p:pic>
        <p:nvPicPr>
          <p:cNvPr id="78" name="Picture 77" descr="A graph of different colored squares&#10;&#10;Description automatically generated">
            <a:extLst>
              <a:ext uri="{FF2B5EF4-FFF2-40B4-BE49-F238E27FC236}">
                <a16:creationId xmlns:a16="http://schemas.microsoft.com/office/drawing/2014/main" id="{2AAD1029-E7F2-2A45-1E92-ADA9ECCA28E5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185153" y="4698776"/>
            <a:ext cx="2326888" cy="1939074"/>
          </a:xfrm>
          <a:prstGeom prst="rect">
            <a:avLst/>
          </a:prstGeom>
        </p:spPr>
      </p:pic>
      <p:pic>
        <p:nvPicPr>
          <p:cNvPr id="89" name="Picture 88" descr="A graph of different colored bars&#10;&#10;Description automatically generated">
            <a:extLst>
              <a:ext uri="{FF2B5EF4-FFF2-40B4-BE49-F238E27FC236}">
                <a16:creationId xmlns:a16="http://schemas.microsoft.com/office/drawing/2014/main" id="{ACA1EE5F-C8FB-3865-2B25-D4CB9683C771}"/>
              </a:ext>
            </a:extLst>
          </p:cNvPr>
          <p:cNvPicPr>
            <a:picLocks noChangeAspect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587458" y="4698778"/>
            <a:ext cx="2326886" cy="1939072"/>
          </a:xfrm>
          <a:prstGeom prst="rect">
            <a:avLst/>
          </a:prstGeom>
        </p:spPr>
      </p:pic>
      <p:pic>
        <p:nvPicPr>
          <p:cNvPr id="94" name="Picture 93" descr="A graph with different colored rectangles&#10;&#10;Description automatically generated">
            <a:extLst>
              <a:ext uri="{FF2B5EF4-FFF2-40B4-BE49-F238E27FC236}">
                <a16:creationId xmlns:a16="http://schemas.microsoft.com/office/drawing/2014/main" id="{B169E58B-39C5-A513-1C20-B18CAED1F458}"/>
              </a:ext>
            </a:extLst>
          </p:cNvPr>
          <p:cNvPicPr>
            <a:picLocks noChangeAspect="1"/>
          </p:cNvPicPr>
          <p:nvPr/>
        </p:nvPicPr>
        <p:blipFill>
          <a:blip r:embed="rId8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6595760" y="4800600"/>
            <a:ext cx="2326887" cy="1939073"/>
          </a:xfrm>
          <a:prstGeom prst="rect">
            <a:avLst/>
          </a:prstGeom>
        </p:spPr>
      </p:pic>
      <p:sp>
        <p:nvSpPr>
          <p:cNvPr id="111" name="TextBox 110">
            <a:extLst>
              <a:ext uri="{FF2B5EF4-FFF2-40B4-BE49-F238E27FC236}">
                <a16:creationId xmlns:a16="http://schemas.microsoft.com/office/drawing/2014/main" id="{DDCC16B4-0F61-029D-662E-FA0F92DF830E}"/>
              </a:ext>
            </a:extLst>
          </p:cNvPr>
          <p:cNvSpPr txBox="1"/>
          <p:nvPr/>
        </p:nvSpPr>
        <p:spPr>
          <a:xfrm>
            <a:off x="3741061" y="4445928"/>
            <a:ext cx="3126059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P = 1.9050459064718973e-05</a:t>
            </a:r>
          </a:p>
          <a:p>
            <a:r>
              <a:rPr lang="en-US" dirty="0"/>
              <a:t>Statistic =18.281941133930292</a:t>
            </a:r>
          </a:p>
        </p:txBody>
      </p:sp>
      <p:sp>
        <p:nvSpPr>
          <p:cNvPr id="112" name="TextBox 111">
            <a:extLst>
              <a:ext uri="{FF2B5EF4-FFF2-40B4-BE49-F238E27FC236}">
                <a16:creationId xmlns:a16="http://schemas.microsoft.com/office/drawing/2014/main" id="{30A61933-0C2A-2821-6D15-71CA8852BC85}"/>
              </a:ext>
            </a:extLst>
          </p:cNvPr>
          <p:cNvSpPr txBox="1"/>
          <p:nvPr/>
        </p:nvSpPr>
        <p:spPr>
          <a:xfrm>
            <a:off x="14001845" y="4628126"/>
            <a:ext cx="3126059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P = 0.012756837896005494</a:t>
            </a:r>
          </a:p>
          <a:p>
            <a:r>
              <a:rPr lang="en-US" dirty="0"/>
              <a:t>Statistic =6.202522494556113</a:t>
            </a:r>
          </a:p>
        </p:txBody>
      </p:sp>
      <p:pic>
        <p:nvPicPr>
          <p:cNvPr id="114" name="Picture 113" descr="A graph of different colored squares&#10;&#10;Description automatically generated">
            <a:extLst>
              <a:ext uri="{FF2B5EF4-FFF2-40B4-BE49-F238E27FC236}">
                <a16:creationId xmlns:a16="http://schemas.microsoft.com/office/drawing/2014/main" id="{81407063-3F92-451D-1B18-CB082AC054D3}"/>
              </a:ext>
            </a:extLst>
          </p:cNvPr>
          <p:cNvPicPr>
            <a:picLocks noChangeAspect="1"/>
          </p:cNvPicPr>
          <p:nvPr/>
        </p:nvPicPr>
        <p:blipFill>
          <a:blip r:embed="rId9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28796" y="7406683"/>
            <a:ext cx="2010366" cy="1675305"/>
          </a:xfrm>
          <a:prstGeom prst="rect">
            <a:avLst/>
          </a:prstGeom>
        </p:spPr>
      </p:pic>
      <p:cxnSp>
        <p:nvCxnSpPr>
          <p:cNvPr id="115" name="Straight Arrow Connector 114">
            <a:extLst>
              <a:ext uri="{FF2B5EF4-FFF2-40B4-BE49-F238E27FC236}">
                <a16:creationId xmlns:a16="http://schemas.microsoft.com/office/drawing/2014/main" id="{DDAE5AE0-3ED2-5097-E663-8DF56BDB2770}"/>
              </a:ext>
            </a:extLst>
          </p:cNvPr>
          <p:cNvCxnSpPr>
            <a:cxnSpLocks/>
            <a:stCxn id="74" idx="2"/>
            <a:endCxn id="114" idx="0"/>
          </p:cNvCxnSpPr>
          <p:nvPr/>
        </p:nvCxnSpPr>
        <p:spPr>
          <a:xfrm flipH="1">
            <a:off x="1933979" y="6613256"/>
            <a:ext cx="1142978" cy="793427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121" name="Picture 120" descr="A graph of different colored squares&#10;&#10;Description automatically generated">
            <a:extLst>
              <a:ext uri="{FF2B5EF4-FFF2-40B4-BE49-F238E27FC236}">
                <a16:creationId xmlns:a16="http://schemas.microsoft.com/office/drawing/2014/main" id="{5E35AD48-7A56-38D8-3A41-C59501FA0D59}"/>
              </a:ext>
            </a:extLst>
          </p:cNvPr>
          <p:cNvPicPr>
            <a:picLocks noChangeAspect="1"/>
          </p:cNvPicPr>
          <p:nvPr/>
        </p:nvPicPr>
        <p:blipFill>
          <a:blip r:embed="rId10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971493" y="7314808"/>
            <a:ext cx="2253869" cy="1878224"/>
          </a:xfrm>
          <a:prstGeom prst="rect">
            <a:avLst/>
          </a:prstGeom>
        </p:spPr>
      </p:pic>
      <p:cxnSp>
        <p:nvCxnSpPr>
          <p:cNvPr id="122" name="Straight Arrow Connector 121">
            <a:extLst>
              <a:ext uri="{FF2B5EF4-FFF2-40B4-BE49-F238E27FC236}">
                <a16:creationId xmlns:a16="http://schemas.microsoft.com/office/drawing/2014/main" id="{124FD59A-9B33-1553-0D37-22733C41D24E}"/>
              </a:ext>
            </a:extLst>
          </p:cNvPr>
          <p:cNvCxnSpPr>
            <a:cxnSpLocks/>
            <a:stCxn id="74" idx="2"/>
            <a:endCxn id="121" idx="0"/>
          </p:cNvCxnSpPr>
          <p:nvPr/>
        </p:nvCxnSpPr>
        <p:spPr>
          <a:xfrm>
            <a:off x="3076957" y="6613256"/>
            <a:ext cx="1021471" cy="701552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42" name="TextBox 141">
            <a:extLst>
              <a:ext uri="{FF2B5EF4-FFF2-40B4-BE49-F238E27FC236}">
                <a16:creationId xmlns:a16="http://schemas.microsoft.com/office/drawing/2014/main" id="{D75D8DF6-E409-856A-82A8-8597873D6817}"/>
              </a:ext>
            </a:extLst>
          </p:cNvPr>
          <p:cNvSpPr txBox="1"/>
          <p:nvPr/>
        </p:nvSpPr>
        <p:spPr>
          <a:xfrm>
            <a:off x="1740053" y="9047347"/>
            <a:ext cx="3126059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P = 0.039826649961841556 </a:t>
            </a:r>
          </a:p>
          <a:p>
            <a:r>
              <a:rPr lang="en-US" dirty="0"/>
              <a:t>Statistic = 4.22525433533135</a:t>
            </a:r>
          </a:p>
        </p:txBody>
      </p:sp>
      <p:pic>
        <p:nvPicPr>
          <p:cNvPr id="144" name="Picture 143" descr="A graph with different colored squares&#10;&#10;Description automatically generated">
            <a:extLst>
              <a:ext uri="{FF2B5EF4-FFF2-40B4-BE49-F238E27FC236}">
                <a16:creationId xmlns:a16="http://schemas.microsoft.com/office/drawing/2014/main" id="{EB44A539-26B4-C7BA-6A56-0F56AC0D4498}"/>
              </a:ext>
            </a:extLst>
          </p:cNvPr>
          <p:cNvPicPr>
            <a:picLocks noChangeAspect="1"/>
          </p:cNvPicPr>
          <p:nvPr/>
        </p:nvPicPr>
        <p:blipFill>
          <a:blip r:embed="rId11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329513" y="7188440"/>
            <a:ext cx="2147210" cy="1789342"/>
          </a:xfrm>
          <a:prstGeom prst="rect">
            <a:avLst/>
          </a:prstGeom>
        </p:spPr>
      </p:pic>
      <p:cxnSp>
        <p:nvCxnSpPr>
          <p:cNvPr id="145" name="Straight Arrow Connector 144">
            <a:extLst>
              <a:ext uri="{FF2B5EF4-FFF2-40B4-BE49-F238E27FC236}">
                <a16:creationId xmlns:a16="http://schemas.microsoft.com/office/drawing/2014/main" id="{09B0E657-16F0-38B0-46BC-6D598F18C80D}"/>
              </a:ext>
            </a:extLst>
          </p:cNvPr>
          <p:cNvCxnSpPr>
            <a:cxnSpLocks/>
            <a:stCxn id="78" idx="2"/>
            <a:endCxn id="144" idx="0"/>
          </p:cNvCxnSpPr>
          <p:nvPr/>
        </p:nvCxnSpPr>
        <p:spPr>
          <a:xfrm flipH="1">
            <a:off x="6403118" y="6637850"/>
            <a:ext cx="945479" cy="55059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151" name="Picture 150" descr="A graph of different colored squares&#10;&#10;Description automatically generated">
            <a:extLst>
              <a:ext uri="{FF2B5EF4-FFF2-40B4-BE49-F238E27FC236}">
                <a16:creationId xmlns:a16="http://schemas.microsoft.com/office/drawing/2014/main" id="{C7C7427F-F446-4601-72AE-E27713769FB8}"/>
              </a:ext>
            </a:extLst>
          </p:cNvPr>
          <p:cNvPicPr>
            <a:picLocks noChangeAspect="1"/>
          </p:cNvPicPr>
          <p:nvPr/>
        </p:nvPicPr>
        <p:blipFill>
          <a:blip r:embed="rId10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513231" y="7143999"/>
            <a:ext cx="2253869" cy="1878224"/>
          </a:xfrm>
          <a:prstGeom prst="rect">
            <a:avLst/>
          </a:prstGeom>
        </p:spPr>
      </p:pic>
      <p:cxnSp>
        <p:nvCxnSpPr>
          <p:cNvPr id="152" name="Straight Arrow Connector 151">
            <a:extLst>
              <a:ext uri="{FF2B5EF4-FFF2-40B4-BE49-F238E27FC236}">
                <a16:creationId xmlns:a16="http://schemas.microsoft.com/office/drawing/2014/main" id="{C0F2E5DB-6A8F-C888-6E49-4D32BA459A9D}"/>
              </a:ext>
            </a:extLst>
          </p:cNvPr>
          <p:cNvCxnSpPr>
            <a:cxnSpLocks/>
            <a:stCxn id="78" idx="2"/>
            <a:endCxn id="151" idx="0"/>
          </p:cNvCxnSpPr>
          <p:nvPr/>
        </p:nvCxnSpPr>
        <p:spPr>
          <a:xfrm>
            <a:off x="7348597" y="6637850"/>
            <a:ext cx="1291569" cy="506149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157" name="Picture 156" descr="A graph showing different colored squares&#10;&#10;Description automatically generated">
            <a:extLst>
              <a:ext uri="{FF2B5EF4-FFF2-40B4-BE49-F238E27FC236}">
                <a16:creationId xmlns:a16="http://schemas.microsoft.com/office/drawing/2014/main" id="{6A425D5B-485F-EABA-083B-6FDC22551932}"/>
              </a:ext>
            </a:extLst>
          </p:cNvPr>
          <p:cNvPicPr>
            <a:picLocks noChangeAspect="1"/>
          </p:cNvPicPr>
          <p:nvPr/>
        </p:nvPicPr>
        <p:blipFill>
          <a:blip r:embed="rId1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506793" y="7116072"/>
            <a:ext cx="2326886" cy="1939072"/>
          </a:xfrm>
          <a:prstGeom prst="rect">
            <a:avLst/>
          </a:prstGeom>
        </p:spPr>
      </p:pic>
      <p:cxnSp>
        <p:nvCxnSpPr>
          <p:cNvPr id="158" name="Straight Arrow Connector 157">
            <a:extLst>
              <a:ext uri="{FF2B5EF4-FFF2-40B4-BE49-F238E27FC236}">
                <a16:creationId xmlns:a16="http://schemas.microsoft.com/office/drawing/2014/main" id="{999C9401-A841-7305-E585-10DA1DADABFF}"/>
              </a:ext>
            </a:extLst>
          </p:cNvPr>
          <p:cNvCxnSpPr>
            <a:cxnSpLocks/>
            <a:stCxn id="89" idx="2"/>
            <a:endCxn id="157" idx="0"/>
          </p:cNvCxnSpPr>
          <p:nvPr/>
        </p:nvCxnSpPr>
        <p:spPr>
          <a:xfrm flipH="1">
            <a:off x="11670236" y="6637850"/>
            <a:ext cx="1080665" cy="478222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162" name="Picture 161" descr="A graph of different colored squares&#10;&#10;Description automatically generated">
            <a:extLst>
              <a:ext uri="{FF2B5EF4-FFF2-40B4-BE49-F238E27FC236}">
                <a16:creationId xmlns:a16="http://schemas.microsoft.com/office/drawing/2014/main" id="{2940E671-6CE3-04FD-93DF-D8E4BD5B0CC1}"/>
              </a:ext>
            </a:extLst>
          </p:cNvPr>
          <p:cNvPicPr>
            <a:picLocks noChangeAspect="1"/>
          </p:cNvPicPr>
          <p:nvPr/>
        </p:nvPicPr>
        <p:blipFill>
          <a:blip r:embed="rId1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2750901" y="7153577"/>
            <a:ext cx="2281880" cy="1901567"/>
          </a:xfrm>
          <a:prstGeom prst="rect">
            <a:avLst/>
          </a:prstGeom>
        </p:spPr>
      </p:pic>
      <p:cxnSp>
        <p:nvCxnSpPr>
          <p:cNvPr id="163" name="Straight Arrow Connector 162">
            <a:extLst>
              <a:ext uri="{FF2B5EF4-FFF2-40B4-BE49-F238E27FC236}">
                <a16:creationId xmlns:a16="http://schemas.microsoft.com/office/drawing/2014/main" id="{85B9BABA-F506-1B5E-DCBA-0E92BD77F057}"/>
              </a:ext>
            </a:extLst>
          </p:cNvPr>
          <p:cNvCxnSpPr>
            <a:cxnSpLocks/>
            <a:stCxn id="89" idx="2"/>
            <a:endCxn id="162" idx="0"/>
          </p:cNvCxnSpPr>
          <p:nvPr/>
        </p:nvCxnSpPr>
        <p:spPr>
          <a:xfrm>
            <a:off x="12750901" y="6637850"/>
            <a:ext cx="1140940" cy="515727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67" name="TextBox 166">
            <a:extLst>
              <a:ext uri="{FF2B5EF4-FFF2-40B4-BE49-F238E27FC236}">
                <a16:creationId xmlns:a16="http://schemas.microsoft.com/office/drawing/2014/main" id="{4B96A934-8FE9-E846-509D-74904FCAF880}"/>
              </a:ext>
            </a:extLst>
          </p:cNvPr>
          <p:cNvSpPr txBox="1"/>
          <p:nvPr/>
        </p:nvSpPr>
        <p:spPr>
          <a:xfrm>
            <a:off x="5922540" y="8912794"/>
            <a:ext cx="3126059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P = 0.322342095644462</a:t>
            </a:r>
          </a:p>
          <a:p>
            <a:r>
              <a:rPr lang="en-US" dirty="0"/>
              <a:t>Statistic =0.9794197778789874</a:t>
            </a:r>
          </a:p>
        </p:txBody>
      </p:sp>
      <p:pic>
        <p:nvPicPr>
          <p:cNvPr id="185" name="Picture 184" descr="A graph showing different colored squares&#10;&#10;Description automatically generated">
            <a:extLst>
              <a:ext uri="{FF2B5EF4-FFF2-40B4-BE49-F238E27FC236}">
                <a16:creationId xmlns:a16="http://schemas.microsoft.com/office/drawing/2014/main" id="{747D1908-0CA4-7A7C-0423-9452CA8279A1}"/>
              </a:ext>
            </a:extLst>
          </p:cNvPr>
          <p:cNvPicPr>
            <a:picLocks noChangeAspect="1"/>
          </p:cNvPicPr>
          <p:nvPr/>
        </p:nvPicPr>
        <p:blipFill>
          <a:blip r:embed="rId1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5771346" y="7153576"/>
            <a:ext cx="2143654" cy="1786378"/>
          </a:xfrm>
          <a:prstGeom prst="rect">
            <a:avLst/>
          </a:prstGeom>
        </p:spPr>
      </p:pic>
      <p:cxnSp>
        <p:nvCxnSpPr>
          <p:cNvPr id="186" name="Straight Arrow Connector 185">
            <a:extLst>
              <a:ext uri="{FF2B5EF4-FFF2-40B4-BE49-F238E27FC236}">
                <a16:creationId xmlns:a16="http://schemas.microsoft.com/office/drawing/2014/main" id="{DA1924AD-DEBB-5D0B-DBD8-82880039133C}"/>
              </a:ext>
            </a:extLst>
          </p:cNvPr>
          <p:cNvCxnSpPr>
            <a:cxnSpLocks/>
            <a:stCxn id="94" idx="2"/>
            <a:endCxn id="185" idx="0"/>
          </p:cNvCxnSpPr>
          <p:nvPr/>
        </p:nvCxnSpPr>
        <p:spPr>
          <a:xfrm flipH="1">
            <a:off x="16843173" y="6739673"/>
            <a:ext cx="916031" cy="413903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190" name="Picture 189" descr="A graph of different colored squares&#10;&#10;Description automatically generated">
            <a:extLst>
              <a:ext uri="{FF2B5EF4-FFF2-40B4-BE49-F238E27FC236}">
                <a16:creationId xmlns:a16="http://schemas.microsoft.com/office/drawing/2014/main" id="{EE36FE55-91A1-3F62-CAE9-8D68EFFF43E2}"/>
              </a:ext>
            </a:extLst>
          </p:cNvPr>
          <p:cNvPicPr>
            <a:picLocks noChangeAspect="1"/>
          </p:cNvPicPr>
          <p:nvPr/>
        </p:nvPicPr>
        <p:blipFill>
          <a:blip r:embed="rId1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7937087" y="7132395"/>
            <a:ext cx="2245658" cy="1871382"/>
          </a:xfrm>
          <a:prstGeom prst="rect">
            <a:avLst/>
          </a:prstGeom>
        </p:spPr>
      </p:pic>
      <p:cxnSp>
        <p:nvCxnSpPr>
          <p:cNvPr id="191" name="Straight Arrow Connector 190">
            <a:extLst>
              <a:ext uri="{FF2B5EF4-FFF2-40B4-BE49-F238E27FC236}">
                <a16:creationId xmlns:a16="http://schemas.microsoft.com/office/drawing/2014/main" id="{FC37A80F-6264-4C76-33B5-AFBE8DCEAB80}"/>
              </a:ext>
            </a:extLst>
          </p:cNvPr>
          <p:cNvCxnSpPr>
            <a:cxnSpLocks/>
            <a:stCxn id="94" idx="2"/>
            <a:endCxn id="190" idx="0"/>
          </p:cNvCxnSpPr>
          <p:nvPr/>
        </p:nvCxnSpPr>
        <p:spPr>
          <a:xfrm>
            <a:off x="17759204" y="6739673"/>
            <a:ext cx="1300712" cy="392722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99" name="TextBox 198">
            <a:extLst>
              <a:ext uri="{FF2B5EF4-FFF2-40B4-BE49-F238E27FC236}">
                <a16:creationId xmlns:a16="http://schemas.microsoft.com/office/drawing/2014/main" id="{AB60273D-E500-6741-623D-29218E2D8F04}"/>
              </a:ext>
            </a:extLst>
          </p:cNvPr>
          <p:cNvSpPr txBox="1"/>
          <p:nvPr/>
        </p:nvSpPr>
        <p:spPr>
          <a:xfrm>
            <a:off x="11225294" y="8934206"/>
            <a:ext cx="3126059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P = 0.4092984907090391</a:t>
            </a:r>
          </a:p>
          <a:p>
            <a:r>
              <a:rPr lang="en-US" dirty="0"/>
              <a:t>Statistic =0.6808374780018249</a:t>
            </a:r>
          </a:p>
        </p:txBody>
      </p:sp>
      <p:sp>
        <p:nvSpPr>
          <p:cNvPr id="200" name="TextBox 199">
            <a:extLst>
              <a:ext uri="{FF2B5EF4-FFF2-40B4-BE49-F238E27FC236}">
                <a16:creationId xmlns:a16="http://schemas.microsoft.com/office/drawing/2014/main" id="{6BE939DD-330E-0898-9ADA-15D0E5691B19}"/>
              </a:ext>
            </a:extLst>
          </p:cNvPr>
          <p:cNvSpPr txBox="1"/>
          <p:nvPr/>
        </p:nvSpPr>
        <p:spPr>
          <a:xfrm>
            <a:off x="16219250" y="8911116"/>
            <a:ext cx="3126059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P = 0.06324004453404546</a:t>
            </a:r>
          </a:p>
          <a:p>
            <a:r>
              <a:rPr lang="en-US" dirty="0"/>
              <a:t>Statistic =3.450306424021137</a:t>
            </a:r>
          </a:p>
        </p:txBody>
      </p:sp>
      <p:sp>
        <p:nvSpPr>
          <p:cNvPr id="20" name="Left Brace 19">
            <a:extLst>
              <a:ext uri="{FF2B5EF4-FFF2-40B4-BE49-F238E27FC236}">
                <a16:creationId xmlns:a16="http://schemas.microsoft.com/office/drawing/2014/main" id="{FC57A8EA-3FC2-4BE7-131F-A4336B967DAF}"/>
              </a:ext>
            </a:extLst>
          </p:cNvPr>
          <p:cNvSpPr/>
          <p:nvPr/>
        </p:nvSpPr>
        <p:spPr>
          <a:xfrm>
            <a:off x="2693362" y="2193728"/>
            <a:ext cx="120133" cy="1939073"/>
          </a:xfrm>
          <a:prstGeom prst="leftBrac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82929064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1" name="Picture 40" descr="A graph with different colored bars&#10;&#10;Description automatically generated">
            <a:extLst>
              <a:ext uri="{FF2B5EF4-FFF2-40B4-BE49-F238E27FC236}">
                <a16:creationId xmlns:a16="http://schemas.microsoft.com/office/drawing/2014/main" id="{6B8DED30-CA6D-AB4F-6B41-A77CC681505B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960033" y="-2472"/>
            <a:ext cx="2501534" cy="2084612"/>
          </a:xfrm>
          <a:prstGeom prst="rect">
            <a:avLst/>
          </a:prstGeom>
        </p:spPr>
      </p:pic>
      <p:cxnSp>
        <p:nvCxnSpPr>
          <p:cNvPr id="43" name="Straight Arrow Connector 42">
            <a:extLst>
              <a:ext uri="{FF2B5EF4-FFF2-40B4-BE49-F238E27FC236}">
                <a16:creationId xmlns:a16="http://schemas.microsoft.com/office/drawing/2014/main" id="{C123E878-814E-CA82-ADC1-4D4F2D7AD42B}"/>
              </a:ext>
            </a:extLst>
          </p:cNvPr>
          <p:cNvCxnSpPr>
            <a:cxnSpLocks/>
            <a:stCxn id="41" idx="2"/>
          </p:cNvCxnSpPr>
          <p:nvPr/>
        </p:nvCxnSpPr>
        <p:spPr>
          <a:xfrm flipH="1">
            <a:off x="7558665" y="2082140"/>
            <a:ext cx="2652135" cy="441604"/>
          </a:xfrm>
          <a:prstGeom prst="straightConnector1">
            <a:avLst/>
          </a:prstGeom>
          <a:ln w="38100">
            <a:headEnd w="med" len="lg"/>
            <a:tailEnd type="triangle" w="lg" len="lg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44" name="Straight Arrow Connector 43">
            <a:extLst>
              <a:ext uri="{FF2B5EF4-FFF2-40B4-BE49-F238E27FC236}">
                <a16:creationId xmlns:a16="http://schemas.microsoft.com/office/drawing/2014/main" id="{0BB3EB55-D7F1-7EC6-BB17-3ACF110F3B3C}"/>
              </a:ext>
            </a:extLst>
          </p:cNvPr>
          <p:cNvCxnSpPr>
            <a:cxnSpLocks/>
            <a:stCxn id="41" idx="2"/>
          </p:cNvCxnSpPr>
          <p:nvPr/>
        </p:nvCxnSpPr>
        <p:spPr>
          <a:xfrm>
            <a:off x="10210800" y="2082140"/>
            <a:ext cx="2540278" cy="437903"/>
          </a:xfrm>
          <a:prstGeom prst="straightConnector1">
            <a:avLst/>
          </a:prstGeom>
          <a:ln w="38100">
            <a:tailEnd type="triangle" w="lg" len="lg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49" name="TextBox 48">
            <a:extLst>
              <a:ext uri="{FF2B5EF4-FFF2-40B4-BE49-F238E27FC236}">
                <a16:creationId xmlns:a16="http://schemas.microsoft.com/office/drawing/2014/main" id="{77AE5174-E286-9FA2-C9E8-3788936760F0}"/>
              </a:ext>
            </a:extLst>
          </p:cNvPr>
          <p:cNvSpPr txBox="1"/>
          <p:nvPr/>
        </p:nvSpPr>
        <p:spPr>
          <a:xfrm>
            <a:off x="8140634" y="1960807"/>
            <a:ext cx="541143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dirty="0"/>
              <a:t>yes</a:t>
            </a:r>
            <a:endParaRPr lang="en-US" dirty="0"/>
          </a:p>
        </p:txBody>
      </p:sp>
      <p:sp>
        <p:nvSpPr>
          <p:cNvPr id="51" name="TextBox 50">
            <a:extLst>
              <a:ext uri="{FF2B5EF4-FFF2-40B4-BE49-F238E27FC236}">
                <a16:creationId xmlns:a16="http://schemas.microsoft.com/office/drawing/2014/main" id="{BD7CE9A7-8FA2-CB75-B660-454BAAAD1A6E}"/>
              </a:ext>
            </a:extLst>
          </p:cNvPr>
          <p:cNvSpPr txBox="1"/>
          <p:nvPr/>
        </p:nvSpPr>
        <p:spPr>
          <a:xfrm>
            <a:off x="11739350" y="1927092"/>
            <a:ext cx="48291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dirty="0"/>
              <a:t>no</a:t>
            </a:r>
            <a:endParaRPr lang="en-US" dirty="0"/>
          </a:p>
        </p:txBody>
      </p:sp>
      <p:pic>
        <p:nvPicPr>
          <p:cNvPr id="53" name="Picture 52" descr="A graph of different colored squares&#10;&#10;Description automatically generated">
            <a:extLst>
              <a:ext uri="{FF2B5EF4-FFF2-40B4-BE49-F238E27FC236}">
                <a16:creationId xmlns:a16="http://schemas.microsoft.com/office/drawing/2014/main" id="{B85E596D-99B5-C703-1834-F3443BEEF713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057130" y="2353094"/>
            <a:ext cx="2501535" cy="2084612"/>
          </a:xfrm>
          <a:prstGeom prst="rect">
            <a:avLst/>
          </a:prstGeom>
        </p:spPr>
      </p:pic>
      <p:pic>
        <p:nvPicPr>
          <p:cNvPr id="55" name="Picture 54" descr="A graph of different colored squares&#10;&#10;Description automatically generated">
            <a:extLst>
              <a:ext uri="{FF2B5EF4-FFF2-40B4-BE49-F238E27FC236}">
                <a16:creationId xmlns:a16="http://schemas.microsoft.com/office/drawing/2014/main" id="{01D96C37-5314-54D8-69EF-EEDBE8177F35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2751078" y="2305535"/>
            <a:ext cx="2501534" cy="2084611"/>
          </a:xfrm>
          <a:prstGeom prst="rect">
            <a:avLst/>
          </a:prstGeom>
        </p:spPr>
      </p:pic>
      <p:sp>
        <p:nvSpPr>
          <p:cNvPr id="61" name="TextBox 60">
            <a:extLst>
              <a:ext uri="{FF2B5EF4-FFF2-40B4-BE49-F238E27FC236}">
                <a16:creationId xmlns:a16="http://schemas.microsoft.com/office/drawing/2014/main" id="{1A797548-EFF4-B1BA-BE4E-97D282F6B145}"/>
              </a:ext>
            </a:extLst>
          </p:cNvPr>
          <p:cNvSpPr txBox="1"/>
          <p:nvPr/>
        </p:nvSpPr>
        <p:spPr>
          <a:xfrm>
            <a:off x="9162271" y="2145473"/>
            <a:ext cx="2338040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P</a:t>
            </a:r>
            <a:r>
              <a:rPr lang="zh-CN" altLang="en-US" dirty="0"/>
              <a:t> </a:t>
            </a:r>
            <a:r>
              <a:rPr lang="en-US" altLang="zh-CN" dirty="0"/>
              <a:t>&lt;</a:t>
            </a:r>
            <a:r>
              <a:rPr lang="zh-CN" altLang="en-US" dirty="0"/>
              <a:t> </a:t>
            </a:r>
            <a:r>
              <a:rPr lang="en-US" altLang="zh-CN" dirty="0"/>
              <a:t>0.01</a:t>
            </a:r>
            <a:endParaRPr lang="en-US" dirty="0"/>
          </a:p>
          <a:p>
            <a:pPr algn="ctr"/>
            <a:r>
              <a:rPr lang="en-US" dirty="0"/>
              <a:t>Statistic = 27.3113</a:t>
            </a:r>
          </a:p>
        </p:txBody>
      </p:sp>
      <p:cxnSp>
        <p:nvCxnSpPr>
          <p:cNvPr id="62" name="Straight Arrow Connector 61">
            <a:extLst>
              <a:ext uri="{FF2B5EF4-FFF2-40B4-BE49-F238E27FC236}">
                <a16:creationId xmlns:a16="http://schemas.microsoft.com/office/drawing/2014/main" id="{7F803EC0-D2EE-094C-3934-4AC3094CA7BA}"/>
              </a:ext>
            </a:extLst>
          </p:cNvPr>
          <p:cNvCxnSpPr>
            <a:cxnSpLocks/>
          </p:cNvCxnSpPr>
          <p:nvPr/>
        </p:nvCxnSpPr>
        <p:spPr>
          <a:xfrm flipH="1">
            <a:off x="4449531" y="4437705"/>
            <a:ext cx="1870591" cy="327674"/>
          </a:xfrm>
          <a:prstGeom prst="straightConnector1">
            <a:avLst/>
          </a:prstGeom>
          <a:ln w="38100">
            <a:tailEnd type="triangle" w="lg" len="lg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64" name="Straight Arrow Connector 63">
            <a:extLst>
              <a:ext uri="{FF2B5EF4-FFF2-40B4-BE49-F238E27FC236}">
                <a16:creationId xmlns:a16="http://schemas.microsoft.com/office/drawing/2014/main" id="{FF9FFC69-4395-79AF-D8F5-6AF36C4C2484}"/>
              </a:ext>
            </a:extLst>
          </p:cNvPr>
          <p:cNvCxnSpPr>
            <a:cxnSpLocks/>
            <a:stCxn id="53" idx="2"/>
          </p:cNvCxnSpPr>
          <p:nvPr/>
        </p:nvCxnSpPr>
        <p:spPr>
          <a:xfrm>
            <a:off x="6307898" y="4437706"/>
            <a:ext cx="1753267" cy="345930"/>
          </a:xfrm>
          <a:prstGeom prst="straightConnector1">
            <a:avLst/>
          </a:prstGeom>
          <a:ln w="38100">
            <a:tailEnd type="triangle" w="lg" len="lg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67" name="Straight Arrow Connector 66">
            <a:extLst>
              <a:ext uri="{FF2B5EF4-FFF2-40B4-BE49-F238E27FC236}">
                <a16:creationId xmlns:a16="http://schemas.microsoft.com/office/drawing/2014/main" id="{F273CF27-784B-CAB6-9861-95CBA766B345}"/>
              </a:ext>
            </a:extLst>
          </p:cNvPr>
          <p:cNvCxnSpPr>
            <a:cxnSpLocks/>
            <a:stCxn id="55" idx="2"/>
            <a:endCxn id="89" idx="0"/>
          </p:cNvCxnSpPr>
          <p:nvPr/>
        </p:nvCxnSpPr>
        <p:spPr>
          <a:xfrm flipH="1">
            <a:off x="12161612" y="4390146"/>
            <a:ext cx="1840233" cy="410454"/>
          </a:xfrm>
          <a:prstGeom prst="straightConnector1">
            <a:avLst/>
          </a:prstGeom>
          <a:ln w="38100">
            <a:tailEnd type="triangle" w="lg" len="lg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70" name="Straight Arrow Connector 69">
            <a:extLst>
              <a:ext uri="{FF2B5EF4-FFF2-40B4-BE49-F238E27FC236}">
                <a16:creationId xmlns:a16="http://schemas.microsoft.com/office/drawing/2014/main" id="{F8A2F3F4-8397-652F-E14D-1FF619F9C03B}"/>
              </a:ext>
            </a:extLst>
          </p:cNvPr>
          <p:cNvCxnSpPr>
            <a:cxnSpLocks/>
            <a:stCxn id="55" idx="2"/>
            <a:endCxn id="94" idx="0"/>
          </p:cNvCxnSpPr>
          <p:nvPr/>
        </p:nvCxnSpPr>
        <p:spPr>
          <a:xfrm>
            <a:off x="14001845" y="4390146"/>
            <a:ext cx="2119846" cy="410455"/>
          </a:xfrm>
          <a:prstGeom prst="straightConnector1">
            <a:avLst/>
          </a:prstGeom>
          <a:ln w="38100">
            <a:tailEnd type="triangle" w="lg" len="lg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pic>
        <p:nvPicPr>
          <p:cNvPr id="74" name="Picture 73" descr="A graph of different colored squares&#10;&#10;Description automatically generated">
            <a:extLst>
              <a:ext uri="{FF2B5EF4-FFF2-40B4-BE49-F238E27FC236}">
                <a16:creationId xmlns:a16="http://schemas.microsoft.com/office/drawing/2014/main" id="{843FF037-9C57-F91F-F4F1-4E6CA850D78A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049141" y="4835821"/>
            <a:ext cx="2501535" cy="2084612"/>
          </a:xfrm>
          <a:prstGeom prst="rect">
            <a:avLst/>
          </a:prstGeom>
        </p:spPr>
      </p:pic>
      <p:pic>
        <p:nvPicPr>
          <p:cNvPr id="78" name="Picture 77" descr="A graph of different colored squares&#10;&#10;Description automatically generated">
            <a:extLst>
              <a:ext uri="{FF2B5EF4-FFF2-40B4-BE49-F238E27FC236}">
                <a16:creationId xmlns:a16="http://schemas.microsoft.com/office/drawing/2014/main" id="{2AAD1029-E7F2-2A45-1E92-ADA9ECCA28E5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010036" y="4860315"/>
            <a:ext cx="2501535" cy="2084613"/>
          </a:xfrm>
          <a:prstGeom prst="rect">
            <a:avLst/>
          </a:prstGeom>
        </p:spPr>
      </p:pic>
      <p:pic>
        <p:nvPicPr>
          <p:cNvPr id="89" name="Picture 88" descr="A graph of different colored bars&#10;&#10;Description automatically generated">
            <a:extLst>
              <a:ext uri="{FF2B5EF4-FFF2-40B4-BE49-F238E27FC236}">
                <a16:creationId xmlns:a16="http://schemas.microsoft.com/office/drawing/2014/main" id="{ACA1EE5F-C8FB-3865-2B25-D4CB9683C771}"/>
              </a:ext>
            </a:extLst>
          </p:cNvPr>
          <p:cNvPicPr>
            <a:picLocks noChangeAspect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910844" y="4800600"/>
            <a:ext cx="2501535" cy="2084613"/>
          </a:xfrm>
          <a:prstGeom prst="rect">
            <a:avLst/>
          </a:prstGeom>
        </p:spPr>
      </p:pic>
      <p:pic>
        <p:nvPicPr>
          <p:cNvPr id="94" name="Picture 93" descr="A graph with different colored rectangles&#10;&#10;Description automatically generated">
            <a:extLst>
              <a:ext uri="{FF2B5EF4-FFF2-40B4-BE49-F238E27FC236}">
                <a16:creationId xmlns:a16="http://schemas.microsoft.com/office/drawing/2014/main" id="{B169E58B-39C5-A513-1C20-B18CAED1F458}"/>
              </a:ext>
            </a:extLst>
          </p:cNvPr>
          <p:cNvPicPr>
            <a:picLocks noChangeAspect="1"/>
          </p:cNvPicPr>
          <p:nvPr/>
        </p:nvPicPr>
        <p:blipFill>
          <a:blip r:embed="rId8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4870924" y="4800601"/>
            <a:ext cx="2501534" cy="2084612"/>
          </a:xfrm>
          <a:prstGeom prst="rect">
            <a:avLst/>
          </a:prstGeom>
        </p:spPr>
      </p:pic>
      <p:sp>
        <p:nvSpPr>
          <p:cNvPr id="111" name="TextBox 110">
            <a:extLst>
              <a:ext uri="{FF2B5EF4-FFF2-40B4-BE49-F238E27FC236}">
                <a16:creationId xmlns:a16="http://schemas.microsoft.com/office/drawing/2014/main" id="{DDCC16B4-0F61-029D-662E-FA0F92DF830E}"/>
              </a:ext>
            </a:extLst>
          </p:cNvPr>
          <p:cNvSpPr txBox="1"/>
          <p:nvPr/>
        </p:nvSpPr>
        <p:spPr>
          <a:xfrm>
            <a:off x="5255147" y="4602409"/>
            <a:ext cx="2207526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P </a:t>
            </a:r>
            <a:r>
              <a:rPr lang="en-US" altLang="zh-CN" dirty="0"/>
              <a:t>&lt;</a:t>
            </a:r>
            <a:r>
              <a:rPr lang="zh-CN" altLang="en-US" dirty="0"/>
              <a:t> </a:t>
            </a:r>
            <a:r>
              <a:rPr lang="en-US" altLang="zh-CN" dirty="0"/>
              <a:t>0.01</a:t>
            </a:r>
            <a:endParaRPr lang="en-US" dirty="0"/>
          </a:p>
          <a:p>
            <a:pPr algn="ctr"/>
            <a:r>
              <a:rPr lang="en-US" dirty="0"/>
              <a:t>Statistic =18.2819</a:t>
            </a:r>
          </a:p>
        </p:txBody>
      </p:sp>
      <p:sp>
        <p:nvSpPr>
          <p:cNvPr id="112" name="TextBox 111">
            <a:extLst>
              <a:ext uri="{FF2B5EF4-FFF2-40B4-BE49-F238E27FC236}">
                <a16:creationId xmlns:a16="http://schemas.microsoft.com/office/drawing/2014/main" id="{30A61933-0C2A-2821-6D15-71CA8852BC85}"/>
              </a:ext>
            </a:extLst>
          </p:cNvPr>
          <p:cNvSpPr txBox="1"/>
          <p:nvPr/>
        </p:nvSpPr>
        <p:spPr>
          <a:xfrm>
            <a:off x="13170374" y="4512655"/>
            <a:ext cx="1840234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P </a:t>
            </a:r>
            <a:r>
              <a:rPr lang="en-US" altLang="zh-CN" dirty="0"/>
              <a:t>&lt;</a:t>
            </a:r>
            <a:r>
              <a:rPr lang="zh-CN" altLang="en-US" dirty="0"/>
              <a:t> </a:t>
            </a:r>
            <a:r>
              <a:rPr lang="en-US" altLang="zh-CN" dirty="0"/>
              <a:t>0.05</a:t>
            </a:r>
            <a:endParaRPr lang="en-US" dirty="0"/>
          </a:p>
          <a:p>
            <a:pPr algn="ctr"/>
            <a:r>
              <a:rPr lang="en-US" dirty="0"/>
              <a:t>Statistic =6.2025</a:t>
            </a:r>
          </a:p>
        </p:txBody>
      </p:sp>
      <p:pic>
        <p:nvPicPr>
          <p:cNvPr id="114" name="Picture 113" descr="A graph of different colored squares&#10;&#10;Description automatically generated">
            <a:extLst>
              <a:ext uri="{FF2B5EF4-FFF2-40B4-BE49-F238E27FC236}">
                <a16:creationId xmlns:a16="http://schemas.microsoft.com/office/drawing/2014/main" id="{81407063-3F92-451D-1B18-CB082AC054D3}"/>
              </a:ext>
            </a:extLst>
          </p:cNvPr>
          <p:cNvPicPr>
            <a:picLocks noChangeAspect="1"/>
          </p:cNvPicPr>
          <p:nvPr/>
        </p:nvPicPr>
        <p:blipFill>
          <a:blip r:embed="rId9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274935" y="7223637"/>
            <a:ext cx="2024974" cy="1687479"/>
          </a:xfrm>
          <a:prstGeom prst="rect">
            <a:avLst/>
          </a:prstGeom>
        </p:spPr>
      </p:pic>
      <p:cxnSp>
        <p:nvCxnSpPr>
          <p:cNvPr id="115" name="Straight Arrow Connector 114">
            <a:extLst>
              <a:ext uri="{FF2B5EF4-FFF2-40B4-BE49-F238E27FC236}">
                <a16:creationId xmlns:a16="http://schemas.microsoft.com/office/drawing/2014/main" id="{DDAE5AE0-3ED2-5097-E663-8DF56BDB2770}"/>
              </a:ext>
            </a:extLst>
          </p:cNvPr>
          <p:cNvCxnSpPr>
            <a:cxnSpLocks/>
            <a:stCxn id="74" idx="2"/>
            <a:endCxn id="114" idx="0"/>
          </p:cNvCxnSpPr>
          <p:nvPr/>
        </p:nvCxnSpPr>
        <p:spPr>
          <a:xfrm flipH="1">
            <a:off x="3287422" y="6920433"/>
            <a:ext cx="1012487" cy="303204"/>
          </a:xfrm>
          <a:prstGeom prst="straightConnector1">
            <a:avLst/>
          </a:prstGeom>
          <a:ln w="38100">
            <a:tailEnd type="triangle" w="lg" len="lg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pic>
        <p:nvPicPr>
          <p:cNvPr id="121" name="Picture 120" descr="A graph of different colored squares&#10;&#10;Description automatically generated">
            <a:extLst>
              <a:ext uri="{FF2B5EF4-FFF2-40B4-BE49-F238E27FC236}">
                <a16:creationId xmlns:a16="http://schemas.microsoft.com/office/drawing/2014/main" id="{5E35AD48-7A56-38D8-3A41-C59501FA0D59}"/>
              </a:ext>
            </a:extLst>
          </p:cNvPr>
          <p:cNvPicPr>
            <a:picLocks noChangeAspect="1"/>
          </p:cNvPicPr>
          <p:nvPr/>
        </p:nvPicPr>
        <p:blipFill>
          <a:blip r:embed="rId10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309691" y="7223637"/>
            <a:ext cx="2024975" cy="1687479"/>
          </a:xfrm>
          <a:prstGeom prst="rect">
            <a:avLst/>
          </a:prstGeom>
        </p:spPr>
      </p:pic>
      <p:cxnSp>
        <p:nvCxnSpPr>
          <p:cNvPr id="122" name="Straight Arrow Connector 121">
            <a:extLst>
              <a:ext uri="{FF2B5EF4-FFF2-40B4-BE49-F238E27FC236}">
                <a16:creationId xmlns:a16="http://schemas.microsoft.com/office/drawing/2014/main" id="{124FD59A-9B33-1553-0D37-22733C41D24E}"/>
              </a:ext>
            </a:extLst>
          </p:cNvPr>
          <p:cNvCxnSpPr>
            <a:cxnSpLocks/>
            <a:stCxn id="74" idx="2"/>
            <a:endCxn id="121" idx="0"/>
          </p:cNvCxnSpPr>
          <p:nvPr/>
        </p:nvCxnSpPr>
        <p:spPr>
          <a:xfrm>
            <a:off x="4299909" y="6920433"/>
            <a:ext cx="1022270" cy="303204"/>
          </a:xfrm>
          <a:prstGeom prst="straightConnector1">
            <a:avLst/>
          </a:prstGeom>
          <a:ln w="38100">
            <a:tailEnd type="triangle" w="lg" len="lg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142" name="TextBox 141">
            <a:extLst>
              <a:ext uri="{FF2B5EF4-FFF2-40B4-BE49-F238E27FC236}">
                <a16:creationId xmlns:a16="http://schemas.microsoft.com/office/drawing/2014/main" id="{D75D8DF6-E409-856A-82A8-8597873D6817}"/>
              </a:ext>
            </a:extLst>
          </p:cNvPr>
          <p:cNvSpPr txBox="1"/>
          <p:nvPr/>
        </p:nvSpPr>
        <p:spPr>
          <a:xfrm>
            <a:off x="2568543" y="8885159"/>
            <a:ext cx="3126059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P </a:t>
            </a:r>
            <a:r>
              <a:rPr lang="en-US" altLang="zh-CN" dirty="0"/>
              <a:t>&lt;</a:t>
            </a:r>
            <a:r>
              <a:rPr lang="zh-CN" altLang="en-US" dirty="0"/>
              <a:t> </a:t>
            </a:r>
            <a:r>
              <a:rPr lang="en-US" altLang="zh-CN" dirty="0"/>
              <a:t>0.05</a:t>
            </a:r>
            <a:endParaRPr lang="en-US" dirty="0"/>
          </a:p>
          <a:p>
            <a:pPr algn="ctr"/>
            <a:r>
              <a:rPr lang="en-US" dirty="0"/>
              <a:t>Statistic = 4.225</a:t>
            </a:r>
            <a:r>
              <a:rPr lang="en-US" altLang="zh-CN" dirty="0"/>
              <a:t>3</a:t>
            </a:r>
            <a:endParaRPr lang="en-US" dirty="0"/>
          </a:p>
        </p:txBody>
      </p:sp>
      <p:pic>
        <p:nvPicPr>
          <p:cNvPr id="144" name="Picture 143" descr="A graph with different colored squares&#10;&#10;Description automatically generated">
            <a:extLst>
              <a:ext uri="{FF2B5EF4-FFF2-40B4-BE49-F238E27FC236}">
                <a16:creationId xmlns:a16="http://schemas.microsoft.com/office/drawing/2014/main" id="{EB44A539-26B4-C7BA-6A56-0F56AC0D4498}"/>
              </a:ext>
            </a:extLst>
          </p:cNvPr>
          <p:cNvPicPr>
            <a:picLocks noChangeAspect="1"/>
          </p:cNvPicPr>
          <p:nvPr/>
        </p:nvPicPr>
        <p:blipFill>
          <a:blip r:embed="rId11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307898" y="7211419"/>
            <a:ext cx="2024974" cy="1687479"/>
          </a:xfrm>
          <a:prstGeom prst="rect">
            <a:avLst/>
          </a:prstGeom>
        </p:spPr>
      </p:pic>
      <p:cxnSp>
        <p:nvCxnSpPr>
          <p:cNvPr id="145" name="Straight Arrow Connector 144">
            <a:extLst>
              <a:ext uri="{FF2B5EF4-FFF2-40B4-BE49-F238E27FC236}">
                <a16:creationId xmlns:a16="http://schemas.microsoft.com/office/drawing/2014/main" id="{09B0E657-16F0-38B0-46BC-6D598F18C80D}"/>
              </a:ext>
            </a:extLst>
          </p:cNvPr>
          <p:cNvCxnSpPr>
            <a:cxnSpLocks/>
            <a:stCxn id="78" idx="2"/>
            <a:endCxn id="144" idx="0"/>
          </p:cNvCxnSpPr>
          <p:nvPr/>
        </p:nvCxnSpPr>
        <p:spPr>
          <a:xfrm flipH="1">
            <a:off x="7320385" y="6944928"/>
            <a:ext cx="940419" cy="266491"/>
          </a:xfrm>
          <a:prstGeom prst="straightConnector1">
            <a:avLst/>
          </a:prstGeom>
          <a:ln w="38100">
            <a:tailEnd type="triangle" w="lg" len="lg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pic>
        <p:nvPicPr>
          <p:cNvPr id="151" name="Picture 150" descr="A graph of different colored squares&#10;&#10;Description automatically generated">
            <a:extLst>
              <a:ext uri="{FF2B5EF4-FFF2-40B4-BE49-F238E27FC236}">
                <a16:creationId xmlns:a16="http://schemas.microsoft.com/office/drawing/2014/main" id="{C7C7427F-F446-4601-72AE-E27713769FB8}"/>
              </a:ext>
            </a:extLst>
          </p:cNvPr>
          <p:cNvPicPr>
            <a:picLocks noChangeAspect="1"/>
          </p:cNvPicPr>
          <p:nvPr/>
        </p:nvPicPr>
        <p:blipFill>
          <a:blip r:embed="rId10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260804" y="7213845"/>
            <a:ext cx="2019155" cy="1682629"/>
          </a:xfrm>
          <a:prstGeom prst="rect">
            <a:avLst/>
          </a:prstGeom>
        </p:spPr>
      </p:pic>
      <p:cxnSp>
        <p:nvCxnSpPr>
          <p:cNvPr id="152" name="Straight Arrow Connector 151">
            <a:extLst>
              <a:ext uri="{FF2B5EF4-FFF2-40B4-BE49-F238E27FC236}">
                <a16:creationId xmlns:a16="http://schemas.microsoft.com/office/drawing/2014/main" id="{C0F2E5DB-6A8F-C888-6E49-4D32BA459A9D}"/>
              </a:ext>
            </a:extLst>
          </p:cNvPr>
          <p:cNvCxnSpPr>
            <a:cxnSpLocks/>
            <a:stCxn id="78" idx="2"/>
            <a:endCxn id="151" idx="0"/>
          </p:cNvCxnSpPr>
          <p:nvPr/>
        </p:nvCxnSpPr>
        <p:spPr>
          <a:xfrm>
            <a:off x="8260804" y="6944928"/>
            <a:ext cx="1009578" cy="268917"/>
          </a:xfrm>
          <a:prstGeom prst="straightConnector1">
            <a:avLst/>
          </a:prstGeom>
          <a:ln w="38100">
            <a:tailEnd type="triangle" w="lg" len="lg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pic>
        <p:nvPicPr>
          <p:cNvPr id="157" name="Picture 156" descr="A graph showing different colored squares&#10;&#10;Description automatically generated">
            <a:extLst>
              <a:ext uri="{FF2B5EF4-FFF2-40B4-BE49-F238E27FC236}">
                <a16:creationId xmlns:a16="http://schemas.microsoft.com/office/drawing/2014/main" id="{6A425D5B-485F-EABA-083B-6FDC22551932}"/>
              </a:ext>
            </a:extLst>
          </p:cNvPr>
          <p:cNvPicPr>
            <a:picLocks noChangeAspect="1"/>
          </p:cNvPicPr>
          <p:nvPr/>
        </p:nvPicPr>
        <p:blipFill>
          <a:blip r:embed="rId1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210800" y="7213844"/>
            <a:ext cx="2019156" cy="1682630"/>
          </a:xfrm>
          <a:prstGeom prst="rect">
            <a:avLst/>
          </a:prstGeom>
        </p:spPr>
      </p:pic>
      <p:cxnSp>
        <p:nvCxnSpPr>
          <p:cNvPr id="158" name="Straight Arrow Connector 157">
            <a:extLst>
              <a:ext uri="{FF2B5EF4-FFF2-40B4-BE49-F238E27FC236}">
                <a16:creationId xmlns:a16="http://schemas.microsoft.com/office/drawing/2014/main" id="{999C9401-A841-7305-E585-10DA1DADABFF}"/>
              </a:ext>
            </a:extLst>
          </p:cNvPr>
          <p:cNvCxnSpPr>
            <a:cxnSpLocks/>
            <a:stCxn id="89" idx="2"/>
            <a:endCxn id="157" idx="0"/>
          </p:cNvCxnSpPr>
          <p:nvPr/>
        </p:nvCxnSpPr>
        <p:spPr>
          <a:xfrm flipH="1">
            <a:off x="11220378" y="6885213"/>
            <a:ext cx="941234" cy="328631"/>
          </a:xfrm>
          <a:prstGeom prst="straightConnector1">
            <a:avLst/>
          </a:prstGeom>
          <a:ln w="38100">
            <a:tailEnd type="triangle" w="lg" len="lg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pic>
        <p:nvPicPr>
          <p:cNvPr id="162" name="Picture 161" descr="A graph of different colored squares&#10;&#10;Description automatically generated">
            <a:extLst>
              <a:ext uri="{FF2B5EF4-FFF2-40B4-BE49-F238E27FC236}">
                <a16:creationId xmlns:a16="http://schemas.microsoft.com/office/drawing/2014/main" id="{2940E671-6CE3-04FD-93DF-D8E4BD5B0CC1}"/>
              </a:ext>
            </a:extLst>
          </p:cNvPr>
          <p:cNvPicPr>
            <a:picLocks noChangeAspect="1"/>
          </p:cNvPicPr>
          <p:nvPr/>
        </p:nvPicPr>
        <p:blipFill>
          <a:blip r:embed="rId1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2161612" y="7211419"/>
            <a:ext cx="2017524" cy="1681270"/>
          </a:xfrm>
          <a:prstGeom prst="rect">
            <a:avLst/>
          </a:prstGeom>
        </p:spPr>
      </p:pic>
      <p:cxnSp>
        <p:nvCxnSpPr>
          <p:cNvPr id="163" name="Straight Arrow Connector 162">
            <a:extLst>
              <a:ext uri="{FF2B5EF4-FFF2-40B4-BE49-F238E27FC236}">
                <a16:creationId xmlns:a16="http://schemas.microsoft.com/office/drawing/2014/main" id="{85B9BABA-F506-1B5E-DCBA-0E92BD77F057}"/>
              </a:ext>
            </a:extLst>
          </p:cNvPr>
          <p:cNvCxnSpPr>
            <a:cxnSpLocks/>
            <a:stCxn id="89" idx="2"/>
            <a:endCxn id="162" idx="0"/>
          </p:cNvCxnSpPr>
          <p:nvPr/>
        </p:nvCxnSpPr>
        <p:spPr>
          <a:xfrm>
            <a:off x="12161612" y="6885213"/>
            <a:ext cx="1008762" cy="326206"/>
          </a:xfrm>
          <a:prstGeom prst="straightConnector1">
            <a:avLst/>
          </a:prstGeom>
          <a:ln w="38100">
            <a:tailEnd type="triangle" w="lg" len="lg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167" name="TextBox 166">
            <a:extLst>
              <a:ext uri="{FF2B5EF4-FFF2-40B4-BE49-F238E27FC236}">
                <a16:creationId xmlns:a16="http://schemas.microsoft.com/office/drawing/2014/main" id="{4B96A934-8FE9-E846-509D-74904FCAF880}"/>
              </a:ext>
            </a:extLst>
          </p:cNvPr>
          <p:cNvSpPr txBox="1"/>
          <p:nvPr/>
        </p:nvSpPr>
        <p:spPr>
          <a:xfrm>
            <a:off x="7262076" y="8842223"/>
            <a:ext cx="1770851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P </a:t>
            </a:r>
            <a:r>
              <a:rPr lang="en-US" altLang="zh-CN" dirty="0"/>
              <a:t>&gt;</a:t>
            </a:r>
            <a:r>
              <a:rPr lang="zh-CN" altLang="en-US" dirty="0"/>
              <a:t> </a:t>
            </a:r>
            <a:r>
              <a:rPr lang="en-US" altLang="zh-CN" dirty="0"/>
              <a:t>0.05</a:t>
            </a:r>
            <a:endParaRPr lang="en-US" dirty="0"/>
          </a:p>
          <a:p>
            <a:pPr algn="ctr"/>
            <a:r>
              <a:rPr lang="en-US" dirty="0"/>
              <a:t>Statistic =0.979</a:t>
            </a:r>
            <a:r>
              <a:rPr lang="en-US" altLang="zh-CN" dirty="0"/>
              <a:t>4</a:t>
            </a:r>
            <a:endParaRPr lang="en-US" dirty="0"/>
          </a:p>
        </p:txBody>
      </p:sp>
      <p:pic>
        <p:nvPicPr>
          <p:cNvPr id="185" name="Picture 184" descr="A graph showing different colored squares&#10;&#10;Description automatically generated">
            <a:extLst>
              <a:ext uri="{FF2B5EF4-FFF2-40B4-BE49-F238E27FC236}">
                <a16:creationId xmlns:a16="http://schemas.microsoft.com/office/drawing/2014/main" id="{747D1908-0CA4-7A7C-0423-9452CA8279A1}"/>
              </a:ext>
            </a:extLst>
          </p:cNvPr>
          <p:cNvPicPr>
            <a:picLocks noChangeAspect="1"/>
          </p:cNvPicPr>
          <p:nvPr/>
        </p:nvPicPr>
        <p:blipFill>
          <a:blip r:embed="rId1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4140433" y="7201202"/>
            <a:ext cx="2078817" cy="1732347"/>
          </a:xfrm>
          <a:prstGeom prst="rect">
            <a:avLst/>
          </a:prstGeom>
        </p:spPr>
      </p:pic>
      <p:cxnSp>
        <p:nvCxnSpPr>
          <p:cNvPr id="186" name="Straight Arrow Connector 185">
            <a:extLst>
              <a:ext uri="{FF2B5EF4-FFF2-40B4-BE49-F238E27FC236}">
                <a16:creationId xmlns:a16="http://schemas.microsoft.com/office/drawing/2014/main" id="{DA1924AD-DEBB-5D0B-DBD8-82880039133C}"/>
              </a:ext>
            </a:extLst>
          </p:cNvPr>
          <p:cNvCxnSpPr>
            <a:cxnSpLocks/>
            <a:stCxn id="94" idx="2"/>
            <a:endCxn id="185" idx="0"/>
          </p:cNvCxnSpPr>
          <p:nvPr/>
        </p:nvCxnSpPr>
        <p:spPr>
          <a:xfrm flipH="1">
            <a:off x="15179842" y="6885213"/>
            <a:ext cx="941849" cy="315989"/>
          </a:xfrm>
          <a:prstGeom prst="straightConnector1">
            <a:avLst/>
          </a:prstGeom>
          <a:ln w="38100">
            <a:tailEnd type="triangle" w="lg" len="lg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pic>
        <p:nvPicPr>
          <p:cNvPr id="190" name="Picture 189" descr="A graph of different colored squares&#10;&#10;Description automatically generated">
            <a:extLst>
              <a:ext uri="{FF2B5EF4-FFF2-40B4-BE49-F238E27FC236}">
                <a16:creationId xmlns:a16="http://schemas.microsoft.com/office/drawing/2014/main" id="{EE36FE55-91A1-3F62-CAE9-8D68EFFF43E2}"/>
              </a:ext>
            </a:extLst>
          </p:cNvPr>
          <p:cNvPicPr>
            <a:picLocks noChangeAspect="1"/>
          </p:cNvPicPr>
          <p:nvPr/>
        </p:nvPicPr>
        <p:blipFill>
          <a:blip r:embed="rId1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6177925" y="7178768"/>
            <a:ext cx="2078817" cy="1732348"/>
          </a:xfrm>
          <a:prstGeom prst="rect">
            <a:avLst/>
          </a:prstGeom>
        </p:spPr>
      </p:pic>
      <p:cxnSp>
        <p:nvCxnSpPr>
          <p:cNvPr id="191" name="Straight Arrow Connector 190">
            <a:extLst>
              <a:ext uri="{FF2B5EF4-FFF2-40B4-BE49-F238E27FC236}">
                <a16:creationId xmlns:a16="http://schemas.microsoft.com/office/drawing/2014/main" id="{FC37A80F-6264-4C76-33B5-AFBE8DCEAB80}"/>
              </a:ext>
            </a:extLst>
          </p:cNvPr>
          <p:cNvCxnSpPr>
            <a:cxnSpLocks/>
            <a:stCxn id="94" idx="2"/>
            <a:endCxn id="190" idx="0"/>
          </p:cNvCxnSpPr>
          <p:nvPr/>
        </p:nvCxnSpPr>
        <p:spPr>
          <a:xfrm>
            <a:off x="16121691" y="6885213"/>
            <a:ext cx="1095643" cy="293555"/>
          </a:xfrm>
          <a:prstGeom prst="straightConnector1">
            <a:avLst/>
          </a:prstGeom>
          <a:ln w="38100">
            <a:tailEnd type="triangle" w="lg" len="lg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199" name="TextBox 198">
            <a:extLst>
              <a:ext uri="{FF2B5EF4-FFF2-40B4-BE49-F238E27FC236}">
                <a16:creationId xmlns:a16="http://schemas.microsoft.com/office/drawing/2014/main" id="{AB60273D-E500-6741-623D-29218E2D8F04}"/>
              </a:ext>
            </a:extLst>
          </p:cNvPr>
          <p:cNvSpPr txBox="1"/>
          <p:nvPr/>
        </p:nvSpPr>
        <p:spPr>
          <a:xfrm>
            <a:off x="11169290" y="8853065"/>
            <a:ext cx="2078818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P </a:t>
            </a:r>
            <a:r>
              <a:rPr lang="en-US" altLang="zh-CN" dirty="0"/>
              <a:t>&gt;</a:t>
            </a:r>
            <a:r>
              <a:rPr lang="zh-CN" altLang="en-US" dirty="0"/>
              <a:t> </a:t>
            </a:r>
            <a:r>
              <a:rPr lang="en-US" altLang="zh-CN" dirty="0"/>
              <a:t>0.05</a:t>
            </a:r>
            <a:endParaRPr lang="en-US" dirty="0"/>
          </a:p>
          <a:p>
            <a:pPr algn="ctr"/>
            <a:r>
              <a:rPr lang="en-US" dirty="0"/>
              <a:t>Statistic =0.6808</a:t>
            </a:r>
          </a:p>
        </p:txBody>
      </p:sp>
      <p:sp>
        <p:nvSpPr>
          <p:cNvPr id="200" name="TextBox 199">
            <a:extLst>
              <a:ext uri="{FF2B5EF4-FFF2-40B4-BE49-F238E27FC236}">
                <a16:creationId xmlns:a16="http://schemas.microsoft.com/office/drawing/2014/main" id="{6BE939DD-330E-0898-9ADA-15D0E5691B19}"/>
              </a:ext>
            </a:extLst>
          </p:cNvPr>
          <p:cNvSpPr txBox="1"/>
          <p:nvPr/>
        </p:nvSpPr>
        <p:spPr>
          <a:xfrm>
            <a:off x="15169765" y="8877908"/>
            <a:ext cx="2093726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P </a:t>
            </a:r>
            <a:r>
              <a:rPr lang="en-US" altLang="zh-CN" dirty="0"/>
              <a:t>&gt;</a:t>
            </a:r>
            <a:r>
              <a:rPr lang="zh-CN" altLang="en-US" dirty="0"/>
              <a:t> </a:t>
            </a:r>
            <a:r>
              <a:rPr lang="en-US" altLang="zh-CN" dirty="0"/>
              <a:t>0.05</a:t>
            </a:r>
            <a:endParaRPr lang="en-US" dirty="0"/>
          </a:p>
          <a:p>
            <a:pPr algn="ctr"/>
            <a:r>
              <a:rPr lang="en-US" dirty="0"/>
              <a:t>Statistic =3.4503</a:t>
            </a:r>
          </a:p>
        </p:txBody>
      </p:sp>
      <p:sp>
        <p:nvSpPr>
          <p:cNvPr id="195" name="TextBox 194">
            <a:extLst>
              <a:ext uri="{FF2B5EF4-FFF2-40B4-BE49-F238E27FC236}">
                <a16:creationId xmlns:a16="http://schemas.microsoft.com/office/drawing/2014/main" id="{72F8C8DB-7A82-2125-6F83-36DCD60B9A0E}"/>
              </a:ext>
            </a:extLst>
          </p:cNvPr>
          <p:cNvSpPr txBox="1"/>
          <p:nvPr/>
        </p:nvSpPr>
        <p:spPr>
          <a:xfrm>
            <a:off x="3584743" y="6757478"/>
            <a:ext cx="51926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yes</a:t>
            </a:r>
          </a:p>
        </p:txBody>
      </p:sp>
      <p:sp>
        <p:nvSpPr>
          <p:cNvPr id="196" name="TextBox 195">
            <a:extLst>
              <a:ext uri="{FF2B5EF4-FFF2-40B4-BE49-F238E27FC236}">
                <a16:creationId xmlns:a16="http://schemas.microsoft.com/office/drawing/2014/main" id="{209FA3BF-DAF0-7A43-24A9-03F59FB09ABF}"/>
              </a:ext>
            </a:extLst>
          </p:cNvPr>
          <p:cNvSpPr txBox="1"/>
          <p:nvPr/>
        </p:nvSpPr>
        <p:spPr>
          <a:xfrm flipH="1">
            <a:off x="4570417" y="6742795"/>
            <a:ext cx="51926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zh-CN" dirty="0"/>
              <a:t>no</a:t>
            </a:r>
            <a:endParaRPr lang="en-US" dirty="0"/>
          </a:p>
        </p:txBody>
      </p:sp>
      <p:sp>
        <p:nvSpPr>
          <p:cNvPr id="197" name="TextBox 196">
            <a:extLst>
              <a:ext uri="{FF2B5EF4-FFF2-40B4-BE49-F238E27FC236}">
                <a16:creationId xmlns:a16="http://schemas.microsoft.com/office/drawing/2014/main" id="{0E37987C-4D46-DD0E-0728-D8D967FD0A92}"/>
              </a:ext>
            </a:extLst>
          </p:cNvPr>
          <p:cNvSpPr txBox="1"/>
          <p:nvPr/>
        </p:nvSpPr>
        <p:spPr>
          <a:xfrm>
            <a:off x="4768490" y="4310054"/>
            <a:ext cx="541143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dirty="0"/>
              <a:t>yes</a:t>
            </a:r>
            <a:endParaRPr lang="en-US" dirty="0"/>
          </a:p>
        </p:txBody>
      </p:sp>
      <p:sp>
        <p:nvSpPr>
          <p:cNvPr id="198" name="TextBox 197">
            <a:extLst>
              <a:ext uri="{FF2B5EF4-FFF2-40B4-BE49-F238E27FC236}">
                <a16:creationId xmlns:a16="http://schemas.microsoft.com/office/drawing/2014/main" id="{9C80EF34-97EF-A0A4-2741-8930AFFDB43A}"/>
              </a:ext>
            </a:extLst>
          </p:cNvPr>
          <p:cNvSpPr txBox="1"/>
          <p:nvPr/>
        </p:nvSpPr>
        <p:spPr>
          <a:xfrm>
            <a:off x="7520022" y="6766197"/>
            <a:ext cx="541143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dirty="0"/>
              <a:t>yes</a:t>
            </a:r>
            <a:endParaRPr lang="en-US" dirty="0"/>
          </a:p>
        </p:txBody>
      </p:sp>
      <p:sp>
        <p:nvSpPr>
          <p:cNvPr id="201" name="TextBox 200">
            <a:extLst>
              <a:ext uri="{FF2B5EF4-FFF2-40B4-BE49-F238E27FC236}">
                <a16:creationId xmlns:a16="http://schemas.microsoft.com/office/drawing/2014/main" id="{C7BD9E77-690C-435D-A055-407EF44EACB5}"/>
              </a:ext>
            </a:extLst>
          </p:cNvPr>
          <p:cNvSpPr txBox="1"/>
          <p:nvPr/>
        </p:nvSpPr>
        <p:spPr>
          <a:xfrm>
            <a:off x="11464318" y="6698189"/>
            <a:ext cx="541143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dirty="0"/>
              <a:t>yes</a:t>
            </a:r>
            <a:endParaRPr lang="en-US" dirty="0"/>
          </a:p>
        </p:txBody>
      </p:sp>
      <p:sp>
        <p:nvSpPr>
          <p:cNvPr id="202" name="TextBox 201">
            <a:extLst>
              <a:ext uri="{FF2B5EF4-FFF2-40B4-BE49-F238E27FC236}">
                <a16:creationId xmlns:a16="http://schemas.microsoft.com/office/drawing/2014/main" id="{92F7DE87-FCD5-0D51-EEFA-6ADE52DE3C8A}"/>
              </a:ext>
            </a:extLst>
          </p:cNvPr>
          <p:cNvSpPr txBox="1"/>
          <p:nvPr/>
        </p:nvSpPr>
        <p:spPr>
          <a:xfrm>
            <a:off x="12655086" y="4295465"/>
            <a:ext cx="541143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dirty="0"/>
              <a:t>yes</a:t>
            </a:r>
            <a:endParaRPr lang="en-US" dirty="0"/>
          </a:p>
        </p:txBody>
      </p:sp>
      <p:sp>
        <p:nvSpPr>
          <p:cNvPr id="203" name="TextBox 202">
            <a:extLst>
              <a:ext uri="{FF2B5EF4-FFF2-40B4-BE49-F238E27FC236}">
                <a16:creationId xmlns:a16="http://schemas.microsoft.com/office/drawing/2014/main" id="{45FCDF62-F67B-A090-86C1-C06021F7FB89}"/>
              </a:ext>
            </a:extLst>
          </p:cNvPr>
          <p:cNvSpPr txBox="1"/>
          <p:nvPr/>
        </p:nvSpPr>
        <p:spPr>
          <a:xfrm>
            <a:off x="15446050" y="6697992"/>
            <a:ext cx="541143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dirty="0"/>
              <a:t>yes</a:t>
            </a:r>
            <a:endParaRPr lang="en-US" dirty="0"/>
          </a:p>
        </p:txBody>
      </p:sp>
      <p:sp>
        <p:nvSpPr>
          <p:cNvPr id="204" name="TextBox 203">
            <a:extLst>
              <a:ext uri="{FF2B5EF4-FFF2-40B4-BE49-F238E27FC236}">
                <a16:creationId xmlns:a16="http://schemas.microsoft.com/office/drawing/2014/main" id="{512EC190-C2DC-0BC0-23EE-F073BB8B666A}"/>
              </a:ext>
            </a:extLst>
          </p:cNvPr>
          <p:cNvSpPr txBox="1"/>
          <p:nvPr/>
        </p:nvSpPr>
        <p:spPr>
          <a:xfrm>
            <a:off x="7195132" y="4300926"/>
            <a:ext cx="48291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dirty="0"/>
              <a:t>no</a:t>
            </a:r>
            <a:endParaRPr lang="en-US" dirty="0"/>
          </a:p>
        </p:txBody>
      </p:sp>
      <p:sp>
        <p:nvSpPr>
          <p:cNvPr id="205" name="TextBox 204">
            <a:extLst>
              <a:ext uri="{FF2B5EF4-FFF2-40B4-BE49-F238E27FC236}">
                <a16:creationId xmlns:a16="http://schemas.microsoft.com/office/drawing/2014/main" id="{DDEBD9D2-EB57-6EF6-C370-5795FFB71A0B}"/>
              </a:ext>
            </a:extLst>
          </p:cNvPr>
          <p:cNvSpPr txBox="1"/>
          <p:nvPr/>
        </p:nvSpPr>
        <p:spPr>
          <a:xfrm>
            <a:off x="14941315" y="4270040"/>
            <a:ext cx="48291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dirty="0"/>
              <a:t>no</a:t>
            </a:r>
            <a:endParaRPr lang="en-US" dirty="0"/>
          </a:p>
        </p:txBody>
      </p:sp>
      <p:sp>
        <p:nvSpPr>
          <p:cNvPr id="206" name="TextBox 205">
            <a:extLst>
              <a:ext uri="{FF2B5EF4-FFF2-40B4-BE49-F238E27FC236}">
                <a16:creationId xmlns:a16="http://schemas.microsoft.com/office/drawing/2014/main" id="{6372EB35-1CF7-C10C-C98E-43093133DA59}"/>
              </a:ext>
            </a:extLst>
          </p:cNvPr>
          <p:cNvSpPr txBox="1"/>
          <p:nvPr/>
        </p:nvSpPr>
        <p:spPr>
          <a:xfrm>
            <a:off x="8501435" y="6757101"/>
            <a:ext cx="48291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dirty="0"/>
              <a:t>no</a:t>
            </a:r>
            <a:endParaRPr lang="en-US" dirty="0"/>
          </a:p>
        </p:txBody>
      </p:sp>
      <p:sp>
        <p:nvSpPr>
          <p:cNvPr id="207" name="TextBox 206">
            <a:extLst>
              <a:ext uri="{FF2B5EF4-FFF2-40B4-BE49-F238E27FC236}">
                <a16:creationId xmlns:a16="http://schemas.microsoft.com/office/drawing/2014/main" id="{09BB19FB-A05B-0636-6ED8-A9CC544F9E2C}"/>
              </a:ext>
            </a:extLst>
          </p:cNvPr>
          <p:cNvSpPr txBox="1"/>
          <p:nvPr/>
        </p:nvSpPr>
        <p:spPr>
          <a:xfrm>
            <a:off x="12445288" y="6685232"/>
            <a:ext cx="48291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dirty="0"/>
              <a:t>no</a:t>
            </a:r>
            <a:endParaRPr lang="en-US" dirty="0"/>
          </a:p>
        </p:txBody>
      </p:sp>
      <p:sp>
        <p:nvSpPr>
          <p:cNvPr id="208" name="TextBox 207">
            <a:extLst>
              <a:ext uri="{FF2B5EF4-FFF2-40B4-BE49-F238E27FC236}">
                <a16:creationId xmlns:a16="http://schemas.microsoft.com/office/drawing/2014/main" id="{CDF36DDC-782E-1944-E581-A61C204869F5}"/>
              </a:ext>
            </a:extLst>
          </p:cNvPr>
          <p:cNvSpPr txBox="1"/>
          <p:nvPr/>
        </p:nvSpPr>
        <p:spPr>
          <a:xfrm>
            <a:off x="16438370" y="6699147"/>
            <a:ext cx="48291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dirty="0"/>
              <a:t>no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656186098"/>
      </p:ext>
    </p:extLst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UTPUTDPI" val="1200"/>
  <p:tag name="ORIGINALHEIGHT" val="56.99291"/>
  <p:tag name="ORIGINALWIDTH" val="71.2411"/>
  <p:tag name="OUTPUTTYPE" val="PNG"/>
  <p:tag name="IGUANATEXVERSION" val="160"/>
  <p:tag name="LATEXADDIN" val="\documentclass{article}&#10;\usepackage{amsmath}&#10;\pagestyle{empty}&#10;\begin{document}&#10;&#10;$\boldsymbol{x}$&#10;&#10;\end{document}"/>
  <p:tag name="IGUANATEXSIZE" val="24"/>
  <p:tag name="IGUANATEXCURSOR" val="95"/>
  <p:tag name="TRANSPARENCY" val="True"/>
  <p:tag name="LATEXENGINEID" val="0"/>
  <p:tag name="TEMPFOLDER" val="c:\temp\"/>
  <p:tag name="LATEXFORMHEIGHT" val="320"/>
  <p:tag name="LATEXFORMWIDTH" val="385"/>
  <p:tag name="LATEXFORMWRAP" val="True"/>
  <p:tag name="BITMAPVECTOR" val="0"/>
</p:tagLst>
</file>

<file path=ppt/tags/tag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UTPUTDPI" val="1200"/>
  <p:tag name="ORIGINALHEIGHT" val="110.9861"/>
  <p:tag name="ORIGINALWIDTH" val="187.4765"/>
  <p:tag name="OUTPUTTYPE" val="PNG"/>
  <p:tag name="IGUANATEXVERSION" val="160"/>
  <p:tag name="LATEXADDIN" val="\documentclass{article}&#10;\usepackage{amsmath}&#10;\pagestyle{empty}&#10;\begin{document}&#10;&#10;$\boldsymbol{z}^{(1)}$&#10;&#10;&#10;\end{document}"/>
  <p:tag name="IGUANATEXSIZE" val="24"/>
  <p:tag name="IGUANATEXCURSOR" val="100"/>
  <p:tag name="TRANSPARENCY" val="True"/>
  <p:tag name="LATEXENGINEID" val="0"/>
  <p:tag name="TEMPFOLDER" val="c:\temp\"/>
  <p:tag name="LATEXFORMHEIGHT" val="320"/>
  <p:tag name="LATEXFORMWIDTH" val="385"/>
  <p:tag name="LATEXFORMWRAP" val="True"/>
  <p:tag name="BITMAPVECTOR" val="0"/>
</p:tagLst>
</file>

<file path=ppt/tags/tag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UTPUTDPI" val="1200"/>
  <p:tag name="ORIGINALHEIGHT" val="110.9861"/>
  <p:tag name="ORIGINALWIDTH" val="191.2261"/>
  <p:tag name="OUTPUTTYPE" val="PNG"/>
  <p:tag name="IGUANATEXVERSION" val="160"/>
  <p:tag name="LATEXADDIN" val="\documentclass{article}&#10;\usepackage{amsmath}&#10;\pagestyle{empty}&#10;\begin{document}&#10;&#10;&#10;$\boldsymbol{a}^{(1)}$&#10;&#10;\end{document}"/>
  <p:tag name="IGUANATEXSIZE" val="24"/>
  <p:tag name="IGUANATEXCURSOR" val="101"/>
  <p:tag name="TRANSPARENCY" val="True"/>
  <p:tag name="LATEXENGINEID" val="0"/>
  <p:tag name="TEMPFOLDER" val="c:\temp\"/>
  <p:tag name="LATEXFORMHEIGHT" val="320"/>
  <p:tag name="LATEXFORMWIDTH" val="385"/>
  <p:tag name="LATEXFORMWRAP" val="True"/>
  <p:tag name="BITMAPVECTOR" val="0"/>
</p:tagLst>
</file>

<file path=ppt/tags/tag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UTPUTDPI" val="1200"/>
  <p:tag name="ORIGINALHEIGHT" val="110.9861"/>
  <p:tag name="ORIGINALWIDTH" val="185.2269"/>
  <p:tag name="OUTPUTTYPE" val="PNG"/>
  <p:tag name="IGUANATEXVERSION" val="160"/>
  <p:tag name="LATEXADDIN" val="\documentclass{article}&#10;\usepackage{amsmath}&#10;\pagestyle{empty}&#10;\begin{document}&#10;&#10;$\boldsymbol{o}^{(1)}$&#10;&#10;\end{document}"/>
  <p:tag name="IGUANATEXSIZE" val="24"/>
  <p:tag name="IGUANATEXCURSOR" val="100"/>
  <p:tag name="TRANSPARENCY" val="True"/>
  <p:tag name="LATEXENGINEID" val="0"/>
  <p:tag name="TEMPFOLDER" val="c:\temp\"/>
  <p:tag name="LATEXFORMHEIGHT" val="320"/>
  <p:tag name="LATEXFORMWIDTH" val="385"/>
  <p:tag name="LATEXFORMWRAP" val="True"/>
  <p:tag name="BITMAPVECTOR" val="0"/>
</p:tagLst>
</file>

<file path=ppt/tags/tag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UTPUTDPI" val="1200"/>
  <p:tag name="ORIGINALHEIGHT" val="110.9861"/>
  <p:tag name="ORIGINALWIDTH" val="191.2261"/>
  <p:tag name="OUTPUTTYPE" val="PNG"/>
  <p:tag name="IGUANATEXVERSION" val="160"/>
  <p:tag name="LATEXADDIN" val="\documentclass{article}&#10;\usepackage{amsmath}&#10;\pagestyle{empty}&#10;\begin{document}&#10;&#10;$\boldsymbol{a}^{(2)}$&#10;&#10;&#10;\end{document}"/>
  <p:tag name="IGUANATEXSIZE" val="24"/>
  <p:tag name="IGUANATEXCURSOR" val="100"/>
  <p:tag name="TRANSPARENCY" val="True"/>
  <p:tag name="LATEXENGINEID" val="0"/>
  <p:tag name="TEMPFOLDER" val="c:\temp\"/>
  <p:tag name="LATEXFORMHEIGHT" val="320"/>
  <p:tag name="LATEXFORMWIDTH" val="385"/>
  <p:tag name="LATEXFORMWRAP" val="True"/>
  <p:tag name="BITMAPVECTOR" val="0"/>
</p:tagLst>
</file>

<file path=ppt/tags/tag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UTPUTDPI" val="1200"/>
  <p:tag name="ORIGINALHEIGHT" val="110.9861"/>
  <p:tag name="ORIGINALWIDTH" val="187.4765"/>
  <p:tag name="OUTPUTTYPE" val="PNG"/>
  <p:tag name="IGUANATEXVERSION" val="160"/>
  <p:tag name="LATEXADDIN" val="\documentclass{article}&#10;\usepackage{amsmath}&#10;\pagestyle{empty}&#10;\begin{document}&#10;&#10;$\boldsymbol{z}^{(2)}$&#10;&#10;&#10;\end{document}"/>
  <p:tag name="IGUANATEXSIZE" val="24"/>
  <p:tag name="IGUANATEXCURSOR" val="100"/>
  <p:tag name="TRANSPARENCY" val="True"/>
  <p:tag name="LATEXENGINEID" val="0"/>
  <p:tag name="TEMPFOLDER" val="c:\temp\"/>
  <p:tag name="LATEXFORMHEIGHT" val="320"/>
  <p:tag name="LATEXFORMWIDTH" val="385"/>
  <p:tag name="LATEXFORMWRAP" val="True"/>
  <p:tag name="BITMAPVECTOR" val="0"/>
</p:tagLst>
</file>

<file path=ppt/tags/tag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UTPUTDPI" val="1200"/>
  <p:tag name="ORIGINALHEIGHT" val="110.9861"/>
  <p:tag name="ORIGINALWIDTH" val="185.2269"/>
  <p:tag name="OUTPUTTYPE" val="PNG"/>
  <p:tag name="IGUANATEXVERSION" val="160"/>
  <p:tag name="LATEXADDIN" val="\documentclass{article}&#10;\usepackage{amsmath}&#10;\pagestyle{empty}&#10;\begin{document}&#10;&#10;$\boldsymbol{o}^{(2)}$&#10;&#10;\end{document}"/>
  <p:tag name="IGUANATEXSIZE" val="24"/>
  <p:tag name="IGUANATEXCURSOR" val="100"/>
  <p:tag name="TRANSPARENCY" val="True"/>
  <p:tag name="LATEXENGINEID" val="0"/>
  <p:tag name="TEMPFOLDER" val="c:\temp\"/>
  <p:tag name="LATEXFORMHEIGHT" val="320"/>
  <p:tag name="LATEXFORMWIDTH" val="385"/>
  <p:tag name="LATEXFORMWRAP" val="True"/>
  <p:tag name="BITMAPVECTOR" val="0"/>
</p:tagLst>
</file>

<file path=ppt/tags/tag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UTPUTDPI" val="1200"/>
  <p:tag name="ORIGINALHEIGHT" val="87.73905"/>
  <p:tag name="ORIGINALWIDTH" val="256.468"/>
  <p:tag name="OUTPUTTYPE" val="PNG"/>
  <p:tag name="IGUANATEXVERSION" val="160"/>
  <p:tag name="LATEXADDIN" val="\documentclass{article}&#10;\usepackage{amsmath}&#10;\pagestyle{empty}&#10;\begin{document}&#10;&#10;$l = 2$&#10;&#10;\end{document}"/>
  <p:tag name="IGUANATEXSIZE" val="26"/>
  <p:tag name="IGUANATEXCURSOR" val="87"/>
  <p:tag name="TRANSPARENCY" val="True"/>
  <p:tag name="LATEXENGINEID" val="0"/>
  <p:tag name="TEMPFOLDER" val="c:\temp\"/>
  <p:tag name="LATEXFORMHEIGHT" val="320"/>
  <p:tag name="LATEXFORMWIDTH" val="385"/>
  <p:tag name="LATEXFORMWRAP" val="True"/>
  <p:tag name="BITMAPVECTOR" val="0"/>
</p:tagLst>
</file>

<file path=ppt/tags/tag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UTPUTDPI" val="1200"/>
  <p:tag name="ORIGINALHEIGHT" val="87.73905"/>
  <p:tag name="ORIGINALWIDTH" val="252.7184"/>
  <p:tag name="OUTPUTTYPE" val="PNG"/>
  <p:tag name="IGUANATEXVERSION" val="160"/>
  <p:tag name="LATEXADDIN" val="\documentclass{article}&#10;\usepackage{amsmath}&#10;\pagestyle{empty}&#10;\begin{document}&#10;&#10;&#10;$l=1$&#10;&#10;\end{document}"/>
  <p:tag name="IGUANATEXSIZE" val="26"/>
  <p:tag name="IGUANATEXCURSOR" val="86"/>
  <p:tag name="TRANSPARENCY" val="True"/>
  <p:tag name="LATEXENGINEID" val="0"/>
  <p:tag name="TEMPFOLDER" val="c:\temp\"/>
  <p:tag name="LATEXFORMHEIGHT" val="320"/>
  <p:tag name="LATEXFORMWIDTH" val="385"/>
  <p:tag name="LATEXFORMWRAP" val="True"/>
  <p:tag name="BITMAPVECTOR" val="0"/>
</p:tagLst>
</file>

<file path=ppt/tags/tag1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UTPUTDPI" val="1200"/>
  <p:tag name="ORIGINALHEIGHT" val="127.4841"/>
  <p:tag name="ORIGINALWIDTH" val="427.4465"/>
  <p:tag name="OUTPUTTYPE" val="PNG"/>
  <p:tag name="IGUANATEXVERSION" val="160"/>
  <p:tag name="LATEXADDIN" val="\documentclass{article}&#10;\usepackage{amsmath}&#10;\pagestyle{empty}&#10;\begin{document}&#10;&#10;&#10;$\boldsymbol{z}^{(1)} \geq 0$&#10;&#10;\end{document}"/>
  <p:tag name="IGUANATEXSIZE" val="24"/>
  <p:tag name="IGUANATEXCURSOR" val="111"/>
  <p:tag name="TRANSPARENCY" val="True"/>
  <p:tag name="LATEXENGINEID" val="0"/>
  <p:tag name="TEMPFOLDER" val="c:\temp\"/>
  <p:tag name="LATEXFORMHEIGHT" val="320"/>
  <p:tag name="LATEXFORMWIDTH" val="385"/>
  <p:tag name="LATEXFORMWRAP" val="True"/>
  <p:tag name="BITMAPVECTOR" val="0"/>
</p:tagLst>
</file>

<file path=ppt/tags/tag1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UTPUTDPI" val="1200"/>
  <p:tag name="ORIGINALHEIGHT" val="127.4841"/>
  <p:tag name="ORIGINALWIDTH" val="427.4465"/>
  <p:tag name="OUTPUTTYPE" val="PNG"/>
  <p:tag name="IGUANATEXVERSION" val="160"/>
  <p:tag name="LATEXADDIN" val="\documentclass{article}&#10;\usepackage{amsmath}&#10;\pagestyle{empty}&#10;\begin{document}&#10;&#10;&#10;$\boldsymbol{z}^{(1)} \geq 0$&#10;&#10;\end{document}"/>
  <p:tag name="IGUANATEXSIZE" val="24"/>
  <p:tag name="IGUANATEXCURSOR" val="111"/>
  <p:tag name="TRANSPARENCY" val="True"/>
  <p:tag name="LATEXENGINEID" val="0"/>
  <p:tag name="TEMPFOLDER" val="c:\temp\"/>
  <p:tag name="LATEXFORMHEIGHT" val="320"/>
  <p:tag name="LATEXFORMWIDTH" val="385"/>
  <p:tag name="LATEXFORMWRAP" val="True"/>
  <p:tag name="BITMAPVECTOR" val="0"/>
</p:tagLst>
</file>

<file path=ppt/tags/tag1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UTPUTDPI" val="1200"/>
  <p:tag name="ORIGINALHEIGHT" val="127.4841"/>
  <p:tag name="ORIGINALWIDTH" val="427.4465"/>
  <p:tag name="OUTPUTTYPE" val="PNG"/>
  <p:tag name="IGUANATEXVERSION" val="160"/>
  <p:tag name="LATEXADDIN" val="\documentclass{article}&#10;\usepackage{amsmath}&#10;\pagestyle{empty}&#10;\begin{document}&#10;&#10;$\boldsymbol{z}^{(2)} \geq 0$&#10;&#10;&#10;\end{document}"/>
  <p:tag name="IGUANATEXSIZE" val="24"/>
  <p:tag name="IGUANATEXCURSOR" val="109"/>
  <p:tag name="TRANSPARENCY" val="True"/>
  <p:tag name="LATEXENGINEID" val="0"/>
  <p:tag name="TEMPFOLDER" val="c:\temp\"/>
  <p:tag name="LATEXFORMHEIGHT" val="320"/>
  <p:tag name="LATEXFORMWIDTH" val="385"/>
  <p:tag name="LATEXFORMWRAP" val="True"/>
  <p:tag name="BITMAPVECTOR" val="0"/>
</p:tagLst>
</file>

<file path=ppt/tags/tag1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UTPUTDPI" val="1200"/>
  <p:tag name="ORIGINALHEIGHT" val="127.4841"/>
  <p:tag name="ORIGINALWIDTH" val="427.4465"/>
  <p:tag name="OUTPUTTYPE" val="PNG"/>
  <p:tag name="IGUANATEXVERSION" val="160"/>
  <p:tag name="LATEXADDIN" val="\documentclass{article}&#10;\usepackage{amsmath}&#10;\pagestyle{empty}&#10;\begin{document}&#10;&#10;$\boldsymbol{z}^{(2)} \geq 0$&#10;&#10;&#10;\end{document}"/>
  <p:tag name="IGUANATEXSIZE" val="24"/>
  <p:tag name="IGUANATEXCURSOR" val="109"/>
  <p:tag name="TRANSPARENCY" val="True"/>
  <p:tag name="LATEXENGINEID" val="0"/>
  <p:tag name="TEMPFOLDER" val="c:\temp\"/>
  <p:tag name="LATEXFORMHEIGHT" val="320"/>
  <p:tag name="LATEXFORMWIDTH" val="385"/>
  <p:tag name="LATEXFORMWRAP" val="True"/>
  <p:tag name="BITMAPVECTOR" val="0"/>
</p:tagLst>
</file>

<file path=ppt/tags/tag1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UTPUTDPI" val="1200"/>
  <p:tag name="ORIGINALHEIGHT" val="127.4841"/>
  <p:tag name="ORIGINALWIDTH" val="427.4465"/>
  <p:tag name="OUTPUTTYPE" val="PNG"/>
  <p:tag name="IGUANATEXVERSION" val="160"/>
  <p:tag name="LATEXADDIN" val="\documentclass{article}&#10;\usepackage{amsmath}&#10;\pagestyle{empty}&#10;\begin{document}&#10;&#10;&#10;$\boldsymbol{z}^{(1)} \geq 0$&#10;&#10;\end{document}"/>
  <p:tag name="IGUANATEXSIZE" val="24"/>
  <p:tag name="IGUANATEXCURSOR" val="111"/>
  <p:tag name="TRANSPARENCY" val="True"/>
  <p:tag name="LATEXENGINEID" val="0"/>
  <p:tag name="TEMPFOLDER" val="c:\temp\"/>
  <p:tag name="LATEXFORMHEIGHT" val="320"/>
  <p:tag name="LATEXFORMWIDTH" val="385"/>
  <p:tag name="LATEXFORMWRAP" val="True"/>
  <p:tag name="BITMAPVECTOR" val="0"/>
</p:tagLst>
</file>

<file path=ppt/tags/tag1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UTPUTDPI" val="1200"/>
  <p:tag name="ORIGINALHEIGHT" val="127.4841"/>
  <p:tag name="ORIGINALWIDTH" val="427.4465"/>
  <p:tag name="OUTPUTTYPE" val="PNG"/>
  <p:tag name="IGUANATEXVERSION" val="160"/>
  <p:tag name="LATEXADDIN" val="\documentclass{article}&#10;\usepackage{amsmath}&#10;\pagestyle{empty}&#10;\begin{document}&#10;&#10;$\boldsymbol{z}^{(2)} \geq 0$&#10;&#10;&#10;\end{document}"/>
  <p:tag name="IGUANATEXSIZE" val="24"/>
  <p:tag name="IGUANATEXCURSOR" val="109"/>
  <p:tag name="TRANSPARENCY" val="True"/>
  <p:tag name="LATEXENGINEID" val="0"/>
  <p:tag name="TEMPFOLDER" val="c:\temp\"/>
  <p:tag name="LATEXFORMHEIGHT" val="320"/>
  <p:tag name="LATEXFORMWIDTH" val="385"/>
  <p:tag name="LATEXFORMWRAP" val="True"/>
  <p:tag name="BITMAPVECTOR" val="0"/>
</p:tagLst>
</file>

<file path=ppt/tags/tag1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UTPUTDPI" val="1200"/>
  <p:tag name="ORIGINALHEIGHT" val="127.4841"/>
  <p:tag name="ORIGINALWIDTH" val="427.4465"/>
  <p:tag name="OUTPUTTYPE" val="PNG"/>
  <p:tag name="IGUANATEXVERSION" val="160"/>
  <p:tag name="LATEXADDIN" val="\documentclass{article}&#10;\usepackage{amsmath}&#10;\pagestyle{empty}&#10;\begin{document}&#10;&#10;$\boldsymbol{z}^{(2)} \geq 0$&#10;&#10;&#10;\end{document}"/>
  <p:tag name="IGUANATEXSIZE" val="24"/>
  <p:tag name="IGUANATEXCURSOR" val="109"/>
  <p:tag name="TRANSPARENCY" val="True"/>
  <p:tag name="LATEXENGINEID" val="0"/>
  <p:tag name="TEMPFOLDER" val="c:\temp\"/>
  <p:tag name="LATEXFORMHEIGHT" val="320"/>
  <p:tag name="LATEXFORMWIDTH" val="385"/>
  <p:tag name="LATEXFORMWRAP" val="True"/>
  <p:tag name="BITMAPVECTOR" val="0"/>
</p:tagLst>
</file>

<file path=ppt/tags/tag1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UTPUTDPI" val="1200"/>
  <p:tag name="ORIGINALHEIGHT" val="110.2362"/>
  <p:tag name="ORIGINALWIDTH" val="320.9598"/>
  <p:tag name="OUTPUTTYPE" val="PNG"/>
  <p:tag name="IGUANATEXVERSION" val="160"/>
  <p:tag name="LATEXADDIN" val="\documentclass{article}&#10;\usepackage{amsmath}&#10;\pagestyle{empty}&#10;\begin{document}&#10;&#10;\textbf{input}&#10;&#10;\end{document}"/>
  <p:tag name="IGUANATEXSIZE" val="22"/>
  <p:tag name="IGUANATEXCURSOR" val="94"/>
  <p:tag name="TRANSPARENCY" val="True"/>
  <p:tag name="LATEXENGINEID" val="0"/>
  <p:tag name="TEMPFOLDER" val="c:\temp\"/>
  <p:tag name="LATEXFORMHEIGHT" val="320"/>
  <p:tag name="LATEXFORMWIDTH" val="385"/>
  <p:tag name="LATEXFORMWRAP" val="True"/>
  <p:tag name="BITMAPVECTOR" val="0"/>
</p:tagLst>
</file>

<file path=ppt/tags/tag1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UTPUTDPI" val="1200"/>
  <p:tag name="ORIGINALHEIGHT" val="103.4871"/>
  <p:tag name="ORIGINALWIDTH" val="409.4488"/>
  <p:tag name="OUTPUTTYPE" val="PNG"/>
  <p:tag name="IGUANATEXVERSION" val="160"/>
  <p:tag name="LATEXADDIN" val="\documentclass{article}&#10;\usepackage{amsmath}&#10;\pagestyle{empty}&#10;\begin{document}&#10;&#10;$\textbf{output}$&#10;&#10;&#10;\end{document}"/>
  <p:tag name="IGUANATEXSIZE" val="22"/>
  <p:tag name="IGUANATEXCURSOR" val="96"/>
  <p:tag name="TRANSPARENCY" val="True"/>
  <p:tag name="LATEXENGINEID" val="0"/>
  <p:tag name="TEMPFOLDER" val="c:\temp\"/>
  <p:tag name="LATEXFORMHEIGHT" val="320"/>
  <p:tag name="LATEXFORMWIDTH" val="385"/>
  <p:tag name="LATEXFORMWRAP" val="True"/>
  <p:tag name="BITMAPVECTOR" val="0"/>
</p:tagLst>
</file>

<file path=ppt/tags/tag1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UTPUTDPI" val="1200"/>
  <p:tag name="ORIGINALHEIGHT" val="125.2343"/>
  <p:tag name="ORIGINALWIDTH" val="482.9396"/>
  <p:tag name="OUTPUTTYPE" val="PNG"/>
  <p:tag name="IGUANATEXVERSION" val="160"/>
  <p:tag name="LATEXADDIN" val="\documentclass{article}&#10;\usepackage{amsmath}&#10;\pagestyle{empty}&#10;\begin{document}&#10;&#10;$\boldsymbol{O}(f_{\theta}(\boldsymbol{x}))$&#10;&#10;\end{document}"/>
  <p:tag name="IGUANATEXSIZE" val="24"/>
  <p:tag name="IGUANATEXCURSOR" val="121"/>
  <p:tag name="TRANSPARENCY" val="True"/>
  <p:tag name="LATEXENGINEID" val="0"/>
  <p:tag name="TEMPFOLDER" val="c:\temp\"/>
  <p:tag name="LATEXFORMHEIGHT" val="320"/>
  <p:tag name="LATEXFORMWIDTH" val="385"/>
  <p:tag name="LATEXFORMWRAP" val="True"/>
  <p:tag name="BITMAPVECTOR" val="0"/>
</p:tagLst>
</file>

<file path=ppt/tags/tag2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UTPUTDPI" val="1200"/>
  <p:tag name="ORIGINALHEIGHT" val="125.2343"/>
  <p:tag name="ORIGINALWIDTH" val="254.9681"/>
  <p:tag name="OUTPUTTYPE" val="PNG"/>
  <p:tag name="IGUANATEXVERSION" val="160"/>
  <p:tag name="LATEXADDIN" val="\documentclass{article}&#10;\usepackage{amsmath}&#10;\pagestyle{empty}&#10;\begin{document}&#10;&#10;&#10;$g(\boldsymbol{O})$&#10;&#10;\end{document}"/>
  <p:tag name="IGUANATEXSIZE" val="20"/>
  <p:tag name="IGUANATEXCURSOR" val="99"/>
  <p:tag name="TRANSPARENCY" val="True"/>
  <p:tag name="LATEXENGINEID" val="0"/>
  <p:tag name="TEMPFOLDER" val="c:\temp\"/>
  <p:tag name="LATEXFORMHEIGHT" val="320"/>
  <p:tag name="LATEXFORMWIDTH" val="385"/>
  <p:tag name="LATEXFORMWRAP" val="True"/>
  <p:tag name="BITMAPVECTOR" val="0"/>
</p:tagLst>
</file>

<file path=ppt/theme/theme1.xml><?xml version="1.0" encoding="utf-8"?>
<a:theme xmlns:a="http://schemas.openxmlformats.org/drawingml/2006/main" name="Office Theme">
  <a:themeElements>
    <a:clrScheme name="Office Them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 Them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 Them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 2013 - 2022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Office Theme 2013 - 2022</Template>
  <TotalTime>1970</TotalTime>
  <Words>151</Words>
  <Application>Microsoft Office PowerPoint</Application>
  <PresentationFormat>Custom</PresentationFormat>
  <Paragraphs>65</Paragraphs>
  <Slides>8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8</vt:i4>
      </vt:variant>
    </vt:vector>
  </HeadingPairs>
  <TitlesOfParts>
    <vt:vector size="12" baseType="lpstr">
      <vt:lpstr>Arial</vt:lpstr>
      <vt:lpstr>Calibri</vt:lpstr>
      <vt:lpstr>Calibri Light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Qiu Peijie</dc:creator>
  <cp:lastModifiedBy>Peijie Qiu</cp:lastModifiedBy>
  <cp:revision>253</cp:revision>
  <dcterms:created xsi:type="dcterms:W3CDTF">2023-09-17T04:48:27Z</dcterms:created>
  <dcterms:modified xsi:type="dcterms:W3CDTF">2024-04-17T00:53:11Z</dcterms:modified>
</cp:coreProperties>
</file>