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</p:sldIdLst>
  <p:sldSz cx="16764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50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5500" y="1122363"/>
            <a:ext cx="12573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5500" y="3602038"/>
            <a:ext cx="12573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7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86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794" y="1709739"/>
            <a:ext cx="144589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794" y="4589464"/>
            <a:ext cx="144589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4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2525" y="1825625"/>
            <a:ext cx="71247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86775" y="1825625"/>
            <a:ext cx="71247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8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708" y="365126"/>
            <a:ext cx="1445895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709" y="1681163"/>
            <a:ext cx="709195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709" y="2505075"/>
            <a:ext cx="709195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86775" y="1681163"/>
            <a:ext cx="712688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86775" y="2505075"/>
            <a:ext cx="71268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2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7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1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709" y="457200"/>
            <a:ext cx="540682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6884" y="987426"/>
            <a:ext cx="84867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709" y="2057400"/>
            <a:ext cx="540682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2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709" y="457200"/>
            <a:ext cx="540682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26884" y="987426"/>
            <a:ext cx="848677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709" y="2057400"/>
            <a:ext cx="540682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77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65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96737" y="365125"/>
            <a:ext cx="361473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2525" y="365125"/>
            <a:ext cx="1063466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60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52525" y="365126"/>
            <a:ext cx="144589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2525" y="1825625"/>
            <a:ext cx="144589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2525" y="6356351"/>
            <a:ext cx="3771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2ECE7-C7C1-43A8-90AA-86B4DA63B6DA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53075" y="6356351"/>
            <a:ext cx="5657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39575" y="6356351"/>
            <a:ext cx="3771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B1BAD-754C-41EF-9266-6A44757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96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.png"/><Relationship Id="rId26" Type="http://schemas.openxmlformats.org/officeDocument/2006/relationships/image" Target="../media/image11.png"/><Relationship Id="rId3" Type="http://schemas.openxmlformats.org/officeDocument/2006/relationships/tags" Target="../tags/tag3.xml"/><Relationship Id="rId21" Type="http://schemas.openxmlformats.org/officeDocument/2006/relationships/image" Target="../media/image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.xml"/><Relationship Id="rId25" Type="http://schemas.openxmlformats.org/officeDocument/2006/relationships/image" Target="../media/image10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5.png"/><Relationship Id="rId29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9.png"/><Relationship Id="rId32" Type="http://schemas.openxmlformats.org/officeDocument/2006/relationships/image" Target="../media/image17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8.jpeg"/><Relationship Id="rId28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image" Target="../media/image4.png"/><Relationship Id="rId31" Type="http://schemas.openxmlformats.org/officeDocument/2006/relationships/image" Target="../media/image1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7.jpeg"/><Relationship Id="rId27" Type="http://schemas.openxmlformats.org/officeDocument/2006/relationships/image" Target="../media/image12.jpeg"/><Relationship Id="rId30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26" Type="http://schemas.openxmlformats.org/officeDocument/2006/relationships/image" Target="../media/image7.jpeg"/><Relationship Id="rId39" Type="http://schemas.openxmlformats.org/officeDocument/2006/relationships/image" Target="../media/image21.png"/><Relationship Id="rId21" Type="http://schemas.openxmlformats.org/officeDocument/2006/relationships/slideLayout" Target="../slideLayouts/slideLayout1.xml"/><Relationship Id="rId34" Type="http://schemas.openxmlformats.org/officeDocument/2006/relationships/image" Target="../media/image16.png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tags" Target="../tags/tag36.xml"/><Relationship Id="rId29" Type="http://schemas.openxmlformats.org/officeDocument/2006/relationships/image" Target="../media/image10.png"/><Relationship Id="rId41" Type="http://schemas.openxmlformats.org/officeDocument/2006/relationships/image" Target="../media/image23.jpe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image" Target="../media/image5.png"/><Relationship Id="rId32" Type="http://schemas.openxmlformats.org/officeDocument/2006/relationships/image" Target="../media/image14.png"/><Relationship Id="rId37" Type="http://schemas.openxmlformats.org/officeDocument/2006/relationships/image" Target="../media/image19.jpg"/><Relationship Id="rId40" Type="http://schemas.openxmlformats.org/officeDocument/2006/relationships/image" Target="../media/image22.png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image" Target="../media/image4.png"/><Relationship Id="rId28" Type="http://schemas.openxmlformats.org/officeDocument/2006/relationships/image" Target="../media/image9.png"/><Relationship Id="rId36" Type="http://schemas.openxmlformats.org/officeDocument/2006/relationships/image" Target="../media/image18.png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31" Type="http://schemas.openxmlformats.org/officeDocument/2006/relationships/image" Target="../media/image13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image" Target="../media/image3.png"/><Relationship Id="rId27" Type="http://schemas.openxmlformats.org/officeDocument/2006/relationships/image" Target="../media/image8.jpeg"/><Relationship Id="rId30" Type="http://schemas.openxmlformats.org/officeDocument/2006/relationships/image" Target="../media/image11.png"/><Relationship Id="rId35" Type="http://schemas.openxmlformats.org/officeDocument/2006/relationships/image" Target="../media/image17.png"/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image" Target="../media/image6.png"/><Relationship Id="rId33" Type="http://schemas.openxmlformats.org/officeDocument/2006/relationships/image" Target="../media/image15.jpeg"/><Relationship Id="rId3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in different colors&#10;&#10;Description automatically generated">
            <a:extLst>
              <a:ext uri="{FF2B5EF4-FFF2-40B4-BE49-F238E27FC236}">
                <a16:creationId xmlns:a16="http://schemas.microsoft.com/office/drawing/2014/main" id="{B573073D-EBBE-57D1-C4DD-7CDFAC85AC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838" b="49695"/>
          <a:stretch/>
        </p:blipFill>
        <p:spPr>
          <a:xfrm>
            <a:off x="2286000" y="2071749"/>
            <a:ext cx="2458192" cy="2453245"/>
          </a:xfrm>
          <a:prstGeom prst="rect">
            <a:avLst/>
          </a:prstGeom>
        </p:spPr>
      </p:pic>
      <p:pic>
        <p:nvPicPr>
          <p:cNvPr id="5" name="Picture 4" descr="A rainbow in different colors&#10;&#10;Description automatically generated">
            <a:extLst>
              <a:ext uri="{FF2B5EF4-FFF2-40B4-BE49-F238E27FC236}">
                <a16:creationId xmlns:a16="http://schemas.microsoft.com/office/drawing/2014/main" id="{ABF37232-B5D8-ADD7-CCEB-A2293DFC98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2"/>
          <a:stretch/>
        </p:blipFill>
        <p:spPr>
          <a:xfrm>
            <a:off x="4744192" y="990600"/>
            <a:ext cx="9733808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83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in different colors&#10;&#10;Description automatically generated">
            <a:extLst>
              <a:ext uri="{FF2B5EF4-FFF2-40B4-BE49-F238E27FC236}">
                <a16:creationId xmlns:a16="http://schemas.microsoft.com/office/drawing/2014/main" id="{B573073D-EBBE-57D1-C4DD-7CDFAC85AC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838" b="49695"/>
          <a:stretch/>
        </p:blipFill>
        <p:spPr>
          <a:xfrm>
            <a:off x="2286000" y="2071749"/>
            <a:ext cx="2458192" cy="2453245"/>
          </a:xfrm>
          <a:prstGeom prst="rect">
            <a:avLst/>
          </a:prstGeom>
        </p:spPr>
      </p:pic>
      <p:pic>
        <p:nvPicPr>
          <p:cNvPr id="5" name="Picture 4" descr="A rainbow in different colors&#10;&#10;Description automatically generated">
            <a:extLst>
              <a:ext uri="{FF2B5EF4-FFF2-40B4-BE49-F238E27FC236}">
                <a16:creationId xmlns:a16="http://schemas.microsoft.com/office/drawing/2014/main" id="{ABF37232-B5D8-ADD7-CCEB-A2293DFC98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2"/>
          <a:stretch/>
        </p:blipFill>
        <p:spPr>
          <a:xfrm>
            <a:off x="4744192" y="990600"/>
            <a:ext cx="9733808" cy="4876800"/>
          </a:xfrm>
          <a:prstGeom prst="rect">
            <a:avLst/>
          </a:prstGeom>
        </p:spPr>
      </p:pic>
      <p:pic>
        <p:nvPicPr>
          <p:cNvPr id="4" name="Picture 3" descr="A group of images of different colors&#10;&#10;Description automatically generated">
            <a:extLst>
              <a:ext uri="{FF2B5EF4-FFF2-40B4-BE49-F238E27FC236}">
                <a16:creationId xmlns:a16="http://schemas.microsoft.com/office/drawing/2014/main" id="{21EF6E67-79B3-7FA2-F5AF-AA3147F88F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2"/>
          <a:stretch/>
        </p:blipFill>
        <p:spPr>
          <a:xfrm>
            <a:off x="4744191" y="990600"/>
            <a:ext cx="9733809" cy="4876800"/>
          </a:xfrm>
          <a:prstGeom prst="rect">
            <a:avLst/>
          </a:prstGeom>
        </p:spPr>
      </p:pic>
      <p:pic>
        <p:nvPicPr>
          <p:cNvPr id="7" name="Picture 6" descr="A group of images of different colors&#10;&#10;Description automatically generated">
            <a:extLst>
              <a:ext uri="{FF2B5EF4-FFF2-40B4-BE49-F238E27FC236}">
                <a16:creationId xmlns:a16="http://schemas.microsoft.com/office/drawing/2014/main" id="{B3301183-2971-96B2-2DEF-B885F72BB1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838" b="49696"/>
          <a:stretch/>
        </p:blipFill>
        <p:spPr>
          <a:xfrm>
            <a:off x="2286001" y="2053452"/>
            <a:ext cx="2458189" cy="245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8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350">
            <a:extLst>
              <a:ext uri="{FF2B5EF4-FFF2-40B4-BE49-F238E27FC236}">
                <a16:creationId xmlns:a16="http://schemas.microsoft.com/office/drawing/2014/main" id="{60381720-B983-2ED1-F8F7-9EEAF335B6D8}"/>
              </a:ext>
            </a:extLst>
          </p:cNvPr>
          <p:cNvSpPr/>
          <p:nvPr/>
        </p:nvSpPr>
        <p:spPr>
          <a:xfrm>
            <a:off x="1572943" y="31085"/>
            <a:ext cx="14415202" cy="2016054"/>
          </a:xfrm>
          <a:prstGeom prst="rect">
            <a:avLst/>
          </a:prstGeom>
          <a:solidFill>
            <a:schemeClr val="accent4">
              <a:lumMod val="20000"/>
              <a:lumOff val="8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F3F6F548-38CB-CADF-49BF-D70A8EB77478}"/>
              </a:ext>
            </a:extLst>
          </p:cNvPr>
          <p:cNvSpPr/>
          <p:nvPr/>
        </p:nvSpPr>
        <p:spPr>
          <a:xfrm>
            <a:off x="1571849" y="3729130"/>
            <a:ext cx="14748806" cy="3101385"/>
          </a:xfrm>
          <a:prstGeom prst="rect">
            <a:avLst/>
          </a:prstGeom>
          <a:solidFill>
            <a:schemeClr val="accent4">
              <a:lumMod val="20000"/>
              <a:lumOff val="8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2361AE6-8DB7-650A-BA96-6F89954C8545}"/>
              </a:ext>
            </a:extLst>
          </p:cNvPr>
          <p:cNvSpPr/>
          <p:nvPr/>
        </p:nvSpPr>
        <p:spPr>
          <a:xfrm>
            <a:off x="4336670" y="4232008"/>
            <a:ext cx="548640" cy="548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FDBE850-8659-0C02-F1D7-5ACEDE038639}"/>
              </a:ext>
            </a:extLst>
          </p:cNvPr>
          <p:cNvSpPr/>
          <p:nvPr/>
        </p:nvSpPr>
        <p:spPr>
          <a:xfrm>
            <a:off x="2341966" y="4186288"/>
            <a:ext cx="640080" cy="6400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350857-F2CC-2509-46EE-9DC8DF5EBD52}"/>
              </a:ext>
            </a:extLst>
          </p:cNvPr>
          <p:cNvSpPr/>
          <p:nvPr/>
        </p:nvSpPr>
        <p:spPr>
          <a:xfrm>
            <a:off x="2341966" y="5381657"/>
            <a:ext cx="640080" cy="6400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8749B5-8FAA-C19A-D1F9-8719A57E060B}"/>
              </a:ext>
            </a:extLst>
          </p:cNvPr>
          <p:cNvSpPr/>
          <p:nvPr/>
        </p:nvSpPr>
        <p:spPr>
          <a:xfrm>
            <a:off x="6372222" y="4186288"/>
            <a:ext cx="640080" cy="6400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876552-641B-D5A6-14C9-648493F63B1F}"/>
              </a:ext>
            </a:extLst>
          </p:cNvPr>
          <p:cNvSpPr/>
          <p:nvPr/>
        </p:nvSpPr>
        <p:spPr>
          <a:xfrm>
            <a:off x="6372222" y="5381657"/>
            <a:ext cx="640080" cy="6400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5D0BD1-2DE4-9D87-D4A4-B72A9C1D7797}"/>
              </a:ext>
            </a:extLst>
          </p:cNvPr>
          <p:cNvSpPr/>
          <p:nvPr/>
        </p:nvSpPr>
        <p:spPr>
          <a:xfrm>
            <a:off x="867726" y="5427377"/>
            <a:ext cx="548640" cy="548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943999-9524-9B5B-C260-EC33A93D74F2}"/>
              </a:ext>
            </a:extLst>
          </p:cNvPr>
          <p:cNvCxnSpPr>
            <a:stCxn id="16" idx="3"/>
            <a:endCxn id="8" idx="2"/>
          </p:cNvCxnSpPr>
          <p:nvPr/>
        </p:nvCxnSpPr>
        <p:spPr>
          <a:xfrm>
            <a:off x="1416366" y="5701697"/>
            <a:ext cx="925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\documentclass{article}&#10;\usepackage{amsmath}&#10;\pagestyle{empty}&#10;\begin{document}&#10;&#10;$\boldsymbol{x}$&#10;&#10;\end{document}" title="IguanaTex Bitmap Display">
            <a:extLst>
              <a:ext uri="{FF2B5EF4-FFF2-40B4-BE49-F238E27FC236}">
                <a16:creationId xmlns:a16="http://schemas.microsoft.com/office/drawing/2014/main" id="{40331D55-7708-1187-E710-CB9900C1DAE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9" y="5632211"/>
            <a:ext cx="173714" cy="138972"/>
          </a:xfrm>
          <a:prstGeom prst="rect">
            <a:avLst/>
          </a:prstGeom>
        </p:spPr>
      </p:pic>
      <p:pic>
        <p:nvPicPr>
          <p:cNvPr id="40" name="Picture 39" descr="\documentclass{article}&#10;\usepackage{amsmath}&#10;\pagestyle{empty}&#10;\begin{document}&#10;&#10;$\boldsymbol{z}^{(1)}$&#10;&#10;&#10;\end{document}" title="IguanaTex Bitmap Display">
            <a:extLst>
              <a:ext uri="{FF2B5EF4-FFF2-40B4-BE49-F238E27FC236}">
                <a16:creationId xmlns:a16="http://schemas.microsoft.com/office/drawing/2014/main" id="{0C2CB6A0-4BA3-C251-AF1C-0349FE3FB6A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011" y="5517342"/>
            <a:ext cx="457143" cy="270629"/>
          </a:xfrm>
          <a:prstGeom prst="rect">
            <a:avLst/>
          </a:prstGeom>
        </p:spPr>
      </p:pic>
      <p:pic>
        <p:nvPicPr>
          <p:cNvPr id="43" name="Picture 42" descr="\documentclass{article}&#10;\usepackage{amsmath}&#10;\pagestyle{empty}&#10;\begin{document}&#10;&#10;&#10;$\boldsymbol{a}^{(1)}$&#10;&#10;\end{document}" title="IguanaTex Bitmap Display">
            <a:extLst>
              <a:ext uri="{FF2B5EF4-FFF2-40B4-BE49-F238E27FC236}">
                <a16:creationId xmlns:a16="http://schemas.microsoft.com/office/drawing/2014/main" id="{09D8BE09-A629-6332-FC09-1465164150A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440" y="4352032"/>
            <a:ext cx="466286" cy="270629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8EA5FA9-AB34-0CD6-8CF8-2FD91CFCA6B5}"/>
              </a:ext>
            </a:extLst>
          </p:cNvPr>
          <p:cNvCxnSpPr>
            <a:cxnSpLocks/>
            <a:stCxn id="8" idx="0"/>
            <a:endCxn id="3" idx="4"/>
          </p:cNvCxnSpPr>
          <p:nvPr/>
        </p:nvCxnSpPr>
        <p:spPr>
          <a:xfrm flipV="1">
            <a:off x="2662006" y="4826368"/>
            <a:ext cx="0" cy="5552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 descr="\documentclass{article}&#10;\usepackage{amsmath}&#10;\pagestyle{empty}&#10;\begin{document}&#10;&#10;$\boldsymbol{o}^{(1)}$&#10;&#10;\end{document}" title="IguanaTex Bitmap Display">
            <a:extLst>
              <a:ext uri="{FF2B5EF4-FFF2-40B4-BE49-F238E27FC236}">
                <a16:creationId xmlns:a16="http://schemas.microsoft.com/office/drawing/2014/main" id="{3C87C2AB-3973-6C82-135A-680F453F780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940" y="4352032"/>
            <a:ext cx="451657" cy="270629"/>
          </a:xfrm>
          <a:prstGeom prst="rect">
            <a:avLst/>
          </a:prstGeom>
        </p:spPr>
      </p:pic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4C296A78-D880-549B-A6D3-6304A8B36A44}"/>
              </a:ext>
            </a:extLst>
          </p:cNvPr>
          <p:cNvCxnSpPr>
            <a:cxnSpLocks/>
            <a:stCxn id="3" idx="6"/>
            <a:endCxn id="55" idx="2"/>
          </p:cNvCxnSpPr>
          <p:nvPr/>
        </p:nvCxnSpPr>
        <p:spPr>
          <a:xfrm>
            <a:off x="2982046" y="4506328"/>
            <a:ext cx="1628944" cy="274320"/>
          </a:xfrm>
          <a:prstGeom prst="curvedConnector4">
            <a:avLst>
              <a:gd name="adj1" fmla="val 41580"/>
              <a:gd name="adj2" fmla="val 183333"/>
            </a:avLst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DEECDA6D-4DF1-9ECE-3221-28CD7EBAE613}"/>
              </a:ext>
            </a:extLst>
          </p:cNvPr>
          <p:cNvSpPr/>
          <p:nvPr/>
        </p:nvSpPr>
        <p:spPr>
          <a:xfrm>
            <a:off x="8371699" y="4232008"/>
            <a:ext cx="548640" cy="548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 descr="A group of different colored squares&#10;&#10;Description automatically generated">
            <a:extLst>
              <a:ext uri="{FF2B5EF4-FFF2-40B4-BE49-F238E27FC236}">
                <a16:creationId xmlns:a16="http://schemas.microsoft.com/office/drawing/2014/main" id="{98A51205-44EB-1968-9D68-459E32FE414E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48" r="52540" b="69584"/>
          <a:stretch/>
        </p:blipFill>
        <p:spPr>
          <a:xfrm>
            <a:off x="1551237" y="2419491"/>
            <a:ext cx="2112601" cy="1519806"/>
          </a:xfrm>
          <a:prstGeom prst="rect">
            <a:avLst/>
          </a:prstGeom>
        </p:spPr>
      </p:pic>
      <p:pic>
        <p:nvPicPr>
          <p:cNvPr id="67" name="Picture 66" descr="A group of different colored squares&#10;&#10;Description automatically generated">
            <a:extLst>
              <a:ext uri="{FF2B5EF4-FFF2-40B4-BE49-F238E27FC236}">
                <a16:creationId xmlns:a16="http://schemas.microsoft.com/office/drawing/2014/main" id="{37505048-F453-004F-6004-41E45D5FF5A9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81" r="52089" b="49376"/>
          <a:stretch/>
        </p:blipFill>
        <p:spPr>
          <a:xfrm>
            <a:off x="5569792" y="2367179"/>
            <a:ext cx="2132653" cy="1541832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0CFFCF8-7A71-6B64-6132-57EE21BB6262}"/>
              </a:ext>
            </a:extLst>
          </p:cNvPr>
          <p:cNvCxnSpPr>
            <a:cxnSpLocks/>
          </p:cNvCxnSpPr>
          <p:nvPr/>
        </p:nvCxnSpPr>
        <p:spPr>
          <a:xfrm flipH="1">
            <a:off x="1588218" y="259569"/>
            <a:ext cx="27711" cy="5974974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80" descr="\documentclass{article}&#10;\usepackage{amsmath}&#10;\pagestyle{empty}&#10;\begin{document}&#10;&#10;$\boldsymbol{a}^{(2)}$&#10;&#10;&#10;\end{document}" title="IguanaTex Bitmap Display">
            <a:extLst>
              <a:ext uri="{FF2B5EF4-FFF2-40B4-BE49-F238E27FC236}">
                <a16:creationId xmlns:a16="http://schemas.microsoft.com/office/drawing/2014/main" id="{34E566A2-7B19-675D-DB01-739F65756C3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838" y="4352031"/>
            <a:ext cx="466286" cy="270629"/>
          </a:xfrm>
          <a:prstGeom prst="rect">
            <a:avLst/>
          </a:prstGeom>
        </p:spPr>
      </p:pic>
      <p:pic>
        <p:nvPicPr>
          <p:cNvPr id="88" name="Picture 87" descr="\documentclass{article}&#10;\usepackage{amsmath}&#10;\pagestyle{empty}&#10;\begin{document}&#10;&#10;$\boldsymbol{z}^{(2)}$&#10;&#10;&#10;\end{document}" title="IguanaTex Bitmap Display">
            <a:extLst>
              <a:ext uri="{FF2B5EF4-FFF2-40B4-BE49-F238E27FC236}">
                <a16:creationId xmlns:a16="http://schemas.microsoft.com/office/drawing/2014/main" id="{A362BD0C-37BA-0D66-2137-01DC14D41A3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409" y="5518135"/>
            <a:ext cx="457143" cy="270629"/>
          </a:xfrm>
          <a:prstGeom prst="rect">
            <a:avLst/>
          </a:prstGeom>
        </p:spPr>
      </p:pic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44F21FD-4D65-0007-EEC5-986F9708EC55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2607538" y="3911588"/>
            <a:ext cx="54468" cy="274700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Picture 95" descr="A group of different colored squares&#10;&#10;Description automatically generated">
            <a:extLst>
              <a:ext uri="{FF2B5EF4-FFF2-40B4-BE49-F238E27FC236}">
                <a16:creationId xmlns:a16="http://schemas.microsoft.com/office/drawing/2014/main" id="{38A9D185-B469-D2C1-B22F-AD591B673C13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00" t="11127" r="8242" b="69630"/>
          <a:stretch/>
        </p:blipFill>
        <p:spPr>
          <a:xfrm>
            <a:off x="3643981" y="2371568"/>
            <a:ext cx="1992279" cy="1541832"/>
          </a:xfrm>
          <a:prstGeom prst="rect">
            <a:avLst/>
          </a:prstGeom>
        </p:spPr>
      </p:pic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5739F68-5B4B-F750-1F36-E8417C75C373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4610990" y="3885691"/>
            <a:ext cx="29131" cy="346317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D67DA70-6EF5-0D58-BBC5-738637F3358E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6636119" y="3881302"/>
            <a:ext cx="56143" cy="304986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4CBCA95-4CC0-B36E-C585-48FAC72AAAF6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8646019" y="3881302"/>
            <a:ext cx="32849" cy="350706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98323D01-32D8-BDA7-4F68-50229DE5D44A}"/>
              </a:ext>
            </a:extLst>
          </p:cNvPr>
          <p:cNvCxnSpPr>
            <a:cxnSpLocks/>
            <a:stCxn id="9" idx="6"/>
            <a:endCxn id="61" idx="2"/>
          </p:cNvCxnSpPr>
          <p:nvPr/>
        </p:nvCxnSpPr>
        <p:spPr>
          <a:xfrm>
            <a:off x="7012302" y="4506328"/>
            <a:ext cx="1633717" cy="274320"/>
          </a:xfrm>
          <a:prstGeom prst="curvedConnector4">
            <a:avLst>
              <a:gd name="adj1" fmla="val 41604"/>
              <a:gd name="adj2" fmla="val 183333"/>
            </a:avLst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Picture 108" descr="\documentclass{article}&#10;\usepackage{amsmath}&#10;\pagestyle{empty}&#10;\begin{document}&#10;&#10;$\boldsymbol{o}^{(2)}$&#10;&#10;\end{document}" title="IguanaTex Bitmap Display">
            <a:extLst>
              <a:ext uri="{FF2B5EF4-FFF2-40B4-BE49-F238E27FC236}">
                <a16:creationId xmlns:a16="http://schemas.microsoft.com/office/drawing/2014/main" id="{78E930A7-8887-6673-5198-5AFC317E1C8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764" y="4352033"/>
            <a:ext cx="451657" cy="270629"/>
          </a:xfrm>
          <a:prstGeom prst="rect">
            <a:avLst/>
          </a:prstGeom>
        </p:spPr>
      </p:pic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2FB354F-6EB1-E97B-3B1D-166A5252583B}"/>
              </a:ext>
            </a:extLst>
          </p:cNvPr>
          <p:cNvCxnSpPr>
            <a:cxnSpLocks/>
            <a:stCxn id="11" idx="0"/>
            <a:endCxn id="9" idx="4"/>
          </p:cNvCxnSpPr>
          <p:nvPr/>
        </p:nvCxnSpPr>
        <p:spPr>
          <a:xfrm flipV="1">
            <a:off x="6692262" y="4826368"/>
            <a:ext cx="0" cy="5552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D44A864-04C5-214E-8D8B-4FB9D00B5380}"/>
              </a:ext>
            </a:extLst>
          </p:cNvPr>
          <p:cNvCxnSpPr>
            <a:cxnSpLocks/>
            <a:stCxn id="3" idx="4"/>
            <a:endCxn id="11" idx="2"/>
          </p:cNvCxnSpPr>
          <p:nvPr/>
        </p:nvCxnSpPr>
        <p:spPr>
          <a:xfrm>
            <a:off x="2662006" y="4826368"/>
            <a:ext cx="3710216" cy="8753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Arc 163">
            <a:extLst>
              <a:ext uri="{FF2B5EF4-FFF2-40B4-BE49-F238E27FC236}">
                <a16:creationId xmlns:a16="http://schemas.microsoft.com/office/drawing/2014/main" id="{9231D781-E691-B03F-730C-F217BCE2BA51}"/>
              </a:ext>
            </a:extLst>
          </p:cNvPr>
          <p:cNvSpPr/>
          <p:nvPr/>
        </p:nvSpPr>
        <p:spPr>
          <a:xfrm>
            <a:off x="1117604" y="4351567"/>
            <a:ext cx="5453053" cy="1956859"/>
          </a:xfrm>
          <a:prstGeom prst="arc">
            <a:avLst>
              <a:gd name="adj1" fmla="val 521836"/>
              <a:gd name="adj2" fmla="val 10166721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8" name="Picture 167" descr="A group of different colored squares&#10;&#10;Description automatically generated">
            <a:extLst>
              <a:ext uri="{FF2B5EF4-FFF2-40B4-BE49-F238E27FC236}">
                <a16:creationId xmlns:a16="http://schemas.microsoft.com/office/drawing/2014/main" id="{AB32D2EC-D52D-F691-C9F5-69A55954A7EC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17" b="28561"/>
          <a:stretch/>
        </p:blipFill>
        <p:spPr>
          <a:xfrm>
            <a:off x="9636625" y="2361738"/>
            <a:ext cx="4451307" cy="1548189"/>
          </a:xfrm>
          <a:prstGeom prst="rect">
            <a:avLst/>
          </a:prstGeom>
        </p:spPr>
      </p:pic>
      <p:pic>
        <p:nvPicPr>
          <p:cNvPr id="176" name="Picture 175" descr="A screenshot of a computer&#10;&#10;Description automatically generated">
            <a:extLst>
              <a:ext uri="{FF2B5EF4-FFF2-40B4-BE49-F238E27FC236}">
                <a16:creationId xmlns:a16="http://schemas.microsoft.com/office/drawing/2014/main" id="{C3B1158E-F703-A1C4-BE75-D048A727C813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" r="36395" b="96000"/>
          <a:stretch/>
        </p:blipFill>
        <p:spPr>
          <a:xfrm>
            <a:off x="4846401" y="28933"/>
            <a:ext cx="6282101" cy="356823"/>
          </a:xfrm>
          <a:prstGeom prst="rect">
            <a:avLst/>
          </a:prstGeom>
        </p:spPr>
      </p:pic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1900C2A-B136-4656-94EC-F3D11D82979F}"/>
              </a:ext>
            </a:extLst>
          </p:cNvPr>
          <p:cNvCxnSpPr>
            <a:cxnSpLocks/>
          </p:cNvCxnSpPr>
          <p:nvPr/>
        </p:nvCxnSpPr>
        <p:spPr>
          <a:xfrm>
            <a:off x="5654128" y="394030"/>
            <a:ext cx="21190" cy="584051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8C683C10-70ED-4602-B3EC-F084C5407BBD}"/>
              </a:ext>
            </a:extLst>
          </p:cNvPr>
          <p:cNvCxnSpPr>
            <a:cxnSpLocks/>
          </p:cNvCxnSpPr>
          <p:nvPr/>
        </p:nvCxnSpPr>
        <p:spPr>
          <a:xfrm flipH="1">
            <a:off x="9713925" y="301054"/>
            <a:ext cx="32801" cy="600737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Left Brace 184">
            <a:extLst>
              <a:ext uri="{FF2B5EF4-FFF2-40B4-BE49-F238E27FC236}">
                <a16:creationId xmlns:a16="http://schemas.microsoft.com/office/drawing/2014/main" id="{8594F63F-8096-38ED-8E0B-9E5A28ECAC7E}"/>
              </a:ext>
            </a:extLst>
          </p:cNvPr>
          <p:cNvSpPr/>
          <p:nvPr/>
        </p:nvSpPr>
        <p:spPr>
          <a:xfrm rot="16200000">
            <a:off x="3481379" y="4449499"/>
            <a:ext cx="289434" cy="4020333"/>
          </a:xfrm>
          <a:prstGeom prst="leftBrace">
            <a:avLst>
              <a:gd name="adj1" fmla="val 11045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Left Brace 186">
            <a:extLst>
              <a:ext uri="{FF2B5EF4-FFF2-40B4-BE49-F238E27FC236}">
                <a16:creationId xmlns:a16="http://schemas.microsoft.com/office/drawing/2014/main" id="{90D85B27-4016-7318-7158-22C49D32C85F}"/>
              </a:ext>
            </a:extLst>
          </p:cNvPr>
          <p:cNvSpPr/>
          <p:nvPr/>
        </p:nvSpPr>
        <p:spPr>
          <a:xfrm rot="16200000">
            <a:off x="7562818" y="4463490"/>
            <a:ext cx="289434" cy="3980444"/>
          </a:xfrm>
          <a:prstGeom prst="leftBrace">
            <a:avLst>
              <a:gd name="adj1" fmla="val 11045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2" name="Picture 191" descr="\documentclass{article}&#10;\usepackage{amsmath}&#10;\pagestyle{empty}&#10;\begin{document}&#10;&#10;$l = 2$&#10;&#10;\end{document}" title="IguanaTex Bitmap Display">
            <a:extLst>
              <a:ext uri="{FF2B5EF4-FFF2-40B4-BE49-F238E27FC236}">
                <a16:creationId xmlns:a16="http://schemas.microsoft.com/office/drawing/2014/main" id="{1A09DDCF-B684-9FE3-4655-9D6552FFA18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10" y="6602364"/>
            <a:ext cx="677486" cy="231771"/>
          </a:xfrm>
          <a:prstGeom prst="rect">
            <a:avLst/>
          </a:prstGeom>
        </p:spPr>
      </p:pic>
      <p:pic>
        <p:nvPicPr>
          <p:cNvPr id="194" name="Picture 193" descr="\documentclass{article}&#10;\usepackage{amsmath}&#10;\pagestyle{empty}&#10;\begin{document}&#10;&#10;&#10;$l=1$&#10;&#10;\end{document}" title="IguanaTex Bitmap Display">
            <a:extLst>
              <a:ext uri="{FF2B5EF4-FFF2-40B4-BE49-F238E27FC236}">
                <a16:creationId xmlns:a16="http://schemas.microsoft.com/office/drawing/2014/main" id="{CF6535A2-445A-84CB-D8CC-B1EE5C399D41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482" y="6602364"/>
            <a:ext cx="667581" cy="231771"/>
          </a:xfrm>
          <a:prstGeom prst="rect">
            <a:avLst/>
          </a:prstGeom>
        </p:spPr>
      </p:pic>
      <p:pic>
        <p:nvPicPr>
          <p:cNvPr id="101" name="Picture 100" descr="A group of different colored squares&#10;&#10;Description automatically generated">
            <a:extLst>
              <a:ext uri="{FF2B5EF4-FFF2-40B4-BE49-F238E27FC236}">
                <a16:creationId xmlns:a16="http://schemas.microsoft.com/office/drawing/2014/main" id="{0CC9B618-386A-7F0D-CF63-8BC42552A8F7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33" t="31381" r="9867" b="49376"/>
          <a:stretch/>
        </p:blipFill>
        <p:spPr>
          <a:xfrm>
            <a:off x="7719599" y="2367178"/>
            <a:ext cx="1918537" cy="1541833"/>
          </a:xfrm>
          <a:prstGeom prst="rect">
            <a:avLst/>
          </a:prstGeom>
        </p:spPr>
      </p:pic>
      <p:sp>
        <p:nvSpPr>
          <p:cNvPr id="205" name="Rectangle 204">
            <a:extLst>
              <a:ext uri="{FF2B5EF4-FFF2-40B4-BE49-F238E27FC236}">
                <a16:creationId xmlns:a16="http://schemas.microsoft.com/office/drawing/2014/main" id="{15BF8572-A203-904C-967C-19EE0957DBE6}"/>
              </a:ext>
            </a:extLst>
          </p:cNvPr>
          <p:cNvSpPr/>
          <p:nvPr/>
        </p:nvSpPr>
        <p:spPr>
          <a:xfrm>
            <a:off x="2951824" y="1084989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638850CB-E828-4217-8EF2-075FDA65A533}"/>
              </a:ext>
            </a:extLst>
          </p:cNvPr>
          <p:cNvCxnSpPr>
            <a:cxnSpLocks/>
            <a:stCxn id="205" idx="2"/>
          </p:cNvCxnSpPr>
          <p:nvPr/>
        </p:nvCxnSpPr>
        <p:spPr>
          <a:xfrm flipH="1">
            <a:off x="2811825" y="1531379"/>
            <a:ext cx="698404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860CA55A-206E-CC9A-2EC9-514636BBC426}"/>
              </a:ext>
            </a:extLst>
          </p:cNvPr>
          <p:cNvCxnSpPr>
            <a:cxnSpLocks/>
            <a:stCxn id="205" idx="2"/>
          </p:cNvCxnSpPr>
          <p:nvPr/>
        </p:nvCxnSpPr>
        <p:spPr>
          <a:xfrm>
            <a:off x="3510229" y="1531379"/>
            <a:ext cx="1132140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3D8333B2-6BED-0B08-71A9-DF135808A4C3}"/>
              </a:ext>
            </a:extLst>
          </p:cNvPr>
          <p:cNvSpPr txBox="1"/>
          <p:nvPr/>
        </p:nvSpPr>
        <p:spPr>
          <a:xfrm>
            <a:off x="2811825" y="1482398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9C6DE69-5A91-37A1-E8C2-6F75C36A1A1E}"/>
              </a:ext>
            </a:extLst>
          </p:cNvPr>
          <p:cNvSpPr txBox="1"/>
          <p:nvPr/>
        </p:nvSpPr>
        <p:spPr>
          <a:xfrm>
            <a:off x="4156833" y="1476497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pic>
        <p:nvPicPr>
          <p:cNvPr id="217" name="Picture 216" descr="\documentclass{article}&#10;\usepackage{amsmath}&#10;\pagestyle{empty}&#10;\begin{document}&#10;&#10;&#10;$\boldsymbol{z}^{(1)} \geq 0$&#10;&#10;\end{document}" title="IguanaTex Bitmap Display">
            <a:extLst>
              <a:ext uri="{FF2B5EF4-FFF2-40B4-BE49-F238E27FC236}">
                <a16:creationId xmlns:a16="http://schemas.microsoft.com/office/drawing/2014/main" id="{5285A051-BDAD-1CBE-960A-16122BBAED9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085" y="1145644"/>
            <a:ext cx="1042286" cy="310857"/>
          </a:xfrm>
          <a:prstGeom prst="rect">
            <a:avLst/>
          </a:prstGeom>
        </p:spPr>
      </p:pic>
      <p:sp>
        <p:nvSpPr>
          <p:cNvPr id="225" name="Arrow: Up 224">
            <a:extLst>
              <a:ext uri="{FF2B5EF4-FFF2-40B4-BE49-F238E27FC236}">
                <a16:creationId xmlns:a16="http://schemas.microsoft.com/office/drawing/2014/main" id="{26B9D93A-6A4B-B53D-8B6E-6A0120C1088F}"/>
              </a:ext>
            </a:extLst>
          </p:cNvPr>
          <p:cNvSpPr/>
          <p:nvPr/>
        </p:nvSpPr>
        <p:spPr>
          <a:xfrm>
            <a:off x="3625951" y="2040072"/>
            <a:ext cx="287172" cy="335049"/>
          </a:xfrm>
          <a:prstGeom prst="up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739098BC-0C31-43D4-2050-5347FE8887A6}"/>
              </a:ext>
            </a:extLst>
          </p:cNvPr>
          <p:cNvSpPr/>
          <p:nvPr/>
        </p:nvSpPr>
        <p:spPr>
          <a:xfrm>
            <a:off x="7192470" y="513489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BDD62DD7-34D1-6670-1393-650B74140673}"/>
              </a:ext>
            </a:extLst>
          </p:cNvPr>
          <p:cNvCxnSpPr>
            <a:cxnSpLocks/>
            <a:stCxn id="263" idx="2"/>
            <a:endCxn id="270" idx="0"/>
          </p:cNvCxnSpPr>
          <p:nvPr/>
        </p:nvCxnSpPr>
        <p:spPr>
          <a:xfrm flipH="1">
            <a:off x="6608902" y="959879"/>
            <a:ext cx="1141973" cy="2782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FFAC52BF-9082-938E-1B56-0B490070F36B}"/>
              </a:ext>
            </a:extLst>
          </p:cNvPr>
          <p:cNvCxnSpPr>
            <a:cxnSpLocks/>
            <a:stCxn id="263" idx="2"/>
            <a:endCxn id="272" idx="0"/>
          </p:cNvCxnSpPr>
          <p:nvPr/>
        </p:nvCxnSpPr>
        <p:spPr>
          <a:xfrm>
            <a:off x="7750875" y="959879"/>
            <a:ext cx="1118305" cy="2782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C0197CA6-89FE-770C-DC4A-A6E34254ACD3}"/>
              </a:ext>
            </a:extLst>
          </p:cNvPr>
          <p:cNvSpPr txBox="1"/>
          <p:nvPr/>
        </p:nvSpPr>
        <p:spPr>
          <a:xfrm>
            <a:off x="6687691" y="805395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FCDF831-30A1-761C-C10C-836AFE31004B}"/>
              </a:ext>
            </a:extLst>
          </p:cNvPr>
          <p:cNvSpPr txBox="1"/>
          <p:nvPr/>
        </p:nvSpPr>
        <p:spPr>
          <a:xfrm>
            <a:off x="8452999" y="839854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pic>
        <p:nvPicPr>
          <p:cNvPr id="268" name="Picture 267" descr="\documentclass{article}&#10;\usepackage{amsmath}&#10;\pagestyle{empty}&#10;\begin{document}&#10;&#10;&#10;$\boldsymbol{z}^{(1)} \geq 0$&#10;&#10;\end{document}" title="IguanaTex Bitmap Display">
            <a:extLst>
              <a:ext uri="{FF2B5EF4-FFF2-40B4-BE49-F238E27FC236}">
                <a16:creationId xmlns:a16="http://schemas.microsoft.com/office/drawing/2014/main" id="{F6D3BF8E-154F-967F-9703-3E0180B79E6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513" y="588658"/>
            <a:ext cx="1042286" cy="310857"/>
          </a:xfrm>
          <a:prstGeom prst="rect">
            <a:avLst/>
          </a:prstGeom>
        </p:spPr>
      </p:pic>
      <p:sp>
        <p:nvSpPr>
          <p:cNvPr id="270" name="Rectangle 269">
            <a:extLst>
              <a:ext uri="{FF2B5EF4-FFF2-40B4-BE49-F238E27FC236}">
                <a16:creationId xmlns:a16="http://schemas.microsoft.com/office/drawing/2014/main" id="{673148BD-D5AC-8784-599A-5104379F270F}"/>
              </a:ext>
            </a:extLst>
          </p:cNvPr>
          <p:cNvSpPr/>
          <p:nvPr/>
        </p:nvSpPr>
        <p:spPr>
          <a:xfrm>
            <a:off x="6050497" y="1238129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88E52EFA-212F-2EF4-7F71-D5C2D6BBE3B0}"/>
              </a:ext>
            </a:extLst>
          </p:cNvPr>
          <p:cNvSpPr/>
          <p:nvPr/>
        </p:nvSpPr>
        <p:spPr>
          <a:xfrm>
            <a:off x="8310775" y="1238129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3AEBAC87-7F48-DFC0-2368-F1CB3D778357}"/>
              </a:ext>
            </a:extLst>
          </p:cNvPr>
          <p:cNvCxnSpPr>
            <a:cxnSpLocks/>
            <a:stCxn id="270" idx="2"/>
          </p:cNvCxnSpPr>
          <p:nvPr/>
        </p:nvCxnSpPr>
        <p:spPr>
          <a:xfrm>
            <a:off x="6608902" y="1684519"/>
            <a:ext cx="557246" cy="401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ED38C6F0-401B-BE89-4199-005B2FB567F0}"/>
              </a:ext>
            </a:extLst>
          </p:cNvPr>
          <p:cNvCxnSpPr>
            <a:cxnSpLocks/>
            <a:stCxn id="270" idx="2"/>
          </p:cNvCxnSpPr>
          <p:nvPr/>
        </p:nvCxnSpPr>
        <p:spPr>
          <a:xfrm flipH="1">
            <a:off x="6114723" y="1684519"/>
            <a:ext cx="494179" cy="401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Arrow: Up 279">
            <a:extLst>
              <a:ext uri="{FF2B5EF4-FFF2-40B4-BE49-F238E27FC236}">
                <a16:creationId xmlns:a16="http://schemas.microsoft.com/office/drawing/2014/main" id="{B581BD35-74E6-7C72-289A-092B7524F626}"/>
              </a:ext>
            </a:extLst>
          </p:cNvPr>
          <p:cNvSpPr/>
          <p:nvPr/>
        </p:nvSpPr>
        <p:spPr>
          <a:xfrm>
            <a:off x="7730843" y="2040071"/>
            <a:ext cx="287172" cy="335049"/>
          </a:xfrm>
          <a:prstGeom prst="up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8B585ED2-75C8-BB4C-81BE-993073B4F87A}"/>
              </a:ext>
            </a:extLst>
          </p:cNvPr>
          <p:cNvCxnSpPr>
            <a:cxnSpLocks/>
            <a:stCxn id="272" idx="2"/>
          </p:cNvCxnSpPr>
          <p:nvPr/>
        </p:nvCxnSpPr>
        <p:spPr>
          <a:xfrm flipH="1">
            <a:off x="8426850" y="1684519"/>
            <a:ext cx="442330" cy="36605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C9A4A75D-E1B5-D713-2B6A-62D4263E0BFB}"/>
              </a:ext>
            </a:extLst>
          </p:cNvPr>
          <p:cNvCxnSpPr>
            <a:cxnSpLocks/>
            <a:stCxn id="272" idx="2"/>
          </p:cNvCxnSpPr>
          <p:nvPr/>
        </p:nvCxnSpPr>
        <p:spPr>
          <a:xfrm>
            <a:off x="8869180" y="1684519"/>
            <a:ext cx="552339" cy="36605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8" name="Picture 287" descr="\documentclass{article}&#10;\usepackage{amsmath}&#10;\pagestyle{empty}&#10;\begin{document}&#10;&#10;$\boldsymbol{z}^{(2)} \geq 0$&#10;&#10;&#10;\end{document}" title="IguanaTex Bitmap Display">
            <a:extLst>
              <a:ext uri="{FF2B5EF4-FFF2-40B4-BE49-F238E27FC236}">
                <a16:creationId xmlns:a16="http://schemas.microsoft.com/office/drawing/2014/main" id="{E98C4A21-436D-4383-3968-41488568F2CF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758" y="1317380"/>
            <a:ext cx="1042286" cy="310857"/>
          </a:xfrm>
          <a:prstGeom prst="rect">
            <a:avLst/>
          </a:prstGeom>
        </p:spPr>
      </p:pic>
      <p:pic>
        <p:nvPicPr>
          <p:cNvPr id="289" name="Picture 288" descr="\documentclass{article}&#10;\usepackage{amsmath}&#10;\pagestyle{empty}&#10;\begin{document}&#10;&#10;$\boldsymbol{z}^{(2)} \geq 0$&#10;&#10;&#10;\end{document}" title="IguanaTex Bitmap Display">
            <a:extLst>
              <a:ext uri="{FF2B5EF4-FFF2-40B4-BE49-F238E27FC236}">
                <a16:creationId xmlns:a16="http://schemas.microsoft.com/office/drawing/2014/main" id="{A5136A0B-D3E0-1F61-3D2A-6BDA2658EE1A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278" y="1317380"/>
            <a:ext cx="1042286" cy="310857"/>
          </a:xfrm>
          <a:prstGeom prst="rect">
            <a:avLst/>
          </a:prstGeom>
        </p:spPr>
      </p:pic>
      <p:sp>
        <p:nvSpPr>
          <p:cNvPr id="303" name="Rectangle 302">
            <a:extLst>
              <a:ext uri="{FF2B5EF4-FFF2-40B4-BE49-F238E27FC236}">
                <a16:creationId xmlns:a16="http://schemas.microsoft.com/office/drawing/2014/main" id="{B337E570-DB11-4FBB-B283-D086646C5813}"/>
              </a:ext>
            </a:extLst>
          </p:cNvPr>
          <p:cNvSpPr/>
          <p:nvPr/>
        </p:nvSpPr>
        <p:spPr>
          <a:xfrm>
            <a:off x="11284341" y="302559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8C5800AA-96D8-3CFF-E0BD-80544DC48C41}"/>
              </a:ext>
            </a:extLst>
          </p:cNvPr>
          <p:cNvCxnSpPr>
            <a:cxnSpLocks/>
            <a:stCxn id="303" idx="2"/>
            <a:endCxn id="309" idx="0"/>
          </p:cNvCxnSpPr>
          <p:nvPr/>
        </p:nvCxnSpPr>
        <p:spPr>
          <a:xfrm flipH="1">
            <a:off x="10700773" y="748949"/>
            <a:ext cx="1141973" cy="2782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B39C7609-49FB-119B-2CE4-32CA3202C810}"/>
              </a:ext>
            </a:extLst>
          </p:cNvPr>
          <p:cNvCxnSpPr>
            <a:cxnSpLocks/>
            <a:stCxn id="303" idx="2"/>
            <a:endCxn id="310" idx="0"/>
          </p:cNvCxnSpPr>
          <p:nvPr/>
        </p:nvCxnSpPr>
        <p:spPr>
          <a:xfrm>
            <a:off x="11842746" y="748949"/>
            <a:ext cx="1118305" cy="2782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TextBox 305">
            <a:extLst>
              <a:ext uri="{FF2B5EF4-FFF2-40B4-BE49-F238E27FC236}">
                <a16:creationId xmlns:a16="http://schemas.microsoft.com/office/drawing/2014/main" id="{6E119413-C59F-2245-F7EA-EDBB4D309D16}"/>
              </a:ext>
            </a:extLst>
          </p:cNvPr>
          <p:cNvSpPr txBox="1"/>
          <p:nvPr/>
        </p:nvSpPr>
        <p:spPr>
          <a:xfrm>
            <a:off x="10779562" y="594465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5F43556A-0CEC-6283-3BBD-B6B422A71DBB}"/>
              </a:ext>
            </a:extLst>
          </p:cNvPr>
          <p:cNvSpPr txBox="1"/>
          <p:nvPr/>
        </p:nvSpPr>
        <p:spPr>
          <a:xfrm>
            <a:off x="12544870" y="628924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pic>
        <p:nvPicPr>
          <p:cNvPr id="308" name="Picture 307" descr="\documentclass{article}&#10;\usepackage{amsmath}&#10;\pagestyle{empty}&#10;\begin{document}&#10;&#10;&#10;$\boldsymbol{z}^{(1)} \geq 0$&#10;&#10;\end{document}" title="IguanaTex Bitmap Display">
            <a:extLst>
              <a:ext uri="{FF2B5EF4-FFF2-40B4-BE49-F238E27FC236}">
                <a16:creationId xmlns:a16="http://schemas.microsoft.com/office/drawing/2014/main" id="{06D6E271-D539-3F1A-B8DA-307EAADBD4C6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384" y="377728"/>
            <a:ext cx="1042286" cy="310857"/>
          </a:xfrm>
          <a:prstGeom prst="rect">
            <a:avLst/>
          </a:prstGeom>
        </p:spPr>
      </p:pic>
      <p:sp>
        <p:nvSpPr>
          <p:cNvPr id="309" name="Rectangle 308">
            <a:extLst>
              <a:ext uri="{FF2B5EF4-FFF2-40B4-BE49-F238E27FC236}">
                <a16:creationId xmlns:a16="http://schemas.microsoft.com/office/drawing/2014/main" id="{DD88232F-3594-0D7E-21AC-DED7628198DF}"/>
              </a:ext>
            </a:extLst>
          </p:cNvPr>
          <p:cNvSpPr/>
          <p:nvPr/>
        </p:nvSpPr>
        <p:spPr>
          <a:xfrm>
            <a:off x="10142368" y="1027199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3C696479-F1EE-1118-9AC2-2397E9A166D8}"/>
              </a:ext>
            </a:extLst>
          </p:cNvPr>
          <p:cNvSpPr/>
          <p:nvPr/>
        </p:nvSpPr>
        <p:spPr>
          <a:xfrm>
            <a:off x="12402646" y="1027199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1CA6ADAF-A92F-56E1-B434-C170D67BE60F}"/>
              </a:ext>
            </a:extLst>
          </p:cNvPr>
          <p:cNvCxnSpPr>
            <a:cxnSpLocks/>
            <a:stCxn id="309" idx="2"/>
          </p:cNvCxnSpPr>
          <p:nvPr/>
        </p:nvCxnSpPr>
        <p:spPr>
          <a:xfrm>
            <a:off x="10700773" y="1473589"/>
            <a:ext cx="557246" cy="401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9BB7343A-5979-0DC3-1824-93922B52493B}"/>
              </a:ext>
            </a:extLst>
          </p:cNvPr>
          <p:cNvCxnSpPr>
            <a:cxnSpLocks/>
            <a:stCxn id="309" idx="2"/>
          </p:cNvCxnSpPr>
          <p:nvPr/>
        </p:nvCxnSpPr>
        <p:spPr>
          <a:xfrm flipH="1">
            <a:off x="10206594" y="1473589"/>
            <a:ext cx="494179" cy="401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C0A71C2B-3CB2-79CE-27C4-21FCFF96E9CC}"/>
              </a:ext>
            </a:extLst>
          </p:cNvPr>
          <p:cNvCxnSpPr>
            <a:cxnSpLocks/>
            <a:stCxn id="310" idx="2"/>
          </p:cNvCxnSpPr>
          <p:nvPr/>
        </p:nvCxnSpPr>
        <p:spPr>
          <a:xfrm flipH="1">
            <a:off x="12518721" y="1473589"/>
            <a:ext cx="442330" cy="36605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9B04838B-04C7-EF44-B288-20DF0FB536F7}"/>
              </a:ext>
            </a:extLst>
          </p:cNvPr>
          <p:cNvCxnSpPr>
            <a:cxnSpLocks/>
            <a:stCxn id="310" idx="2"/>
          </p:cNvCxnSpPr>
          <p:nvPr/>
        </p:nvCxnSpPr>
        <p:spPr>
          <a:xfrm>
            <a:off x="12961051" y="1473589"/>
            <a:ext cx="552339" cy="36605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5" name="Picture 314" descr="\documentclass{article}&#10;\usepackage{amsmath}&#10;\pagestyle{empty}&#10;\begin{document}&#10;&#10;$\boldsymbol{z}^{(2)} \geq 0$&#10;&#10;&#10;\end{document}" title="IguanaTex Bitmap Display">
            <a:extLst>
              <a:ext uri="{FF2B5EF4-FFF2-40B4-BE49-F238E27FC236}">
                <a16:creationId xmlns:a16="http://schemas.microsoft.com/office/drawing/2014/main" id="{D851FF0C-6F0A-D428-DD29-DDB32EF2D926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9629" y="1106450"/>
            <a:ext cx="1042286" cy="310857"/>
          </a:xfrm>
          <a:prstGeom prst="rect">
            <a:avLst/>
          </a:prstGeom>
        </p:spPr>
      </p:pic>
      <p:pic>
        <p:nvPicPr>
          <p:cNvPr id="316" name="Picture 315" descr="\documentclass{article}&#10;\usepackage{amsmath}&#10;\pagestyle{empty}&#10;\begin{document}&#10;&#10;$\boldsymbol{z}^{(2)} \geq 0$&#10;&#10;&#10;\end{document}" title="IguanaTex Bitmap Display">
            <a:extLst>
              <a:ext uri="{FF2B5EF4-FFF2-40B4-BE49-F238E27FC236}">
                <a16:creationId xmlns:a16="http://schemas.microsoft.com/office/drawing/2014/main" id="{21859940-8C8B-07AA-648D-63F02A74058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2149" y="1106450"/>
            <a:ext cx="1042286" cy="310857"/>
          </a:xfrm>
          <a:prstGeom prst="rect">
            <a:avLst/>
          </a:prstGeom>
        </p:spPr>
      </p:pic>
      <p:sp>
        <p:nvSpPr>
          <p:cNvPr id="318" name="Oval 317">
            <a:extLst>
              <a:ext uri="{FF2B5EF4-FFF2-40B4-BE49-F238E27FC236}">
                <a16:creationId xmlns:a16="http://schemas.microsoft.com/office/drawing/2014/main" id="{970DD6B7-82EF-7CB7-B4ED-B649D21A0D70}"/>
              </a:ext>
            </a:extLst>
          </p:cNvPr>
          <p:cNvSpPr/>
          <p:nvPr/>
        </p:nvSpPr>
        <p:spPr>
          <a:xfrm>
            <a:off x="10042469" y="1903862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427E6DDC-388E-5039-4B1F-64EED55AA4DC}"/>
              </a:ext>
            </a:extLst>
          </p:cNvPr>
          <p:cNvSpPr/>
          <p:nvPr/>
        </p:nvSpPr>
        <p:spPr>
          <a:xfrm>
            <a:off x="11134599" y="1926904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DF526C31-C294-7A08-63C3-ADF7C41B537B}"/>
              </a:ext>
            </a:extLst>
          </p:cNvPr>
          <p:cNvSpPr/>
          <p:nvPr/>
        </p:nvSpPr>
        <p:spPr>
          <a:xfrm>
            <a:off x="12335267" y="1921186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E7164334-3BBF-3EE3-092E-82138E475B00}"/>
              </a:ext>
            </a:extLst>
          </p:cNvPr>
          <p:cNvSpPr/>
          <p:nvPr/>
        </p:nvSpPr>
        <p:spPr>
          <a:xfrm>
            <a:off x="13376082" y="1921186"/>
            <a:ext cx="274320" cy="2743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Arrow: Up 321">
            <a:extLst>
              <a:ext uri="{FF2B5EF4-FFF2-40B4-BE49-F238E27FC236}">
                <a16:creationId xmlns:a16="http://schemas.microsoft.com/office/drawing/2014/main" id="{4A50532A-8FA3-B0BE-781A-CDEF62A535A4}"/>
              </a:ext>
            </a:extLst>
          </p:cNvPr>
          <p:cNvSpPr/>
          <p:nvPr/>
        </p:nvSpPr>
        <p:spPr>
          <a:xfrm>
            <a:off x="11798301" y="2017452"/>
            <a:ext cx="287172" cy="335049"/>
          </a:xfrm>
          <a:prstGeom prst="up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Left Brace 325">
            <a:extLst>
              <a:ext uri="{FF2B5EF4-FFF2-40B4-BE49-F238E27FC236}">
                <a16:creationId xmlns:a16="http://schemas.microsoft.com/office/drawing/2014/main" id="{78495204-5A27-D1A6-F47B-6C5114DBC33A}"/>
              </a:ext>
            </a:extLst>
          </p:cNvPr>
          <p:cNvSpPr/>
          <p:nvPr/>
        </p:nvSpPr>
        <p:spPr>
          <a:xfrm rot="10800000">
            <a:off x="13825067" y="61241"/>
            <a:ext cx="289434" cy="1942385"/>
          </a:xfrm>
          <a:prstGeom prst="leftBrace">
            <a:avLst>
              <a:gd name="adj1" fmla="val 11045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7" name="Left Brace 326">
            <a:extLst>
              <a:ext uri="{FF2B5EF4-FFF2-40B4-BE49-F238E27FC236}">
                <a16:creationId xmlns:a16="http://schemas.microsoft.com/office/drawing/2014/main" id="{91A1D5A7-760A-2EDF-505C-1E44518E8021}"/>
              </a:ext>
            </a:extLst>
          </p:cNvPr>
          <p:cNvSpPr/>
          <p:nvPr/>
        </p:nvSpPr>
        <p:spPr>
          <a:xfrm rot="10800000">
            <a:off x="13739268" y="2489920"/>
            <a:ext cx="289434" cy="1204080"/>
          </a:xfrm>
          <a:prstGeom prst="leftBrace">
            <a:avLst>
              <a:gd name="adj1" fmla="val 11045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8" name="Left Brace 327">
            <a:extLst>
              <a:ext uri="{FF2B5EF4-FFF2-40B4-BE49-F238E27FC236}">
                <a16:creationId xmlns:a16="http://schemas.microsoft.com/office/drawing/2014/main" id="{C3EBB1A7-B4DD-464E-9F5A-842E0508D4B9}"/>
              </a:ext>
            </a:extLst>
          </p:cNvPr>
          <p:cNvSpPr/>
          <p:nvPr/>
        </p:nvSpPr>
        <p:spPr>
          <a:xfrm rot="10800000">
            <a:off x="13895153" y="4056655"/>
            <a:ext cx="289434" cy="2431125"/>
          </a:xfrm>
          <a:prstGeom prst="leftBrace">
            <a:avLst>
              <a:gd name="adj1" fmla="val 11045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2A579F9E-0509-1FDA-FFC2-6EA65516DA64}"/>
              </a:ext>
            </a:extLst>
          </p:cNvPr>
          <p:cNvSpPr txBox="1"/>
          <p:nvPr/>
        </p:nvSpPr>
        <p:spPr>
          <a:xfrm>
            <a:off x="14145645" y="688585"/>
            <a:ext cx="2057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 Tree Structure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91CDAE99-E369-E6F9-BE0E-85CEBD7DB1DA}"/>
              </a:ext>
            </a:extLst>
          </p:cNvPr>
          <p:cNvSpPr txBox="1"/>
          <p:nvPr/>
        </p:nvSpPr>
        <p:spPr>
          <a:xfrm>
            <a:off x="13992575" y="2877724"/>
            <a:ext cx="244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 Decision Boundary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09975E25-AAA5-D703-6A80-B6202278DBB3}"/>
              </a:ext>
            </a:extLst>
          </p:cNvPr>
          <p:cNvSpPr txBox="1"/>
          <p:nvPr/>
        </p:nvSpPr>
        <p:spPr>
          <a:xfrm>
            <a:off x="14206007" y="5071320"/>
            <a:ext cx="2317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 Network Structure</a:t>
            </a:r>
          </a:p>
        </p:txBody>
      </p:sp>
    </p:spTree>
    <p:extLst>
      <p:ext uri="{BB962C8B-B14F-4D97-AF65-F5344CB8AC3E}">
        <p14:creationId xmlns:p14="http://schemas.microsoft.com/office/powerpoint/2010/main" val="1152948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500C949F-CD39-BECA-B528-49CE9348058E}"/>
              </a:ext>
            </a:extLst>
          </p:cNvPr>
          <p:cNvSpPr/>
          <p:nvPr/>
        </p:nvSpPr>
        <p:spPr>
          <a:xfrm>
            <a:off x="1643953" y="4764320"/>
            <a:ext cx="894538" cy="14348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E694AA-78D7-3194-FB7D-92C9F7E519F4}"/>
              </a:ext>
            </a:extLst>
          </p:cNvPr>
          <p:cNvSpPr/>
          <p:nvPr/>
        </p:nvSpPr>
        <p:spPr>
          <a:xfrm>
            <a:off x="2711398" y="4102850"/>
            <a:ext cx="8991529" cy="2140866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64B4F9-A93E-CF8B-A764-7B588198E2FD}"/>
              </a:ext>
            </a:extLst>
          </p:cNvPr>
          <p:cNvSpPr>
            <a:spLocks/>
          </p:cNvSpPr>
          <p:nvPr/>
        </p:nvSpPr>
        <p:spPr>
          <a:xfrm>
            <a:off x="2722205" y="278204"/>
            <a:ext cx="11982147" cy="2006039"/>
          </a:xfrm>
          <a:prstGeom prst="rect">
            <a:avLst/>
          </a:prstGeom>
          <a:solidFill>
            <a:schemeClr val="bg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2361AE6-8DB7-650A-BA96-6F89954C8545}"/>
              </a:ext>
            </a:extLst>
          </p:cNvPr>
          <p:cNvSpPr/>
          <p:nvPr/>
        </p:nvSpPr>
        <p:spPr>
          <a:xfrm>
            <a:off x="5298695" y="4215680"/>
            <a:ext cx="548640" cy="548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FDBE850-8659-0C02-F1D7-5ACEDE038639}"/>
              </a:ext>
            </a:extLst>
          </p:cNvPr>
          <p:cNvSpPr/>
          <p:nvPr/>
        </p:nvSpPr>
        <p:spPr>
          <a:xfrm>
            <a:off x="3303991" y="4169960"/>
            <a:ext cx="640080" cy="6400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350857-F2CC-2509-46EE-9DC8DF5EBD52}"/>
              </a:ext>
            </a:extLst>
          </p:cNvPr>
          <p:cNvSpPr/>
          <p:nvPr/>
        </p:nvSpPr>
        <p:spPr>
          <a:xfrm>
            <a:off x="3303991" y="5365329"/>
            <a:ext cx="640080" cy="6400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8749B5-8FAA-C19A-D1F9-8719A57E060B}"/>
              </a:ext>
            </a:extLst>
          </p:cNvPr>
          <p:cNvSpPr/>
          <p:nvPr/>
        </p:nvSpPr>
        <p:spPr>
          <a:xfrm>
            <a:off x="7334247" y="4169960"/>
            <a:ext cx="640080" cy="6400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876552-641B-D5A6-14C9-648493F63B1F}"/>
              </a:ext>
            </a:extLst>
          </p:cNvPr>
          <p:cNvSpPr/>
          <p:nvPr/>
        </p:nvSpPr>
        <p:spPr>
          <a:xfrm>
            <a:off x="7334247" y="5365329"/>
            <a:ext cx="640080" cy="6400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5D0BD1-2DE4-9D87-D4A4-B72A9C1D7797}"/>
              </a:ext>
            </a:extLst>
          </p:cNvPr>
          <p:cNvSpPr/>
          <p:nvPr/>
        </p:nvSpPr>
        <p:spPr>
          <a:xfrm>
            <a:off x="1829751" y="5411049"/>
            <a:ext cx="548640" cy="548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943999-9524-9B5B-C260-EC33A93D74F2}"/>
              </a:ext>
            </a:extLst>
          </p:cNvPr>
          <p:cNvCxnSpPr>
            <a:stCxn id="16" idx="3"/>
            <a:endCxn id="8" idx="2"/>
          </p:cNvCxnSpPr>
          <p:nvPr/>
        </p:nvCxnSpPr>
        <p:spPr>
          <a:xfrm>
            <a:off x="2378391" y="5685369"/>
            <a:ext cx="925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\documentclass{article}&#10;\usepackage{amsmath}&#10;\pagestyle{empty}&#10;\begin{document}&#10;&#10;$\boldsymbol{x}$&#10;&#10;\end{document}" title="IguanaTex Bitmap Display">
            <a:extLst>
              <a:ext uri="{FF2B5EF4-FFF2-40B4-BE49-F238E27FC236}">
                <a16:creationId xmlns:a16="http://schemas.microsoft.com/office/drawing/2014/main" id="{40331D55-7708-1187-E710-CB9900C1DAE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214" y="5615883"/>
            <a:ext cx="173714" cy="138972"/>
          </a:xfrm>
          <a:prstGeom prst="rect">
            <a:avLst/>
          </a:prstGeom>
        </p:spPr>
      </p:pic>
      <p:pic>
        <p:nvPicPr>
          <p:cNvPr id="40" name="Picture 39" descr="\documentclass{article}&#10;\usepackage{amsmath}&#10;\pagestyle{empty}&#10;\begin{document}&#10;&#10;$\boldsymbol{z}^{(1)}$&#10;&#10;&#10;\end{document}" title="IguanaTex Bitmap Display">
            <a:extLst>
              <a:ext uri="{FF2B5EF4-FFF2-40B4-BE49-F238E27FC236}">
                <a16:creationId xmlns:a16="http://schemas.microsoft.com/office/drawing/2014/main" id="{0C2CB6A0-4BA3-C251-AF1C-0349FE3FB6A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036" y="5501014"/>
            <a:ext cx="457143" cy="270629"/>
          </a:xfrm>
          <a:prstGeom prst="rect">
            <a:avLst/>
          </a:prstGeom>
        </p:spPr>
      </p:pic>
      <p:pic>
        <p:nvPicPr>
          <p:cNvPr id="43" name="Picture 42" descr="\documentclass{article}&#10;\usepackage{amsmath}&#10;\pagestyle{empty}&#10;\begin{document}&#10;&#10;&#10;$\boldsymbol{a}^{(1)}$&#10;&#10;\end{document}" title="IguanaTex Bitmap Display">
            <a:extLst>
              <a:ext uri="{FF2B5EF4-FFF2-40B4-BE49-F238E27FC236}">
                <a16:creationId xmlns:a16="http://schemas.microsoft.com/office/drawing/2014/main" id="{09D8BE09-A629-6332-FC09-1465164150A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465" y="4335704"/>
            <a:ext cx="466286" cy="270629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8EA5FA9-AB34-0CD6-8CF8-2FD91CFCA6B5}"/>
              </a:ext>
            </a:extLst>
          </p:cNvPr>
          <p:cNvCxnSpPr>
            <a:cxnSpLocks/>
            <a:stCxn id="8" idx="0"/>
            <a:endCxn id="3" idx="4"/>
          </p:cNvCxnSpPr>
          <p:nvPr/>
        </p:nvCxnSpPr>
        <p:spPr>
          <a:xfrm flipV="1">
            <a:off x="3624031" y="4810040"/>
            <a:ext cx="0" cy="5552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 descr="\documentclass{article}&#10;\usepackage{amsmath}&#10;\pagestyle{empty}&#10;\begin{document}&#10;&#10;$\boldsymbol{o}^{(1)}$&#10;&#10;\end{document}" title="IguanaTex Bitmap Display">
            <a:extLst>
              <a:ext uri="{FF2B5EF4-FFF2-40B4-BE49-F238E27FC236}">
                <a16:creationId xmlns:a16="http://schemas.microsoft.com/office/drawing/2014/main" id="{3C87C2AB-3973-6C82-135A-680F453F780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965" y="4335704"/>
            <a:ext cx="451657" cy="270629"/>
          </a:xfrm>
          <a:prstGeom prst="rect">
            <a:avLst/>
          </a:prstGeom>
        </p:spPr>
      </p:pic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4C296A78-D880-549B-A6D3-6304A8B36A44}"/>
              </a:ext>
            </a:extLst>
          </p:cNvPr>
          <p:cNvCxnSpPr>
            <a:cxnSpLocks/>
            <a:stCxn id="3" idx="6"/>
            <a:endCxn id="55" idx="2"/>
          </p:cNvCxnSpPr>
          <p:nvPr/>
        </p:nvCxnSpPr>
        <p:spPr>
          <a:xfrm>
            <a:off x="3944071" y="4490000"/>
            <a:ext cx="1628944" cy="274320"/>
          </a:xfrm>
          <a:prstGeom prst="curvedConnector4">
            <a:avLst>
              <a:gd name="adj1" fmla="val 41580"/>
              <a:gd name="adj2" fmla="val 183333"/>
            </a:avLst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DEECDA6D-4DF1-9ECE-3221-28CD7EBAE613}"/>
              </a:ext>
            </a:extLst>
          </p:cNvPr>
          <p:cNvSpPr/>
          <p:nvPr/>
        </p:nvSpPr>
        <p:spPr>
          <a:xfrm>
            <a:off x="9333724" y="4215680"/>
            <a:ext cx="548640" cy="548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 descr="A group of different colored squares&#10;&#10;Description automatically generated">
            <a:extLst>
              <a:ext uri="{FF2B5EF4-FFF2-40B4-BE49-F238E27FC236}">
                <a16:creationId xmlns:a16="http://schemas.microsoft.com/office/drawing/2014/main" id="{98A51205-44EB-1968-9D68-459E32FE414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48" r="52540" b="69584"/>
          <a:stretch/>
        </p:blipFill>
        <p:spPr>
          <a:xfrm>
            <a:off x="2513262" y="2403163"/>
            <a:ext cx="2112601" cy="1519806"/>
          </a:xfrm>
          <a:prstGeom prst="rect">
            <a:avLst/>
          </a:prstGeom>
        </p:spPr>
      </p:pic>
      <p:pic>
        <p:nvPicPr>
          <p:cNvPr id="67" name="Picture 66" descr="A group of different colored squares&#10;&#10;Description automatically generated">
            <a:extLst>
              <a:ext uri="{FF2B5EF4-FFF2-40B4-BE49-F238E27FC236}">
                <a16:creationId xmlns:a16="http://schemas.microsoft.com/office/drawing/2014/main" id="{37505048-F453-004F-6004-41E45D5FF5A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81" r="52089" b="49376"/>
          <a:stretch/>
        </p:blipFill>
        <p:spPr>
          <a:xfrm>
            <a:off x="6531817" y="2350851"/>
            <a:ext cx="2132653" cy="1541832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0CFFCF8-7A71-6B64-6132-57EE21BB6262}"/>
              </a:ext>
            </a:extLst>
          </p:cNvPr>
          <p:cNvCxnSpPr>
            <a:cxnSpLocks/>
          </p:cNvCxnSpPr>
          <p:nvPr/>
        </p:nvCxnSpPr>
        <p:spPr>
          <a:xfrm flipH="1">
            <a:off x="2550243" y="243241"/>
            <a:ext cx="27711" cy="5974974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80" descr="\documentclass{article}&#10;\usepackage{amsmath}&#10;\pagestyle{empty}&#10;\begin{document}&#10;&#10;$\boldsymbol{a}^{(2)}$&#10;&#10;&#10;\end{document}" title="IguanaTex Bitmap Display">
            <a:extLst>
              <a:ext uri="{FF2B5EF4-FFF2-40B4-BE49-F238E27FC236}">
                <a16:creationId xmlns:a16="http://schemas.microsoft.com/office/drawing/2014/main" id="{34E566A2-7B19-675D-DB01-739F65756C3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863" y="4335703"/>
            <a:ext cx="466286" cy="270629"/>
          </a:xfrm>
          <a:prstGeom prst="rect">
            <a:avLst/>
          </a:prstGeom>
        </p:spPr>
      </p:pic>
      <p:pic>
        <p:nvPicPr>
          <p:cNvPr id="88" name="Picture 87" descr="\documentclass{article}&#10;\usepackage{amsmath}&#10;\pagestyle{empty}&#10;\begin{document}&#10;&#10;$\boldsymbol{z}^{(2)}$&#10;&#10;&#10;\end{document}" title="IguanaTex Bitmap Display">
            <a:extLst>
              <a:ext uri="{FF2B5EF4-FFF2-40B4-BE49-F238E27FC236}">
                <a16:creationId xmlns:a16="http://schemas.microsoft.com/office/drawing/2014/main" id="{A362BD0C-37BA-0D66-2137-01DC14D41A3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434" y="5501807"/>
            <a:ext cx="457143" cy="270629"/>
          </a:xfrm>
          <a:prstGeom prst="rect">
            <a:avLst/>
          </a:prstGeom>
        </p:spPr>
      </p:pic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44F21FD-4D65-0007-EEC5-986F9708EC55}"/>
              </a:ext>
            </a:extLst>
          </p:cNvPr>
          <p:cNvCxnSpPr>
            <a:cxnSpLocks/>
          </p:cNvCxnSpPr>
          <p:nvPr/>
        </p:nvCxnSpPr>
        <p:spPr>
          <a:xfrm flipV="1">
            <a:off x="3624031" y="3805382"/>
            <a:ext cx="0" cy="364578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Picture 95" descr="A group of different colored squares&#10;&#10;Description automatically generated">
            <a:extLst>
              <a:ext uri="{FF2B5EF4-FFF2-40B4-BE49-F238E27FC236}">
                <a16:creationId xmlns:a16="http://schemas.microsoft.com/office/drawing/2014/main" id="{38A9D185-B469-D2C1-B22F-AD591B673C13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00" t="11127" r="8242" b="69630"/>
          <a:stretch/>
        </p:blipFill>
        <p:spPr>
          <a:xfrm>
            <a:off x="4606006" y="2355240"/>
            <a:ext cx="1992279" cy="1541832"/>
          </a:xfrm>
          <a:prstGeom prst="rect">
            <a:avLst/>
          </a:prstGeom>
        </p:spPr>
      </p:pic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5739F68-5B4B-F750-1F36-E8417C75C373}"/>
              </a:ext>
            </a:extLst>
          </p:cNvPr>
          <p:cNvCxnSpPr>
            <a:cxnSpLocks/>
          </p:cNvCxnSpPr>
          <p:nvPr/>
        </p:nvCxnSpPr>
        <p:spPr>
          <a:xfrm flipV="1">
            <a:off x="5563204" y="3901461"/>
            <a:ext cx="0" cy="323065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D67DA70-6EF5-0D58-BBC5-738637F3358E}"/>
              </a:ext>
            </a:extLst>
          </p:cNvPr>
          <p:cNvCxnSpPr>
            <a:cxnSpLocks/>
          </p:cNvCxnSpPr>
          <p:nvPr/>
        </p:nvCxnSpPr>
        <p:spPr>
          <a:xfrm flipH="1" flipV="1">
            <a:off x="7648381" y="3879993"/>
            <a:ext cx="5050" cy="282405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4CBCA95-4CC0-B36E-C585-48FAC72AAAF6}"/>
              </a:ext>
            </a:extLst>
          </p:cNvPr>
          <p:cNvCxnSpPr>
            <a:cxnSpLocks/>
          </p:cNvCxnSpPr>
          <p:nvPr/>
        </p:nvCxnSpPr>
        <p:spPr>
          <a:xfrm flipV="1">
            <a:off x="9613218" y="3879993"/>
            <a:ext cx="0" cy="350706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98323D01-32D8-BDA7-4F68-50229DE5D44A}"/>
              </a:ext>
            </a:extLst>
          </p:cNvPr>
          <p:cNvCxnSpPr>
            <a:cxnSpLocks/>
            <a:stCxn id="9" idx="6"/>
            <a:endCxn id="61" idx="2"/>
          </p:cNvCxnSpPr>
          <p:nvPr/>
        </p:nvCxnSpPr>
        <p:spPr>
          <a:xfrm>
            <a:off x="7974327" y="4490000"/>
            <a:ext cx="1633717" cy="274320"/>
          </a:xfrm>
          <a:prstGeom prst="curvedConnector4">
            <a:avLst>
              <a:gd name="adj1" fmla="val 41604"/>
              <a:gd name="adj2" fmla="val 183333"/>
            </a:avLst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Picture 108" descr="\documentclass{article}&#10;\usepackage{amsmath}&#10;\pagestyle{empty}&#10;\begin{document}&#10;&#10;$\boldsymbol{o}^{(2)}$&#10;&#10;\end{document}" title="IguanaTex Bitmap Display">
            <a:extLst>
              <a:ext uri="{FF2B5EF4-FFF2-40B4-BE49-F238E27FC236}">
                <a16:creationId xmlns:a16="http://schemas.microsoft.com/office/drawing/2014/main" id="{78E930A7-8887-6673-5198-5AFC317E1C8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789" y="4335705"/>
            <a:ext cx="451657" cy="270629"/>
          </a:xfrm>
          <a:prstGeom prst="rect">
            <a:avLst/>
          </a:prstGeom>
        </p:spPr>
      </p:pic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2FB354F-6EB1-E97B-3B1D-166A5252583B}"/>
              </a:ext>
            </a:extLst>
          </p:cNvPr>
          <p:cNvCxnSpPr>
            <a:cxnSpLocks/>
            <a:stCxn id="11" idx="0"/>
            <a:endCxn id="9" idx="4"/>
          </p:cNvCxnSpPr>
          <p:nvPr/>
        </p:nvCxnSpPr>
        <p:spPr>
          <a:xfrm flipV="1">
            <a:off x="7654287" y="4810040"/>
            <a:ext cx="0" cy="5552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D44A864-04C5-214E-8D8B-4FB9D00B5380}"/>
              </a:ext>
            </a:extLst>
          </p:cNvPr>
          <p:cNvCxnSpPr>
            <a:cxnSpLocks/>
            <a:stCxn id="3" idx="4"/>
            <a:endCxn id="11" idx="2"/>
          </p:cNvCxnSpPr>
          <p:nvPr/>
        </p:nvCxnSpPr>
        <p:spPr>
          <a:xfrm>
            <a:off x="3624031" y="4810040"/>
            <a:ext cx="3710216" cy="8753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Arc 163">
            <a:extLst>
              <a:ext uri="{FF2B5EF4-FFF2-40B4-BE49-F238E27FC236}">
                <a16:creationId xmlns:a16="http://schemas.microsoft.com/office/drawing/2014/main" id="{9231D781-E691-B03F-730C-F217BCE2BA51}"/>
              </a:ext>
            </a:extLst>
          </p:cNvPr>
          <p:cNvSpPr/>
          <p:nvPr/>
        </p:nvSpPr>
        <p:spPr>
          <a:xfrm>
            <a:off x="2079629" y="4335239"/>
            <a:ext cx="5453053" cy="1956859"/>
          </a:xfrm>
          <a:prstGeom prst="arc">
            <a:avLst>
              <a:gd name="adj1" fmla="val 521836"/>
              <a:gd name="adj2" fmla="val 10166721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8" name="Picture 167" descr="A group of different colored squares&#10;&#10;Description automatically generated">
            <a:extLst>
              <a:ext uri="{FF2B5EF4-FFF2-40B4-BE49-F238E27FC236}">
                <a16:creationId xmlns:a16="http://schemas.microsoft.com/office/drawing/2014/main" id="{AB32D2EC-D52D-F691-C9F5-69A55954A7E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17" b="28561"/>
          <a:stretch/>
        </p:blipFill>
        <p:spPr>
          <a:xfrm>
            <a:off x="10654259" y="2351192"/>
            <a:ext cx="4451307" cy="1548189"/>
          </a:xfrm>
          <a:prstGeom prst="rect">
            <a:avLst/>
          </a:prstGeom>
        </p:spPr>
      </p:pic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1900C2A-B136-4656-94EC-F3D11D82979F}"/>
              </a:ext>
            </a:extLst>
          </p:cNvPr>
          <p:cNvCxnSpPr>
            <a:cxnSpLocks/>
          </p:cNvCxnSpPr>
          <p:nvPr/>
        </p:nvCxnSpPr>
        <p:spPr>
          <a:xfrm>
            <a:off x="6610268" y="278204"/>
            <a:ext cx="27075" cy="594001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8C683C10-70ED-4602-B3EC-F084C5407BBD}"/>
              </a:ext>
            </a:extLst>
          </p:cNvPr>
          <p:cNvCxnSpPr>
            <a:cxnSpLocks/>
          </p:cNvCxnSpPr>
          <p:nvPr/>
        </p:nvCxnSpPr>
        <p:spPr>
          <a:xfrm flipH="1">
            <a:off x="10675950" y="284726"/>
            <a:ext cx="32801" cy="600737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Left Brace 184">
            <a:extLst>
              <a:ext uri="{FF2B5EF4-FFF2-40B4-BE49-F238E27FC236}">
                <a16:creationId xmlns:a16="http://schemas.microsoft.com/office/drawing/2014/main" id="{8594F63F-8096-38ED-8E0B-9E5A28ECAC7E}"/>
              </a:ext>
            </a:extLst>
          </p:cNvPr>
          <p:cNvSpPr/>
          <p:nvPr/>
        </p:nvSpPr>
        <p:spPr>
          <a:xfrm rot="16200000">
            <a:off x="4443404" y="4433171"/>
            <a:ext cx="289434" cy="4020333"/>
          </a:xfrm>
          <a:prstGeom prst="leftBrace">
            <a:avLst>
              <a:gd name="adj1" fmla="val 11045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Left Brace 186">
            <a:extLst>
              <a:ext uri="{FF2B5EF4-FFF2-40B4-BE49-F238E27FC236}">
                <a16:creationId xmlns:a16="http://schemas.microsoft.com/office/drawing/2014/main" id="{90D85B27-4016-7318-7158-22C49D32C85F}"/>
              </a:ext>
            </a:extLst>
          </p:cNvPr>
          <p:cNvSpPr/>
          <p:nvPr/>
        </p:nvSpPr>
        <p:spPr>
          <a:xfrm rot="16200000">
            <a:off x="8532927" y="4439078"/>
            <a:ext cx="289434" cy="3996612"/>
          </a:xfrm>
          <a:prstGeom prst="leftBrace">
            <a:avLst>
              <a:gd name="adj1" fmla="val 11045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2" name="Picture 191" descr="\documentclass{article}&#10;\usepackage{amsmath}&#10;\pagestyle{empty}&#10;\begin{document}&#10;&#10;$l = 2$&#10;&#10;\end{document}" title="IguanaTex Bitmap Display">
            <a:extLst>
              <a:ext uri="{FF2B5EF4-FFF2-40B4-BE49-F238E27FC236}">
                <a16:creationId xmlns:a16="http://schemas.microsoft.com/office/drawing/2014/main" id="{1A09DDCF-B684-9FE3-4655-9D6552FFA18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435" y="6586036"/>
            <a:ext cx="645600" cy="220863"/>
          </a:xfrm>
          <a:prstGeom prst="rect">
            <a:avLst/>
          </a:prstGeom>
        </p:spPr>
      </p:pic>
      <p:pic>
        <p:nvPicPr>
          <p:cNvPr id="194" name="Picture 193" descr="\documentclass{article}&#10;\usepackage{amsmath}&#10;\pagestyle{empty}&#10;\begin{document}&#10;&#10;&#10;$l=1$&#10;&#10;\end{document}" title="IguanaTex Bitmap Display">
            <a:extLst>
              <a:ext uri="{FF2B5EF4-FFF2-40B4-BE49-F238E27FC236}">
                <a16:creationId xmlns:a16="http://schemas.microsoft.com/office/drawing/2014/main" id="{CF6535A2-445A-84CB-D8CC-B1EE5C399D41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508" y="6594577"/>
            <a:ext cx="609063" cy="202914"/>
          </a:xfrm>
          <a:prstGeom prst="rect">
            <a:avLst/>
          </a:prstGeom>
        </p:spPr>
      </p:pic>
      <p:pic>
        <p:nvPicPr>
          <p:cNvPr id="101" name="Picture 100" descr="A group of different colored squares&#10;&#10;Description automatically generated">
            <a:extLst>
              <a:ext uri="{FF2B5EF4-FFF2-40B4-BE49-F238E27FC236}">
                <a16:creationId xmlns:a16="http://schemas.microsoft.com/office/drawing/2014/main" id="{0CC9B618-386A-7F0D-CF63-8BC42552A8F7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33" t="31381" r="9867" b="49376"/>
          <a:stretch/>
        </p:blipFill>
        <p:spPr>
          <a:xfrm>
            <a:off x="8681624" y="2350850"/>
            <a:ext cx="1918537" cy="1541833"/>
          </a:xfrm>
          <a:prstGeom prst="rect">
            <a:avLst/>
          </a:prstGeom>
        </p:spPr>
      </p:pic>
      <p:sp>
        <p:nvSpPr>
          <p:cNvPr id="205" name="Rectangle 204">
            <a:extLst>
              <a:ext uri="{FF2B5EF4-FFF2-40B4-BE49-F238E27FC236}">
                <a16:creationId xmlns:a16="http://schemas.microsoft.com/office/drawing/2014/main" id="{15BF8572-A203-904C-967C-19EE0957DBE6}"/>
              </a:ext>
            </a:extLst>
          </p:cNvPr>
          <p:cNvSpPr/>
          <p:nvPr/>
        </p:nvSpPr>
        <p:spPr>
          <a:xfrm>
            <a:off x="4151581" y="772373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638850CB-E828-4217-8EF2-075FDA65A533}"/>
              </a:ext>
            </a:extLst>
          </p:cNvPr>
          <p:cNvCxnSpPr>
            <a:cxnSpLocks/>
          </p:cNvCxnSpPr>
          <p:nvPr/>
        </p:nvCxnSpPr>
        <p:spPr>
          <a:xfrm flipH="1">
            <a:off x="4001752" y="1218846"/>
            <a:ext cx="698404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860CA55A-206E-CC9A-2EC9-514636BBC426}"/>
              </a:ext>
            </a:extLst>
          </p:cNvPr>
          <p:cNvCxnSpPr>
            <a:cxnSpLocks/>
          </p:cNvCxnSpPr>
          <p:nvPr/>
        </p:nvCxnSpPr>
        <p:spPr>
          <a:xfrm>
            <a:off x="4700156" y="1218763"/>
            <a:ext cx="793586" cy="44079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3D8333B2-6BED-0B08-71A9-DF135808A4C3}"/>
              </a:ext>
            </a:extLst>
          </p:cNvPr>
          <p:cNvSpPr txBox="1"/>
          <p:nvPr/>
        </p:nvSpPr>
        <p:spPr>
          <a:xfrm>
            <a:off x="3950464" y="1169386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9C6DE69-5A91-37A1-E8C2-6F75C36A1A1E}"/>
              </a:ext>
            </a:extLst>
          </p:cNvPr>
          <p:cNvSpPr txBox="1"/>
          <p:nvPr/>
        </p:nvSpPr>
        <p:spPr>
          <a:xfrm>
            <a:off x="5072345" y="1175000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pic>
        <p:nvPicPr>
          <p:cNvPr id="217" name="Picture 216" descr="\documentclass{article}&#10;\usepackage{amsmath}&#10;\pagestyle{empty}&#10;\begin{document}&#10;&#10;&#10;$\boldsymbol{z}^{(1)} \geq 0$&#10;&#10;\end{document}" title="IguanaTex Bitmap Display">
            <a:extLst>
              <a:ext uri="{FF2B5EF4-FFF2-40B4-BE49-F238E27FC236}">
                <a16:creationId xmlns:a16="http://schemas.microsoft.com/office/drawing/2014/main" id="{5285A051-BDAD-1CBE-960A-16122BBAED9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842" y="833028"/>
            <a:ext cx="1042286" cy="310857"/>
          </a:xfrm>
          <a:prstGeom prst="rect">
            <a:avLst/>
          </a:prstGeom>
        </p:spPr>
      </p:pic>
      <p:sp>
        <p:nvSpPr>
          <p:cNvPr id="225" name="Arrow: Up 224">
            <a:extLst>
              <a:ext uri="{FF2B5EF4-FFF2-40B4-BE49-F238E27FC236}">
                <a16:creationId xmlns:a16="http://schemas.microsoft.com/office/drawing/2014/main" id="{26B9D93A-6A4B-B53D-8B6E-6A0120C1088F}"/>
              </a:ext>
            </a:extLst>
          </p:cNvPr>
          <p:cNvSpPr/>
          <p:nvPr/>
        </p:nvSpPr>
        <p:spPr>
          <a:xfrm>
            <a:off x="4566399" y="2036905"/>
            <a:ext cx="287172" cy="335049"/>
          </a:xfrm>
          <a:prstGeom prst="up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739098BC-0C31-43D4-2050-5347FE8887A6}"/>
              </a:ext>
            </a:extLst>
          </p:cNvPr>
          <p:cNvSpPr/>
          <p:nvPr/>
        </p:nvSpPr>
        <p:spPr>
          <a:xfrm>
            <a:off x="8164928" y="507904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BDD62DD7-34D1-6670-1393-650B74140673}"/>
              </a:ext>
            </a:extLst>
          </p:cNvPr>
          <p:cNvCxnSpPr>
            <a:cxnSpLocks/>
            <a:stCxn id="263" idx="2"/>
            <a:endCxn id="270" idx="0"/>
          </p:cNvCxnSpPr>
          <p:nvPr/>
        </p:nvCxnSpPr>
        <p:spPr>
          <a:xfrm flipH="1">
            <a:off x="7581360" y="954294"/>
            <a:ext cx="1141973" cy="27825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FFAC52BF-9082-938E-1B56-0B490070F36B}"/>
              </a:ext>
            </a:extLst>
          </p:cNvPr>
          <p:cNvCxnSpPr>
            <a:cxnSpLocks/>
            <a:stCxn id="263" idx="2"/>
            <a:endCxn id="272" idx="0"/>
          </p:cNvCxnSpPr>
          <p:nvPr/>
        </p:nvCxnSpPr>
        <p:spPr>
          <a:xfrm>
            <a:off x="8723333" y="954294"/>
            <a:ext cx="1118305" cy="27825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C0197CA6-89FE-770C-DC4A-A6E34254ACD3}"/>
              </a:ext>
            </a:extLst>
          </p:cNvPr>
          <p:cNvSpPr txBox="1"/>
          <p:nvPr/>
        </p:nvSpPr>
        <p:spPr>
          <a:xfrm>
            <a:off x="7660149" y="799810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FCDF831-30A1-761C-C10C-836AFE31004B}"/>
              </a:ext>
            </a:extLst>
          </p:cNvPr>
          <p:cNvSpPr txBox="1"/>
          <p:nvPr/>
        </p:nvSpPr>
        <p:spPr>
          <a:xfrm>
            <a:off x="9425457" y="834269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pic>
        <p:nvPicPr>
          <p:cNvPr id="268" name="Picture 267" descr="\documentclass{article}&#10;\usepackage{amsmath}&#10;\pagestyle{empty}&#10;\begin{document}&#10;&#10;&#10;$\boldsymbol{z}^{(1)} \geq 0$&#10;&#10;\end{document}" title="IguanaTex Bitmap Display">
            <a:extLst>
              <a:ext uri="{FF2B5EF4-FFF2-40B4-BE49-F238E27FC236}">
                <a16:creationId xmlns:a16="http://schemas.microsoft.com/office/drawing/2014/main" id="{F6D3BF8E-154F-967F-9703-3E0180B79E6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971" y="583073"/>
            <a:ext cx="1042286" cy="310857"/>
          </a:xfrm>
          <a:prstGeom prst="rect">
            <a:avLst/>
          </a:prstGeom>
        </p:spPr>
      </p:pic>
      <p:sp>
        <p:nvSpPr>
          <p:cNvPr id="270" name="Rectangle 269">
            <a:extLst>
              <a:ext uri="{FF2B5EF4-FFF2-40B4-BE49-F238E27FC236}">
                <a16:creationId xmlns:a16="http://schemas.microsoft.com/office/drawing/2014/main" id="{673148BD-D5AC-8784-599A-5104379F270F}"/>
              </a:ext>
            </a:extLst>
          </p:cNvPr>
          <p:cNvSpPr/>
          <p:nvPr/>
        </p:nvSpPr>
        <p:spPr>
          <a:xfrm>
            <a:off x="7022955" y="1232544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88E52EFA-212F-2EF4-7F71-D5C2D6BBE3B0}"/>
              </a:ext>
            </a:extLst>
          </p:cNvPr>
          <p:cNvSpPr/>
          <p:nvPr/>
        </p:nvSpPr>
        <p:spPr>
          <a:xfrm>
            <a:off x="9283233" y="1232544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3AEBAC87-7F48-DFC0-2368-F1CB3D778357}"/>
              </a:ext>
            </a:extLst>
          </p:cNvPr>
          <p:cNvCxnSpPr>
            <a:cxnSpLocks/>
            <a:stCxn id="270" idx="2"/>
          </p:cNvCxnSpPr>
          <p:nvPr/>
        </p:nvCxnSpPr>
        <p:spPr>
          <a:xfrm>
            <a:off x="7581360" y="1678934"/>
            <a:ext cx="557246" cy="401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ED38C6F0-401B-BE89-4199-005B2FB567F0}"/>
              </a:ext>
            </a:extLst>
          </p:cNvPr>
          <p:cNvCxnSpPr>
            <a:cxnSpLocks/>
            <a:stCxn id="270" idx="2"/>
          </p:cNvCxnSpPr>
          <p:nvPr/>
        </p:nvCxnSpPr>
        <p:spPr>
          <a:xfrm flipH="1">
            <a:off x="7087181" y="1678934"/>
            <a:ext cx="494179" cy="401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Arrow: Up 279">
            <a:extLst>
              <a:ext uri="{FF2B5EF4-FFF2-40B4-BE49-F238E27FC236}">
                <a16:creationId xmlns:a16="http://schemas.microsoft.com/office/drawing/2014/main" id="{B581BD35-74E6-7C72-289A-092B7524F626}"/>
              </a:ext>
            </a:extLst>
          </p:cNvPr>
          <p:cNvSpPr/>
          <p:nvPr/>
        </p:nvSpPr>
        <p:spPr>
          <a:xfrm>
            <a:off x="8586528" y="2034630"/>
            <a:ext cx="287172" cy="335049"/>
          </a:xfrm>
          <a:prstGeom prst="up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8B585ED2-75C8-BB4C-81BE-993073B4F87A}"/>
              </a:ext>
            </a:extLst>
          </p:cNvPr>
          <p:cNvCxnSpPr>
            <a:cxnSpLocks/>
            <a:stCxn id="272" idx="2"/>
          </p:cNvCxnSpPr>
          <p:nvPr/>
        </p:nvCxnSpPr>
        <p:spPr>
          <a:xfrm flipH="1">
            <a:off x="9399308" y="1678934"/>
            <a:ext cx="442330" cy="36605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C9A4A75D-E1B5-D713-2B6A-62D4263E0BFB}"/>
              </a:ext>
            </a:extLst>
          </p:cNvPr>
          <p:cNvCxnSpPr>
            <a:cxnSpLocks/>
            <a:stCxn id="272" idx="2"/>
          </p:cNvCxnSpPr>
          <p:nvPr/>
        </p:nvCxnSpPr>
        <p:spPr>
          <a:xfrm>
            <a:off x="9841638" y="1678934"/>
            <a:ext cx="552339" cy="36605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8" name="Picture 287" descr="\documentclass{article}&#10;\usepackage{amsmath}&#10;\pagestyle{empty}&#10;\begin{document}&#10;&#10;$\boldsymbol{z}^{(2)} \geq 0$&#10;&#10;&#10;\end{document}" title="IguanaTex Bitmap Display">
            <a:extLst>
              <a:ext uri="{FF2B5EF4-FFF2-40B4-BE49-F238E27FC236}">
                <a16:creationId xmlns:a16="http://schemas.microsoft.com/office/drawing/2014/main" id="{E98C4A21-436D-4383-3968-41488568F2CF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216" y="1311795"/>
            <a:ext cx="1042286" cy="310857"/>
          </a:xfrm>
          <a:prstGeom prst="rect">
            <a:avLst/>
          </a:prstGeom>
        </p:spPr>
      </p:pic>
      <p:pic>
        <p:nvPicPr>
          <p:cNvPr id="289" name="Picture 288" descr="\documentclass{article}&#10;\usepackage{amsmath}&#10;\pagestyle{empty}&#10;\begin{document}&#10;&#10;$\boldsymbol{z}^{(2)} \geq 0$&#10;&#10;&#10;\end{document}" title="IguanaTex Bitmap Display">
            <a:extLst>
              <a:ext uri="{FF2B5EF4-FFF2-40B4-BE49-F238E27FC236}">
                <a16:creationId xmlns:a16="http://schemas.microsoft.com/office/drawing/2014/main" id="{A5136A0B-D3E0-1F61-3D2A-6BDA2658EE1A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736" y="1311795"/>
            <a:ext cx="1042286" cy="310857"/>
          </a:xfrm>
          <a:prstGeom prst="rect">
            <a:avLst/>
          </a:prstGeom>
        </p:spPr>
      </p:pic>
      <p:sp>
        <p:nvSpPr>
          <p:cNvPr id="303" name="Rectangle 302">
            <a:extLst>
              <a:ext uri="{FF2B5EF4-FFF2-40B4-BE49-F238E27FC236}">
                <a16:creationId xmlns:a16="http://schemas.microsoft.com/office/drawing/2014/main" id="{B337E570-DB11-4FBB-B283-D086646C5813}"/>
              </a:ext>
            </a:extLst>
          </p:cNvPr>
          <p:cNvSpPr/>
          <p:nvPr/>
        </p:nvSpPr>
        <p:spPr>
          <a:xfrm>
            <a:off x="12246366" y="331137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8C5800AA-96D8-3CFF-E0BD-80544DC48C41}"/>
              </a:ext>
            </a:extLst>
          </p:cNvPr>
          <p:cNvCxnSpPr>
            <a:cxnSpLocks/>
            <a:stCxn id="303" idx="2"/>
            <a:endCxn id="309" idx="0"/>
          </p:cNvCxnSpPr>
          <p:nvPr/>
        </p:nvCxnSpPr>
        <p:spPr>
          <a:xfrm flipH="1">
            <a:off x="11662798" y="777527"/>
            <a:ext cx="1141973" cy="27825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B39C7609-49FB-119B-2CE4-32CA3202C810}"/>
              </a:ext>
            </a:extLst>
          </p:cNvPr>
          <p:cNvCxnSpPr>
            <a:cxnSpLocks/>
            <a:stCxn id="303" idx="2"/>
            <a:endCxn id="310" idx="0"/>
          </p:cNvCxnSpPr>
          <p:nvPr/>
        </p:nvCxnSpPr>
        <p:spPr>
          <a:xfrm>
            <a:off x="12804771" y="777527"/>
            <a:ext cx="1118305" cy="27825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TextBox 305">
            <a:extLst>
              <a:ext uri="{FF2B5EF4-FFF2-40B4-BE49-F238E27FC236}">
                <a16:creationId xmlns:a16="http://schemas.microsoft.com/office/drawing/2014/main" id="{6E119413-C59F-2245-F7EA-EDBB4D309D16}"/>
              </a:ext>
            </a:extLst>
          </p:cNvPr>
          <p:cNvSpPr txBox="1"/>
          <p:nvPr/>
        </p:nvSpPr>
        <p:spPr>
          <a:xfrm>
            <a:off x="11741587" y="623043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5F43556A-0CEC-6283-3BBD-B6B422A71DBB}"/>
              </a:ext>
            </a:extLst>
          </p:cNvPr>
          <p:cNvSpPr txBox="1"/>
          <p:nvPr/>
        </p:nvSpPr>
        <p:spPr>
          <a:xfrm>
            <a:off x="13506895" y="657502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pic>
        <p:nvPicPr>
          <p:cNvPr id="308" name="Picture 307" descr="\documentclass{article}&#10;\usepackage{amsmath}&#10;\pagestyle{empty}&#10;\begin{document}&#10;&#10;&#10;$\boldsymbol{z}^{(1)} \geq 0$&#10;&#10;\end{document}" title="IguanaTex Bitmap Display">
            <a:extLst>
              <a:ext uri="{FF2B5EF4-FFF2-40B4-BE49-F238E27FC236}">
                <a16:creationId xmlns:a16="http://schemas.microsoft.com/office/drawing/2014/main" id="{06D6E271-D539-3F1A-B8DA-307EAADBD4C6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409" y="406306"/>
            <a:ext cx="1042286" cy="310857"/>
          </a:xfrm>
          <a:prstGeom prst="rect">
            <a:avLst/>
          </a:prstGeom>
        </p:spPr>
      </p:pic>
      <p:sp>
        <p:nvSpPr>
          <p:cNvPr id="309" name="Rectangle 308">
            <a:extLst>
              <a:ext uri="{FF2B5EF4-FFF2-40B4-BE49-F238E27FC236}">
                <a16:creationId xmlns:a16="http://schemas.microsoft.com/office/drawing/2014/main" id="{DD88232F-3594-0D7E-21AC-DED7628198DF}"/>
              </a:ext>
            </a:extLst>
          </p:cNvPr>
          <p:cNvSpPr/>
          <p:nvPr/>
        </p:nvSpPr>
        <p:spPr>
          <a:xfrm>
            <a:off x="11104393" y="1055777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3C696479-F1EE-1118-9AC2-2397E9A166D8}"/>
              </a:ext>
            </a:extLst>
          </p:cNvPr>
          <p:cNvSpPr/>
          <p:nvPr/>
        </p:nvSpPr>
        <p:spPr>
          <a:xfrm>
            <a:off x="13364671" y="1055777"/>
            <a:ext cx="1116809" cy="44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1CA6ADAF-A92F-56E1-B434-C170D67BE60F}"/>
              </a:ext>
            </a:extLst>
          </p:cNvPr>
          <p:cNvCxnSpPr>
            <a:cxnSpLocks/>
            <a:stCxn id="309" idx="2"/>
            <a:endCxn id="319" idx="0"/>
          </p:cNvCxnSpPr>
          <p:nvPr/>
        </p:nvCxnSpPr>
        <p:spPr>
          <a:xfrm>
            <a:off x="11662798" y="1502167"/>
            <a:ext cx="558414" cy="41224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9BB7343A-5979-0DC3-1824-93922B52493B}"/>
              </a:ext>
            </a:extLst>
          </p:cNvPr>
          <p:cNvCxnSpPr>
            <a:cxnSpLocks/>
            <a:stCxn id="309" idx="2"/>
            <a:endCxn id="318" idx="0"/>
          </p:cNvCxnSpPr>
          <p:nvPr/>
        </p:nvCxnSpPr>
        <p:spPr>
          <a:xfrm flipH="1">
            <a:off x="11141654" y="1502167"/>
            <a:ext cx="521144" cy="43027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C0A71C2B-3CB2-79CE-27C4-21FCFF96E9CC}"/>
              </a:ext>
            </a:extLst>
          </p:cNvPr>
          <p:cNvCxnSpPr>
            <a:cxnSpLocks/>
            <a:stCxn id="310" idx="2"/>
            <a:endCxn id="320" idx="0"/>
          </p:cNvCxnSpPr>
          <p:nvPr/>
        </p:nvCxnSpPr>
        <p:spPr>
          <a:xfrm flipH="1">
            <a:off x="13460274" y="1502167"/>
            <a:ext cx="462802" cy="40636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9B04838B-04C7-EF44-B288-20DF0FB536F7}"/>
              </a:ext>
            </a:extLst>
          </p:cNvPr>
          <p:cNvCxnSpPr>
            <a:cxnSpLocks/>
            <a:stCxn id="310" idx="2"/>
            <a:endCxn id="321" idx="0"/>
          </p:cNvCxnSpPr>
          <p:nvPr/>
        </p:nvCxnSpPr>
        <p:spPr>
          <a:xfrm>
            <a:off x="13923076" y="1502167"/>
            <a:ext cx="566841" cy="39925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5" name="Picture 314" descr="\documentclass{article}&#10;\usepackage{amsmath}&#10;\pagestyle{empty}&#10;\begin{document}&#10;&#10;$\boldsymbol{z}^{(2)} \geq 0$&#10;&#10;&#10;\end{document}" title="IguanaTex Bitmap Display">
            <a:extLst>
              <a:ext uri="{FF2B5EF4-FFF2-40B4-BE49-F238E27FC236}">
                <a16:creationId xmlns:a16="http://schemas.microsoft.com/office/drawing/2014/main" id="{D851FF0C-6F0A-D428-DD29-DDB32EF2D926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654" y="1135028"/>
            <a:ext cx="1042286" cy="310857"/>
          </a:xfrm>
          <a:prstGeom prst="rect">
            <a:avLst/>
          </a:prstGeom>
        </p:spPr>
      </p:pic>
      <p:pic>
        <p:nvPicPr>
          <p:cNvPr id="316" name="Picture 315" descr="\documentclass{article}&#10;\usepackage{amsmath}&#10;\pagestyle{empty}&#10;\begin{document}&#10;&#10;$\boldsymbol{z}^{(2)} \geq 0$&#10;&#10;&#10;\end{document}" title="IguanaTex Bitmap Display">
            <a:extLst>
              <a:ext uri="{FF2B5EF4-FFF2-40B4-BE49-F238E27FC236}">
                <a16:creationId xmlns:a16="http://schemas.microsoft.com/office/drawing/2014/main" id="{21859940-8C8B-07AA-648D-63F02A74058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4174" y="1135028"/>
            <a:ext cx="1042286" cy="310857"/>
          </a:xfrm>
          <a:prstGeom prst="rect">
            <a:avLst/>
          </a:prstGeom>
        </p:spPr>
      </p:pic>
      <p:sp>
        <p:nvSpPr>
          <p:cNvPr id="318" name="Oval 317">
            <a:extLst>
              <a:ext uri="{FF2B5EF4-FFF2-40B4-BE49-F238E27FC236}">
                <a16:creationId xmlns:a16="http://schemas.microsoft.com/office/drawing/2014/main" id="{970DD6B7-82EF-7CB7-B4ED-B649D21A0D70}"/>
              </a:ext>
            </a:extLst>
          </p:cNvPr>
          <p:cNvSpPr/>
          <p:nvPr/>
        </p:nvSpPr>
        <p:spPr>
          <a:xfrm>
            <a:off x="11004494" y="1932440"/>
            <a:ext cx="274320" cy="27432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427E6DDC-388E-5039-4B1F-64EED55AA4DC}"/>
              </a:ext>
            </a:extLst>
          </p:cNvPr>
          <p:cNvSpPr/>
          <p:nvPr/>
        </p:nvSpPr>
        <p:spPr>
          <a:xfrm>
            <a:off x="12084052" y="1914413"/>
            <a:ext cx="274320" cy="2743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DF526C31-C294-7A08-63C3-ADF7C41B537B}"/>
              </a:ext>
            </a:extLst>
          </p:cNvPr>
          <p:cNvSpPr/>
          <p:nvPr/>
        </p:nvSpPr>
        <p:spPr>
          <a:xfrm>
            <a:off x="13323114" y="1908528"/>
            <a:ext cx="274320" cy="27432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E7164334-3BBF-3EE3-092E-82138E475B00}"/>
              </a:ext>
            </a:extLst>
          </p:cNvPr>
          <p:cNvSpPr/>
          <p:nvPr/>
        </p:nvSpPr>
        <p:spPr>
          <a:xfrm>
            <a:off x="14352757" y="1901418"/>
            <a:ext cx="274320" cy="274320"/>
          </a:xfrm>
          <a:prstGeom prst="ellipse">
            <a:avLst/>
          </a:prstGeom>
          <a:solidFill>
            <a:schemeClr val="accent4">
              <a:lumMod val="75000"/>
              <a:alpha val="7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Arrow: Up 321">
            <a:extLst>
              <a:ext uri="{FF2B5EF4-FFF2-40B4-BE49-F238E27FC236}">
                <a16:creationId xmlns:a16="http://schemas.microsoft.com/office/drawing/2014/main" id="{4A50532A-8FA3-B0BE-781A-CDEF62A535A4}"/>
              </a:ext>
            </a:extLst>
          </p:cNvPr>
          <p:cNvSpPr/>
          <p:nvPr/>
        </p:nvSpPr>
        <p:spPr>
          <a:xfrm>
            <a:off x="12664190" y="2036009"/>
            <a:ext cx="287172" cy="335049"/>
          </a:xfrm>
          <a:prstGeom prst="up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Left Brace 325">
            <a:extLst>
              <a:ext uri="{FF2B5EF4-FFF2-40B4-BE49-F238E27FC236}">
                <a16:creationId xmlns:a16="http://schemas.microsoft.com/office/drawing/2014/main" id="{78495204-5A27-D1A6-F47B-6C5114DBC33A}"/>
              </a:ext>
            </a:extLst>
          </p:cNvPr>
          <p:cNvSpPr/>
          <p:nvPr/>
        </p:nvSpPr>
        <p:spPr>
          <a:xfrm>
            <a:off x="1354519" y="377702"/>
            <a:ext cx="289434" cy="1858486"/>
          </a:xfrm>
          <a:prstGeom prst="leftBrace">
            <a:avLst>
              <a:gd name="adj1" fmla="val 11045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7" name="Left Brace 326">
            <a:extLst>
              <a:ext uri="{FF2B5EF4-FFF2-40B4-BE49-F238E27FC236}">
                <a16:creationId xmlns:a16="http://schemas.microsoft.com/office/drawing/2014/main" id="{91A1D5A7-760A-2EDF-505C-1E44518E8021}"/>
              </a:ext>
            </a:extLst>
          </p:cNvPr>
          <p:cNvSpPr/>
          <p:nvPr/>
        </p:nvSpPr>
        <p:spPr>
          <a:xfrm>
            <a:off x="1354519" y="2350850"/>
            <a:ext cx="289434" cy="1541833"/>
          </a:xfrm>
          <a:prstGeom prst="leftBrace">
            <a:avLst>
              <a:gd name="adj1" fmla="val 11045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8" name="Left Brace 327">
            <a:extLst>
              <a:ext uri="{FF2B5EF4-FFF2-40B4-BE49-F238E27FC236}">
                <a16:creationId xmlns:a16="http://schemas.microsoft.com/office/drawing/2014/main" id="{C3EBB1A7-B4DD-464E-9F5A-842E0508D4B9}"/>
              </a:ext>
            </a:extLst>
          </p:cNvPr>
          <p:cNvSpPr/>
          <p:nvPr/>
        </p:nvSpPr>
        <p:spPr>
          <a:xfrm>
            <a:off x="1343278" y="4184704"/>
            <a:ext cx="289434" cy="2048254"/>
          </a:xfrm>
          <a:prstGeom prst="leftBrace">
            <a:avLst>
              <a:gd name="adj1" fmla="val 11045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2A579F9E-0509-1FDA-FFC2-6EA65516DA64}"/>
              </a:ext>
            </a:extLst>
          </p:cNvPr>
          <p:cNvSpPr txBox="1"/>
          <p:nvPr/>
        </p:nvSpPr>
        <p:spPr>
          <a:xfrm rot="16200000">
            <a:off x="143589" y="1012708"/>
            <a:ext cx="2057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(c) Tree Structure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91CDAE99-E369-E6F9-BE0E-85CEBD7DB1DA}"/>
              </a:ext>
            </a:extLst>
          </p:cNvPr>
          <p:cNvSpPr txBox="1"/>
          <p:nvPr/>
        </p:nvSpPr>
        <p:spPr>
          <a:xfrm rot="16200000">
            <a:off x="-50817" y="2941886"/>
            <a:ext cx="244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(b) Decision Boundary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09975E25-AAA5-D703-6A80-B6202278DBB3}"/>
              </a:ext>
            </a:extLst>
          </p:cNvPr>
          <p:cNvSpPr txBox="1"/>
          <p:nvPr/>
        </p:nvSpPr>
        <p:spPr>
          <a:xfrm rot="16200000">
            <a:off x="13209" y="5052640"/>
            <a:ext cx="2317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(a) Network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3CB5F-0DFF-AF0B-FCFB-CA8DAEC252EA}"/>
              </a:ext>
            </a:extLst>
          </p:cNvPr>
          <p:cNvSpPr txBox="1"/>
          <p:nvPr/>
        </p:nvSpPr>
        <p:spPr>
          <a:xfrm>
            <a:off x="6858363" y="1659558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441BB-FD96-A684-F696-0D65521F53C7}"/>
              </a:ext>
            </a:extLst>
          </p:cNvPr>
          <p:cNvSpPr txBox="1"/>
          <p:nvPr/>
        </p:nvSpPr>
        <p:spPr>
          <a:xfrm>
            <a:off x="9138335" y="1629642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24B57-9E1B-789D-43AA-F74C713000CB}"/>
              </a:ext>
            </a:extLst>
          </p:cNvPr>
          <p:cNvSpPr txBox="1"/>
          <p:nvPr/>
        </p:nvSpPr>
        <p:spPr>
          <a:xfrm>
            <a:off x="10101022" y="1619924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FF046-3F85-3C80-CC94-CD33166104D6}"/>
              </a:ext>
            </a:extLst>
          </p:cNvPr>
          <p:cNvSpPr txBox="1"/>
          <p:nvPr/>
        </p:nvSpPr>
        <p:spPr>
          <a:xfrm>
            <a:off x="7861385" y="1669246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C2B3B0-94E2-2041-DE4C-563A291A3372}"/>
              </a:ext>
            </a:extLst>
          </p:cNvPr>
          <p:cNvSpPr txBox="1"/>
          <p:nvPr/>
        </p:nvSpPr>
        <p:spPr>
          <a:xfrm>
            <a:off x="10972408" y="1483755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4BD35-E767-AFEB-3DC6-B0F610F6FAA1}"/>
              </a:ext>
            </a:extLst>
          </p:cNvPr>
          <p:cNvSpPr txBox="1"/>
          <p:nvPr/>
        </p:nvSpPr>
        <p:spPr>
          <a:xfrm>
            <a:off x="11924119" y="1484580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9A57A2-FB80-7FE1-E540-74DC09115CA7}"/>
              </a:ext>
            </a:extLst>
          </p:cNvPr>
          <p:cNvSpPr txBox="1"/>
          <p:nvPr/>
        </p:nvSpPr>
        <p:spPr>
          <a:xfrm>
            <a:off x="14222824" y="1484210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0" name="Arrow: Notched Right 19">
            <a:extLst>
              <a:ext uri="{FF2B5EF4-FFF2-40B4-BE49-F238E27FC236}">
                <a16:creationId xmlns:a16="http://schemas.microsoft.com/office/drawing/2014/main" id="{3AE8FEBA-A4FF-9C5C-A94A-6C94A7289E20}"/>
              </a:ext>
            </a:extLst>
          </p:cNvPr>
          <p:cNvSpPr/>
          <p:nvPr/>
        </p:nvSpPr>
        <p:spPr>
          <a:xfrm>
            <a:off x="9527420" y="5176633"/>
            <a:ext cx="1444681" cy="289435"/>
          </a:xfrm>
          <a:prstGeom prst="notch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\documentclass{article}&#10;\usepackage{amsmath}&#10;\pagestyle{empty}&#10;\begin{document}&#10;&#10;$J_{\boldsymbol{x}} f_{\theta}(\boldsymbol{x}) $&#10;&#10;&#10;\end{document}" title="IguanaTex Bitmap Display">
            <a:extLst>
              <a:ext uri="{FF2B5EF4-FFF2-40B4-BE49-F238E27FC236}">
                <a16:creationId xmlns:a16="http://schemas.microsoft.com/office/drawing/2014/main" id="{D5C1F241-846E-25C4-1B06-A5EEC96BAD2D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819" y="4920762"/>
            <a:ext cx="960166" cy="28943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E8295A9-384B-827C-B842-FD38EA6161D3}"/>
              </a:ext>
            </a:extLst>
          </p:cNvPr>
          <p:cNvSpPr/>
          <p:nvPr/>
        </p:nvSpPr>
        <p:spPr>
          <a:xfrm>
            <a:off x="10974537" y="4504452"/>
            <a:ext cx="568996" cy="1620164"/>
          </a:xfrm>
          <a:prstGeom prst="rect">
            <a:avLst/>
          </a:prstGeom>
          <a:solidFill>
            <a:schemeClr val="accent1">
              <a:lumMod val="60000"/>
              <a:lumOff val="40000"/>
              <a:alpha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EBDB0C75-A312-6B3E-EA52-8EE8C6EB724B}"/>
              </a:ext>
            </a:extLst>
          </p:cNvPr>
          <p:cNvCxnSpPr>
            <a:cxnSpLocks/>
            <a:stCxn id="27" idx="3"/>
            <a:endCxn id="24" idx="1"/>
          </p:cNvCxnSpPr>
          <p:nvPr/>
        </p:nvCxnSpPr>
        <p:spPr>
          <a:xfrm flipV="1">
            <a:off x="11543533" y="5152025"/>
            <a:ext cx="345265" cy="162509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rainbow colored chart with numbers&#10;&#10;Description automatically generated with medium confidence">
            <a:extLst>
              <a:ext uri="{FF2B5EF4-FFF2-40B4-BE49-F238E27FC236}">
                <a16:creationId xmlns:a16="http://schemas.microsoft.com/office/drawing/2014/main" id="{E4F769FB-C0DE-53FB-1468-56673DDCB62B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8" r="1824"/>
          <a:stretch/>
        </p:blipFill>
        <p:spPr>
          <a:xfrm>
            <a:off x="11888798" y="3973606"/>
            <a:ext cx="2816900" cy="2356837"/>
          </a:xfrm>
          <a:prstGeom prst="rect">
            <a:avLst/>
          </a:prstGeom>
        </p:spPr>
      </p:pic>
      <p:pic>
        <p:nvPicPr>
          <p:cNvPr id="41" name="Picture 40" descr="\documentclass{article}&#10;\usepackage{amsmath}&#10;\pagestyle{empty}&#10;\begin{document}&#10;&#10;$g(J_{\boldsymbol{x}})$&#10;&#10;\end{document}" title="IguanaTex Bitmap Display">
            <a:extLst>
              <a:ext uri="{FF2B5EF4-FFF2-40B4-BE49-F238E27FC236}">
                <a16:creationId xmlns:a16="http://schemas.microsoft.com/office/drawing/2014/main" id="{D1879A65-FC30-91A8-E192-96531F03BD13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837" y="5261611"/>
            <a:ext cx="467681" cy="204457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FD1E909-7BE1-C205-D05B-020A411EBDAF}"/>
              </a:ext>
            </a:extLst>
          </p:cNvPr>
          <p:cNvCxnSpPr>
            <a:cxnSpLocks/>
          </p:cNvCxnSpPr>
          <p:nvPr/>
        </p:nvCxnSpPr>
        <p:spPr>
          <a:xfrm flipH="1">
            <a:off x="1645368" y="224191"/>
            <a:ext cx="27711" cy="5974974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 descr="\documentclass{article}&#10;\usepackage{amsmath}&#10;\pagestyle{empty}&#10;\begin{document}&#10;&#10;\textbf{input}&#10;&#10;\end{document}" title="IguanaTex Bitmap Display">
            <a:extLst>
              <a:ext uri="{FF2B5EF4-FFF2-40B4-BE49-F238E27FC236}">
                <a16:creationId xmlns:a16="http://schemas.microsoft.com/office/drawing/2014/main" id="{45F62049-D236-F457-54FD-59CBDC61C456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344" y="5001304"/>
            <a:ext cx="717409" cy="246400"/>
          </a:xfrm>
          <a:prstGeom prst="rect">
            <a:avLst/>
          </a:prstGeom>
        </p:spPr>
      </p:pic>
      <p:pic>
        <p:nvPicPr>
          <p:cNvPr id="58" name="Picture 57" descr="\documentclass{article}&#10;\usepackage{amsmath}&#10;\pagestyle{empty}&#10;\begin{document}&#10;&#10;$\textbf{output}$&#10;&#10;&#10;\end{document}" title="IguanaTex Bitmap Display">
            <a:extLst>
              <a:ext uri="{FF2B5EF4-FFF2-40B4-BE49-F238E27FC236}">
                <a16:creationId xmlns:a16="http://schemas.microsoft.com/office/drawing/2014/main" id="{B7181639-2D11-41BF-2C5E-FC292F48A6E5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3148" y="6591560"/>
            <a:ext cx="915200" cy="2313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0B006F-7B4E-5C6F-8280-5864EDC2A5CE}"/>
              </a:ext>
            </a:extLst>
          </p:cNvPr>
          <p:cNvSpPr txBox="1">
            <a:spLocks/>
          </p:cNvSpPr>
          <p:nvPr/>
        </p:nvSpPr>
        <p:spPr>
          <a:xfrm>
            <a:off x="13250012" y="1486947"/>
            <a:ext cx="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64" name="Arrow: Up 63">
            <a:extLst>
              <a:ext uri="{FF2B5EF4-FFF2-40B4-BE49-F238E27FC236}">
                <a16:creationId xmlns:a16="http://schemas.microsoft.com/office/drawing/2014/main" id="{0BEB7879-3B15-B54D-7B88-6CD1689D3CD9}"/>
              </a:ext>
            </a:extLst>
          </p:cNvPr>
          <p:cNvSpPr/>
          <p:nvPr/>
        </p:nvSpPr>
        <p:spPr>
          <a:xfrm rot="5400000">
            <a:off x="10678740" y="2955921"/>
            <a:ext cx="159144" cy="246692"/>
          </a:xfrm>
          <a:prstGeom prst="upArrow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Up 65">
            <a:extLst>
              <a:ext uri="{FF2B5EF4-FFF2-40B4-BE49-F238E27FC236}">
                <a16:creationId xmlns:a16="http://schemas.microsoft.com/office/drawing/2014/main" id="{B2855C69-A778-B2DF-B583-20E808669D82}"/>
              </a:ext>
            </a:extLst>
          </p:cNvPr>
          <p:cNvSpPr/>
          <p:nvPr/>
        </p:nvSpPr>
        <p:spPr>
          <a:xfrm rot="5400000">
            <a:off x="10673220" y="1187145"/>
            <a:ext cx="159144" cy="246692"/>
          </a:xfrm>
          <a:prstGeom prst="upArrow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row: Up 67">
            <a:extLst>
              <a:ext uri="{FF2B5EF4-FFF2-40B4-BE49-F238E27FC236}">
                <a16:creationId xmlns:a16="http://schemas.microsoft.com/office/drawing/2014/main" id="{8B0E138E-7138-73CF-7285-55B89A743319}"/>
              </a:ext>
            </a:extLst>
          </p:cNvPr>
          <p:cNvSpPr/>
          <p:nvPr/>
        </p:nvSpPr>
        <p:spPr>
          <a:xfrm rot="5400000">
            <a:off x="6576180" y="1183539"/>
            <a:ext cx="159144" cy="246692"/>
          </a:xfrm>
          <a:prstGeom prst="upArrow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C22AD56-4D35-21B9-34BD-5D1C5901B1EC}"/>
              </a:ext>
            </a:extLst>
          </p:cNvPr>
          <p:cNvCxnSpPr>
            <a:cxnSpLocks/>
          </p:cNvCxnSpPr>
          <p:nvPr/>
        </p:nvCxnSpPr>
        <p:spPr>
          <a:xfrm flipH="1">
            <a:off x="14757589" y="275321"/>
            <a:ext cx="22552" cy="5942894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A screenshot of a graph&#10;&#10;Description automatically generated">
            <a:extLst>
              <a:ext uri="{FF2B5EF4-FFF2-40B4-BE49-F238E27FC236}">
                <a16:creationId xmlns:a16="http://schemas.microsoft.com/office/drawing/2014/main" id="{BC3FB466-CC3D-F456-7C05-FE3C0FBC8D3C}"/>
              </a:ext>
            </a:extLst>
          </p:cNvPr>
          <p:cNvPicPr>
            <a:picLocks noChangeAspect="1"/>
          </p:cNvPicPr>
          <p:nvPr/>
        </p:nvPicPr>
        <p:blipFill rotWithShape="1"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36" b="94350"/>
          <a:stretch/>
        </p:blipFill>
        <p:spPr>
          <a:xfrm rot="16200000">
            <a:off x="-107623" y="2030406"/>
            <a:ext cx="4390128" cy="745514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647E62F-2237-7C58-49FE-7EC1AD7A6E07}"/>
              </a:ext>
            </a:extLst>
          </p:cNvPr>
          <p:cNvCxnSpPr>
            <a:cxnSpLocks/>
          </p:cNvCxnSpPr>
          <p:nvPr/>
        </p:nvCxnSpPr>
        <p:spPr>
          <a:xfrm flipH="1">
            <a:off x="1659223" y="4738745"/>
            <a:ext cx="904875" cy="0"/>
          </a:xfrm>
          <a:prstGeom prst="line">
            <a:avLst/>
          </a:prstGeom>
          <a:ln w="50800" cmpd="tri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61E6763-CD7A-9A10-D03F-47F49D2DD95D}"/>
              </a:ext>
            </a:extLst>
          </p:cNvPr>
          <p:cNvCxnSpPr>
            <a:cxnSpLocks/>
          </p:cNvCxnSpPr>
          <p:nvPr/>
        </p:nvCxnSpPr>
        <p:spPr>
          <a:xfrm flipH="1">
            <a:off x="1645368" y="6243716"/>
            <a:ext cx="904875" cy="0"/>
          </a:xfrm>
          <a:prstGeom prst="line">
            <a:avLst/>
          </a:prstGeom>
          <a:ln w="50800" cmpd="tri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Left Brace 32">
            <a:extLst>
              <a:ext uri="{FF2B5EF4-FFF2-40B4-BE49-F238E27FC236}">
                <a16:creationId xmlns:a16="http://schemas.microsoft.com/office/drawing/2014/main" id="{61CF30CB-8102-1947-12C8-F51C64AE3C86}"/>
              </a:ext>
            </a:extLst>
          </p:cNvPr>
          <p:cNvSpPr/>
          <p:nvPr/>
        </p:nvSpPr>
        <p:spPr>
          <a:xfrm rot="16200000">
            <a:off x="12596031" y="4421121"/>
            <a:ext cx="289434" cy="4033681"/>
          </a:xfrm>
          <a:prstGeom prst="leftBrace">
            <a:avLst>
              <a:gd name="adj1" fmla="val 11045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704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99291"/>
  <p:tag name="ORIGINALWIDTH" val="71.2411"/>
  <p:tag name="OUTPUTTYPE" val="PNG"/>
  <p:tag name="IGUANATEXVERSION" val="160"/>
  <p:tag name="LATEXADDIN" val="\documentclass{article}&#10;\usepackage{amsmath}&#10;\pagestyle{empty}&#10;\begin{document}&#10;&#10;$\boldsymbol{x}$&#10;&#10;\end{document}"/>
  <p:tag name="IGUANATEXSIZE" val="24"/>
  <p:tag name="IGUANATEXCURSOR" val="9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87.4765"/>
  <p:tag name="OUTPUTTYPE" val="PNG"/>
  <p:tag name="IGUANATEXVERSION" val="160"/>
  <p:tag name="LATEXADDIN" val="\documentclass{article}&#10;\usepackage{amsmath}&#10;\pagestyle{empty}&#10;\begin{document}&#10;&#10;$\boldsymbol{z}^{(1)}$&#10;&#10;&#10;\end{document}"/>
  <p:tag name="IGUANATEXSIZE" val="24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91.2261"/>
  <p:tag name="OUTPUTTYPE" val="PNG"/>
  <p:tag name="IGUANATEXVERSION" val="160"/>
  <p:tag name="LATEXADDIN" val="\documentclass{article}&#10;\usepackage{amsmath}&#10;\pagestyle{empty}&#10;\begin{document}&#10;&#10;&#10;$\boldsymbol{a}^{(1)}$&#10;&#10;\end{document}"/>
  <p:tag name="IGUANATEXSIZE" val="24"/>
  <p:tag name="IGUANATEXCURSOR" val="10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85.2269"/>
  <p:tag name="OUTPUTTYPE" val="PNG"/>
  <p:tag name="IGUANATEXVERSION" val="160"/>
  <p:tag name="LATEXADDIN" val="\documentclass{article}&#10;\usepackage{amsmath}&#10;\pagestyle{empty}&#10;\begin{document}&#10;&#10;$\boldsymbol{o}^{(1)}$&#10;&#10;\end{document}"/>
  <p:tag name="IGUANATEXSIZE" val="24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91.2261"/>
  <p:tag name="OUTPUTTYPE" val="PNG"/>
  <p:tag name="IGUANATEXVERSION" val="160"/>
  <p:tag name="LATEXADDIN" val="\documentclass{article}&#10;\usepackage{amsmath}&#10;\pagestyle{empty}&#10;\begin{document}&#10;&#10;$\boldsymbol{a}^{(2)}$&#10;&#10;&#10;\end{document}"/>
  <p:tag name="IGUANATEXSIZE" val="24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87.4765"/>
  <p:tag name="OUTPUTTYPE" val="PNG"/>
  <p:tag name="IGUANATEXVERSION" val="160"/>
  <p:tag name="LATEXADDIN" val="\documentclass{article}&#10;\usepackage{amsmath}&#10;\pagestyle{empty}&#10;\begin{document}&#10;&#10;$\boldsymbol{z}^{(2)}$&#10;&#10;&#10;\end{document}"/>
  <p:tag name="IGUANATEXSIZE" val="24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85.2269"/>
  <p:tag name="OUTPUTTYPE" val="PNG"/>
  <p:tag name="IGUANATEXVERSION" val="160"/>
  <p:tag name="LATEXADDIN" val="\documentclass{article}&#10;\usepackage{amsmath}&#10;\pagestyle{empty}&#10;\begin{document}&#10;&#10;$\boldsymbol{o}^{(2)}$&#10;&#10;\end{document}"/>
  <p:tag name="IGUANATEXSIZE" val="24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3905"/>
  <p:tag name="ORIGINALWIDTH" val="256.468"/>
  <p:tag name="OUTPUTTYPE" val="PNG"/>
  <p:tag name="IGUANATEXVERSION" val="160"/>
  <p:tag name="LATEXADDIN" val="\documentclass{article}&#10;\usepackage{amsmath}&#10;\pagestyle{empty}&#10;\begin{document}&#10;&#10;$l = 2$&#10;&#10;\end{document}"/>
  <p:tag name="IGUANATEXSIZE" val="26"/>
  <p:tag name="IGUANATEXCURSOR" val="8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3905"/>
  <p:tag name="ORIGINALWIDTH" val="252.7184"/>
  <p:tag name="OUTPUTTYPE" val="PNG"/>
  <p:tag name="IGUANATEXVERSION" val="160"/>
  <p:tag name="LATEXADDIN" val="\documentclass{article}&#10;\usepackage{amsmath}&#10;\pagestyle{empty}&#10;\begin{document}&#10;&#10;&#10;$l=1$&#10;&#10;\end{document}"/>
  <p:tag name="IGUANATEXSIZE" val="26"/>
  <p:tag name="IGUANATEXCURSOR" val="8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&#10;$\boldsymbol{z}^{(1)} \geq 0$&#10;&#10;\end{document}"/>
  <p:tag name="IGUANATEXSIZE" val="24"/>
  <p:tag name="IGUANATEXCURSOR" val="11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&#10;$\boldsymbol{z}^{(1)} \geq 0$&#10;&#10;\end{document}"/>
  <p:tag name="IGUANATEXSIZE" val="24"/>
  <p:tag name="IGUANATEXCURSOR" val="11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$\boldsymbol{z}^{(2)} \geq 0$&#10;&#10;&#10;\end{document}"/>
  <p:tag name="IGUANATEXSIZE" val="24"/>
  <p:tag name="IGUANATEXCURSOR" val="10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$\boldsymbol{z}^{(2)} \geq 0$&#10;&#10;&#10;\end{document}"/>
  <p:tag name="IGUANATEXSIZE" val="24"/>
  <p:tag name="IGUANATEXCURSOR" val="10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&#10;$\boldsymbol{z}^{(1)} \geq 0$&#10;&#10;\end{document}"/>
  <p:tag name="IGUANATEXSIZE" val="24"/>
  <p:tag name="IGUANATEXCURSOR" val="11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$\boldsymbol{z}^{(2)} \geq 0$&#10;&#10;&#10;\end{document}"/>
  <p:tag name="IGUANATEXSIZE" val="24"/>
  <p:tag name="IGUANATEXCURSOR" val="10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$\boldsymbol{z}^{(2)} \geq 0$&#10;&#10;&#10;\end{document}"/>
  <p:tag name="IGUANATEXSIZE" val="24"/>
  <p:tag name="IGUANATEXCURSOR" val="10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99291"/>
  <p:tag name="ORIGINALWIDTH" val="71.2411"/>
  <p:tag name="OUTPUTTYPE" val="PNG"/>
  <p:tag name="IGUANATEXVERSION" val="160"/>
  <p:tag name="LATEXADDIN" val="\documentclass{article}&#10;\usepackage{amsmath}&#10;\pagestyle{empty}&#10;\begin{document}&#10;&#10;$\boldsymbol{x}$&#10;&#10;\end{document}"/>
  <p:tag name="IGUANATEXSIZE" val="24"/>
  <p:tag name="IGUANATEXCURSOR" val="9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87.4765"/>
  <p:tag name="OUTPUTTYPE" val="PNG"/>
  <p:tag name="IGUANATEXVERSION" val="160"/>
  <p:tag name="LATEXADDIN" val="\documentclass{article}&#10;\usepackage{amsmath}&#10;\pagestyle{empty}&#10;\begin{document}&#10;&#10;$\boldsymbol{z}^{(1)}$&#10;&#10;&#10;\end{document}"/>
  <p:tag name="IGUANATEXSIZE" val="24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91.2261"/>
  <p:tag name="OUTPUTTYPE" val="PNG"/>
  <p:tag name="IGUANATEXVERSION" val="160"/>
  <p:tag name="LATEXADDIN" val="\documentclass{article}&#10;\usepackage{amsmath}&#10;\pagestyle{empty}&#10;\begin{document}&#10;&#10;&#10;$\boldsymbol{a}^{(1)}$&#10;&#10;\end{document}"/>
  <p:tag name="IGUANATEXSIZE" val="24"/>
  <p:tag name="IGUANATEXCURSOR" val="10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85.2269"/>
  <p:tag name="OUTPUTTYPE" val="PNG"/>
  <p:tag name="IGUANATEXVERSION" val="160"/>
  <p:tag name="LATEXADDIN" val="\documentclass{article}&#10;\usepackage{amsmath}&#10;\pagestyle{empty}&#10;\begin{document}&#10;&#10;$\boldsymbol{o}^{(1)}$&#10;&#10;\end{document}"/>
  <p:tag name="IGUANATEXSIZE" val="24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91.2261"/>
  <p:tag name="OUTPUTTYPE" val="PNG"/>
  <p:tag name="IGUANATEXVERSION" val="160"/>
  <p:tag name="LATEXADDIN" val="\documentclass{article}&#10;\usepackage{amsmath}&#10;\pagestyle{empty}&#10;\begin{document}&#10;&#10;$\boldsymbol{a}^{(2)}$&#10;&#10;&#10;\end{document}"/>
  <p:tag name="IGUANATEXSIZE" val="24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87.4765"/>
  <p:tag name="OUTPUTTYPE" val="PNG"/>
  <p:tag name="IGUANATEXVERSION" val="160"/>
  <p:tag name="LATEXADDIN" val="\documentclass{article}&#10;\usepackage{amsmath}&#10;\pagestyle{empty}&#10;\begin{document}&#10;&#10;$\boldsymbol{z}^{(2)}$&#10;&#10;&#10;\end{document}"/>
  <p:tag name="IGUANATEXSIZE" val="24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85.2269"/>
  <p:tag name="OUTPUTTYPE" val="PNG"/>
  <p:tag name="IGUANATEXVERSION" val="160"/>
  <p:tag name="LATEXADDIN" val="\documentclass{article}&#10;\usepackage{amsmath}&#10;\pagestyle{empty}&#10;\begin{document}&#10;&#10;$\boldsymbol{o}^{(2)}$&#10;&#10;\end{document}"/>
  <p:tag name="IGUANATEXSIZE" val="24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3905"/>
  <p:tag name="ORIGINALWIDTH" val="256.468"/>
  <p:tag name="OUTPUTTYPE" val="PNG"/>
  <p:tag name="IGUANATEXVERSION" val="160"/>
  <p:tag name="LATEXADDIN" val="\documentclass{article}&#10;\usepackage{amsmath}&#10;\pagestyle{empty}&#10;\begin{document}&#10;&#10;$l = 2$&#10;&#10;\end{document}"/>
  <p:tag name="IGUANATEXSIZE" val="26"/>
  <p:tag name="IGUANATEXCURSOR" val="8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3905"/>
  <p:tag name="ORIGINALWIDTH" val="252.7184"/>
  <p:tag name="OUTPUTTYPE" val="PNG"/>
  <p:tag name="IGUANATEXVERSION" val="160"/>
  <p:tag name="LATEXADDIN" val="\documentclass{article}&#10;\usepackage{amsmath}&#10;\pagestyle{empty}&#10;\begin{document}&#10;&#10;&#10;$l=1$&#10;&#10;\end{document}"/>
  <p:tag name="IGUANATEXSIZE" val="26"/>
  <p:tag name="IGUANATEXCURSOR" val="8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&#10;$\boldsymbol{z}^{(1)} \geq 0$&#10;&#10;\end{document}"/>
  <p:tag name="IGUANATEXSIZE" val="24"/>
  <p:tag name="IGUANATEXCURSOR" val="11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&#10;$\boldsymbol{z}^{(1)} \geq 0$&#10;&#10;\end{document}"/>
  <p:tag name="IGUANATEXSIZE" val="24"/>
  <p:tag name="IGUANATEXCURSOR" val="11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$\boldsymbol{z}^{(2)} \geq 0$&#10;&#10;&#10;\end{document}"/>
  <p:tag name="IGUANATEXSIZE" val="24"/>
  <p:tag name="IGUANATEXCURSOR" val="10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$\boldsymbol{z}^{(2)} \geq 0$&#10;&#10;&#10;\end{document}"/>
  <p:tag name="IGUANATEXSIZE" val="24"/>
  <p:tag name="IGUANATEXCURSOR" val="10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&#10;$\boldsymbol{z}^{(1)} \geq 0$&#10;&#10;\end{document}"/>
  <p:tag name="IGUANATEXSIZE" val="24"/>
  <p:tag name="IGUANATEXCURSOR" val="11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$\boldsymbol{z}^{(2)} \geq 0$&#10;&#10;&#10;\end{document}"/>
  <p:tag name="IGUANATEXSIZE" val="24"/>
  <p:tag name="IGUANATEXCURSOR" val="10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427.4465"/>
  <p:tag name="OUTPUTTYPE" val="PNG"/>
  <p:tag name="IGUANATEXVERSION" val="160"/>
  <p:tag name="LATEXADDIN" val="\documentclass{article}&#10;\usepackage{amsmath}&#10;\pagestyle{empty}&#10;\begin{document}&#10;&#10;$\boldsymbol{z}^{(2)} \geq 0$&#10;&#10;&#10;\end{document}"/>
  <p:tag name="IGUANATEXSIZE" val="24"/>
  <p:tag name="IGUANATEXCURSOR" val="10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15.448"/>
  <p:tag name="OUTPUTTYPE" val="PNG"/>
  <p:tag name="IGUANATEXVERSION" val="160"/>
  <p:tag name="LATEXADDIN" val="\documentclass{article}&#10;\usepackage{amsmath}&#10;\pagestyle{empty}&#10;\begin{document}&#10;&#10;$J_{\boldsymbol{x}} f_{\theta}(\boldsymbol{x}) $&#10;&#10;&#10;\end{document}"/>
  <p:tag name="IGUANATEXSIZE" val="24"/>
  <p:tag name="IGUANATEXCURSOR" val="8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86.4642"/>
  <p:tag name="OUTPUTTYPE" val="PNG"/>
  <p:tag name="IGUANATEXVERSION" val="160"/>
  <p:tag name="LATEXADDIN" val="\documentclass{article}&#10;\usepackage{amsmath}&#10;\pagestyle{empty}&#10;\begin{document}&#10;&#10;$g(J_{\boldsymbol{x}})$&#10;&#10;\end{document}"/>
  <p:tag name="IGUANATEXSIZE" val="24"/>
  <p:tag name="IGUANATEXCURSOR" val="10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362"/>
  <p:tag name="ORIGINALWIDTH" val="320.9598"/>
  <p:tag name="OUTPUTTYPE" val="PNG"/>
  <p:tag name="IGUANATEXVERSION" val="160"/>
  <p:tag name="LATEXADDIN" val="\documentclass{article}&#10;\usepackage{amsmath}&#10;\pagestyle{empty}&#10;\begin{document}&#10;&#10;\textbf{input}&#10;&#10;\end{document}"/>
  <p:tag name="IGUANATEXSIZE" val="22"/>
  <p:tag name="IGUANATEXCURSOR" val="9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409.4488"/>
  <p:tag name="OUTPUTTYPE" val="PNG"/>
  <p:tag name="IGUANATEXVERSION" val="160"/>
  <p:tag name="LATEXADDIN" val="\documentclass{article}&#10;\usepackage{amsmath}&#10;\pagestyle{empty}&#10;\begin{document}&#10;&#10;$\textbf{output}$&#10;&#10;&#10;\end{document}"/>
  <p:tag name="IGUANATEXSIZE" val="22"/>
  <p:tag name="IGUANATEXCURSOR" val="9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1267</TotalTime>
  <Words>50</Words>
  <Application>Microsoft Office PowerPoint</Application>
  <PresentationFormat>Custom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Qiu Peijie</dc:creator>
  <cp:lastModifiedBy>Qiu Peijie</cp:lastModifiedBy>
  <cp:revision>203</cp:revision>
  <dcterms:created xsi:type="dcterms:W3CDTF">2023-09-17T04:48:27Z</dcterms:created>
  <dcterms:modified xsi:type="dcterms:W3CDTF">2023-09-19T22:08:25Z</dcterms:modified>
</cp:coreProperties>
</file>