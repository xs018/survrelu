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7" r:id="rId2"/>
    <p:sldId id="258" r:id="rId3"/>
    <p:sldId id="259" r:id="rId4"/>
    <p:sldId id="260" r:id="rId5"/>
    <p:sldId id="25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4" d="100"/>
          <a:sy n="154" d="100"/>
        </p:scale>
        <p:origin x="53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33B280-CED1-4484-A3AC-633E78F53847}" type="datetimeFigureOut">
              <a:rPr lang="en-US" smtClean="0"/>
              <a:t>7/3/2023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6CE5C1-ECB6-4548-9C15-6E39EB85ED7B}" type="slidenum">
              <a:rPr lang="en-US" smtClean="0"/>
              <a:t>‹#›</a:t>
            </a:fld>
            <a:endParaRPr lang="en-US"/>
          </a:p>
        </p:txBody>
      </p:sp>
    </p:spTree>
    <p:extLst>
      <p:ext uri="{BB962C8B-B14F-4D97-AF65-F5344CB8AC3E}">
        <p14:creationId xmlns:p14="http://schemas.microsoft.com/office/powerpoint/2010/main" val="2319195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6CE5C1-ECB6-4548-9C15-6E39EB85ED7B}" type="slidenum">
              <a:rPr lang="en-US" smtClean="0"/>
              <a:t>2</a:t>
            </a:fld>
            <a:endParaRPr lang="en-US"/>
          </a:p>
        </p:txBody>
      </p:sp>
    </p:spTree>
    <p:extLst>
      <p:ext uri="{BB962C8B-B14F-4D97-AF65-F5344CB8AC3E}">
        <p14:creationId xmlns:p14="http://schemas.microsoft.com/office/powerpoint/2010/main" val="2640894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17361-6DED-71F9-D8CE-4C49292842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2E10BF-D85E-60D2-631B-9CE976DBC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B5745D3-0B2D-CBA1-DD03-616B72E3E279}"/>
              </a:ext>
            </a:extLst>
          </p:cNvPr>
          <p:cNvSpPr>
            <a:spLocks noGrp="1"/>
          </p:cNvSpPr>
          <p:nvPr>
            <p:ph type="dt" sz="half" idx="10"/>
          </p:nvPr>
        </p:nvSpPr>
        <p:spPr/>
        <p:txBody>
          <a:bodyPr/>
          <a:lstStyle/>
          <a:p>
            <a:fld id="{145165A5-79FE-4BB4-ACCF-8BFABBB13047}" type="datetimeFigureOut">
              <a:rPr lang="en-US" smtClean="0"/>
              <a:t>7/3/2023</a:t>
            </a:fld>
            <a:endParaRPr lang="en-US"/>
          </a:p>
        </p:txBody>
      </p:sp>
      <p:sp>
        <p:nvSpPr>
          <p:cNvPr id="5" name="Footer Placeholder 4">
            <a:extLst>
              <a:ext uri="{FF2B5EF4-FFF2-40B4-BE49-F238E27FC236}">
                <a16:creationId xmlns:a16="http://schemas.microsoft.com/office/drawing/2014/main" id="{3E94597D-ACEA-0F07-3F98-4D84744265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74010E-52BC-8905-C88E-1B56C866D320}"/>
              </a:ext>
            </a:extLst>
          </p:cNvPr>
          <p:cNvSpPr>
            <a:spLocks noGrp="1"/>
          </p:cNvSpPr>
          <p:nvPr>
            <p:ph type="sldNum" sz="quarter" idx="12"/>
          </p:nvPr>
        </p:nvSpPr>
        <p:spPr/>
        <p:txBody>
          <a:bodyPr/>
          <a:lstStyle/>
          <a:p>
            <a:fld id="{0901792E-8005-4107-9E07-E54859C05866}" type="slidenum">
              <a:rPr lang="en-US" smtClean="0"/>
              <a:t>‹#›</a:t>
            </a:fld>
            <a:endParaRPr lang="en-US"/>
          </a:p>
        </p:txBody>
      </p:sp>
    </p:spTree>
    <p:extLst>
      <p:ext uri="{BB962C8B-B14F-4D97-AF65-F5344CB8AC3E}">
        <p14:creationId xmlns:p14="http://schemas.microsoft.com/office/powerpoint/2010/main" val="2779878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328A8-54C9-D620-B239-CD10A5F454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C441FC-7620-58C7-7F9E-B8559A8E3B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E184D-60E8-C4C8-FCD6-CABA70403A04}"/>
              </a:ext>
            </a:extLst>
          </p:cNvPr>
          <p:cNvSpPr>
            <a:spLocks noGrp="1"/>
          </p:cNvSpPr>
          <p:nvPr>
            <p:ph type="dt" sz="half" idx="10"/>
          </p:nvPr>
        </p:nvSpPr>
        <p:spPr/>
        <p:txBody>
          <a:bodyPr/>
          <a:lstStyle/>
          <a:p>
            <a:fld id="{145165A5-79FE-4BB4-ACCF-8BFABBB13047}" type="datetimeFigureOut">
              <a:rPr lang="en-US" smtClean="0"/>
              <a:t>7/3/2023</a:t>
            </a:fld>
            <a:endParaRPr lang="en-US"/>
          </a:p>
        </p:txBody>
      </p:sp>
      <p:sp>
        <p:nvSpPr>
          <p:cNvPr id="5" name="Footer Placeholder 4">
            <a:extLst>
              <a:ext uri="{FF2B5EF4-FFF2-40B4-BE49-F238E27FC236}">
                <a16:creationId xmlns:a16="http://schemas.microsoft.com/office/drawing/2014/main" id="{33BC88D5-732B-FD15-1984-8B7A826450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C8D7FC-93DA-EA46-FB4F-22F5BE1530E6}"/>
              </a:ext>
            </a:extLst>
          </p:cNvPr>
          <p:cNvSpPr>
            <a:spLocks noGrp="1"/>
          </p:cNvSpPr>
          <p:nvPr>
            <p:ph type="sldNum" sz="quarter" idx="12"/>
          </p:nvPr>
        </p:nvSpPr>
        <p:spPr/>
        <p:txBody>
          <a:bodyPr/>
          <a:lstStyle/>
          <a:p>
            <a:fld id="{0901792E-8005-4107-9E07-E54859C05866}" type="slidenum">
              <a:rPr lang="en-US" smtClean="0"/>
              <a:t>‹#›</a:t>
            </a:fld>
            <a:endParaRPr lang="en-US"/>
          </a:p>
        </p:txBody>
      </p:sp>
    </p:spTree>
    <p:extLst>
      <p:ext uri="{BB962C8B-B14F-4D97-AF65-F5344CB8AC3E}">
        <p14:creationId xmlns:p14="http://schemas.microsoft.com/office/powerpoint/2010/main" val="1636218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AC5A5-E455-8661-97DF-3F3C430795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7CD500-6249-6D4A-60FE-1A14C1C787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5A88D1-9815-768A-9E30-47A30534C31C}"/>
              </a:ext>
            </a:extLst>
          </p:cNvPr>
          <p:cNvSpPr>
            <a:spLocks noGrp="1"/>
          </p:cNvSpPr>
          <p:nvPr>
            <p:ph type="dt" sz="half" idx="10"/>
          </p:nvPr>
        </p:nvSpPr>
        <p:spPr/>
        <p:txBody>
          <a:bodyPr/>
          <a:lstStyle/>
          <a:p>
            <a:fld id="{145165A5-79FE-4BB4-ACCF-8BFABBB13047}" type="datetimeFigureOut">
              <a:rPr lang="en-US" smtClean="0"/>
              <a:t>7/3/2023</a:t>
            </a:fld>
            <a:endParaRPr lang="en-US"/>
          </a:p>
        </p:txBody>
      </p:sp>
      <p:sp>
        <p:nvSpPr>
          <p:cNvPr id="5" name="Footer Placeholder 4">
            <a:extLst>
              <a:ext uri="{FF2B5EF4-FFF2-40B4-BE49-F238E27FC236}">
                <a16:creationId xmlns:a16="http://schemas.microsoft.com/office/drawing/2014/main" id="{C0FA2E2D-146A-0228-2540-77C8B26B0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078410-E05C-5C1C-7BBF-3423673C9A1B}"/>
              </a:ext>
            </a:extLst>
          </p:cNvPr>
          <p:cNvSpPr>
            <a:spLocks noGrp="1"/>
          </p:cNvSpPr>
          <p:nvPr>
            <p:ph type="sldNum" sz="quarter" idx="12"/>
          </p:nvPr>
        </p:nvSpPr>
        <p:spPr/>
        <p:txBody>
          <a:bodyPr/>
          <a:lstStyle/>
          <a:p>
            <a:fld id="{0901792E-8005-4107-9E07-E54859C05866}" type="slidenum">
              <a:rPr lang="en-US" smtClean="0"/>
              <a:t>‹#›</a:t>
            </a:fld>
            <a:endParaRPr lang="en-US"/>
          </a:p>
        </p:txBody>
      </p:sp>
    </p:spTree>
    <p:extLst>
      <p:ext uri="{BB962C8B-B14F-4D97-AF65-F5344CB8AC3E}">
        <p14:creationId xmlns:p14="http://schemas.microsoft.com/office/powerpoint/2010/main" val="2758238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4B11A-A0F3-AC74-AEB2-EE526328B0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0955F7-5EB6-4042-ACA7-4BCAF3B6FE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57B9EB-AEAB-1608-1FCD-6DA3FAAB5D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485DAE-6854-97A2-EC8E-82D0D1795E64}"/>
              </a:ext>
            </a:extLst>
          </p:cNvPr>
          <p:cNvSpPr>
            <a:spLocks noGrp="1"/>
          </p:cNvSpPr>
          <p:nvPr>
            <p:ph type="dt" sz="half" idx="10"/>
          </p:nvPr>
        </p:nvSpPr>
        <p:spPr/>
        <p:txBody>
          <a:bodyPr/>
          <a:lstStyle/>
          <a:p>
            <a:fld id="{145165A5-79FE-4BB4-ACCF-8BFABBB13047}" type="datetimeFigureOut">
              <a:rPr lang="en-US" smtClean="0"/>
              <a:t>7/3/2023</a:t>
            </a:fld>
            <a:endParaRPr lang="en-US"/>
          </a:p>
        </p:txBody>
      </p:sp>
      <p:sp>
        <p:nvSpPr>
          <p:cNvPr id="6" name="Footer Placeholder 5">
            <a:extLst>
              <a:ext uri="{FF2B5EF4-FFF2-40B4-BE49-F238E27FC236}">
                <a16:creationId xmlns:a16="http://schemas.microsoft.com/office/drawing/2014/main" id="{57ECE799-281A-A3BB-6D45-54B213C2F7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49F3AA-E8DB-44B8-741C-01224E688CD9}"/>
              </a:ext>
            </a:extLst>
          </p:cNvPr>
          <p:cNvSpPr>
            <a:spLocks noGrp="1"/>
          </p:cNvSpPr>
          <p:nvPr>
            <p:ph type="sldNum" sz="quarter" idx="12"/>
          </p:nvPr>
        </p:nvSpPr>
        <p:spPr/>
        <p:txBody>
          <a:bodyPr/>
          <a:lstStyle/>
          <a:p>
            <a:fld id="{0901792E-8005-4107-9E07-E54859C05866}" type="slidenum">
              <a:rPr lang="en-US" smtClean="0"/>
              <a:t>‹#›</a:t>
            </a:fld>
            <a:endParaRPr lang="en-US"/>
          </a:p>
        </p:txBody>
      </p:sp>
    </p:spTree>
    <p:extLst>
      <p:ext uri="{BB962C8B-B14F-4D97-AF65-F5344CB8AC3E}">
        <p14:creationId xmlns:p14="http://schemas.microsoft.com/office/powerpoint/2010/main" val="991702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9682D-79F5-EC9D-A572-F47056E457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BF723A-CE2C-96E8-72F1-A06C5FC407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0E0662-0340-8C23-97C4-F60A389B6A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057B94-71B0-B299-56C4-2C803CEA29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BB98F1-5002-0F88-4265-0F443F325C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13675E-79DC-F0D1-DEB2-71F94D8C0B79}"/>
              </a:ext>
            </a:extLst>
          </p:cNvPr>
          <p:cNvSpPr>
            <a:spLocks noGrp="1"/>
          </p:cNvSpPr>
          <p:nvPr>
            <p:ph type="dt" sz="half" idx="10"/>
          </p:nvPr>
        </p:nvSpPr>
        <p:spPr/>
        <p:txBody>
          <a:bodyPr/>
          <a:lstStyle/>
          <a:p>
            <a:fld id="{145165A5-79FE-4BB4-ACCF-8BFABBB13047}" type="datetimeFigureOut">
              <a:rPr lang="en-US" smtClean="0"/>
              <a:t>7/3/2023</a:t>
            </a:fld>
            <a:endParaRPr lang="en-US"/>
          </a:p>
        </p:txBody>
      </p:sp>
      <p:sp>
        <p:nvSpPr>
          <p:cNvPr id="8" name="Footer Placeholder 7">
            <a:extLst>
              <a:ext uri="{FF2B5EF4-FFF2-40B4-BE49-F238E27FC236}">
                <a16:creationId xmlns:a16="http://schemas.microsoft.com/office/drawing/2014/main" id="{8EF77372-1398-EAF1-A048-0D09F17B66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717C2D-3D69-3AD0-BFA6-E7B932D1AC9C}"/>
              </a:ext>
            </a:extLst>
          </p:cNvPr>
          <p:cNvSpPr>
            <a:spLocks noGrp="1"/>
          </p:cNvSpPr>
          <p:nvPr>
            <p:ph type="sldNum" sz="quarter" idx="12"/>
          </p:nvPr>
        </p:nvSpPr>
        <p:spPr/>
        <p:txBody>
          <a:bodyPr/>
          <a:lstStyle/>
          <a:p>
            <a:fld id="{0901792E-8005-4107-9E07-E54859C05866}" type="slidenum">
              <a:rPr lang="en-US" smtClean="0"/>
              <a:t>‹#›</a:t>
            </a:fld>
            <a:endParaRPr lang="en-US"/>
          </a:p>
        </p:txBody>
      </p:sp>
    </p:spTree>
    <p:extLst>
      <p:ext uri="{BB962C8B-B14F-4D97-AF65-F5344CB8AC3E}">
        <p14:creationId xmlns:p14="http://schemas.microsoft.com/office/powerpoint/2010/main" val="3837414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09000-4564-E5E2-845E-E38837ECE7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0AAECC-6ADA-1C3B-94B6-167D6486B921}"/>
              </a:ext>
            </a:extLst>
          </p:cNvPr>
          <p:cNvSpPr>
            <a:spLocks noGrp="1"/>
          </p:cNvSpPr>
          <p:nvPr>
            <p:ph type="dt" sz="half" idx="10"/>
          </p:nvPr>
        </p:nvSpPr>
        <p:spPr/>
        <p:txBody>
          <a:bodyPr/>
          <a:lstStyle/>
          <a:p>
            <a:fld id="{145165A5-79FE-4BB4-ACCF-8BFABBB13047}" type="datetimeFigureOut">
              <a:rPr lang="en-US" smtClean="0"/>
              <a:t>7/3/2023</a:t>
            </a:fld>
            <a:endParaRPr lang="en-US"/>
          </a:p>
        </p:txBody>
      </p:sp>
      <p:sp>
        <p:nvSpPr>
          <p:cNvPr id="4" name="Footer Placeholder 3">
            <a:extLst>
              <a:ext uri="{FF2B5EF4-FFF2-40B4-BE49-F238E27FC236}">
                <a16:creationId xmlns:a16="http://schemas.microsoft.com/office/drawing/2014/main" id="{5CF1A7E3-685A-3780-178E-54BFCB9288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12F68C-4F67-EF63-8E8F-BCF87166CEE6}"/>
              </a:ext>
            </a:extLst>
          </p:cNvPr>
          <p:cNvSpPr>
            <a:spLocks noGrp="1"/>
          </p:cNvSpPr>
          <p:nvPr>
            <p:ph type="sldNum" sz="quarter" idx="12"/>
          </p:nvPr>
        </p:nvSpPr>
        <p:spPr/>
        <p:txBody>
          <a:bodyPr/>
          <a:lstStyle/>
          <a:p>
            <a:fld id="{0901792E-8005-4107-9E07-E54859C05866}" type="slidenum">
              <a:rPr lang="en-US" smtClean="0"/>
              <a:t>‹#›</a:t>
            </a:fld>
            <a:endParaRPr lang="en-US"/>
          </a:p>
        </p:txBody>
      </p:sp>
    </p:spTree>
    <p:extLst>
      <p:ext uri="{BB962C8B-B14F-4D97-AF65-F5344CB8AC3E}">
        <p14:creationId xmlns:p14="http://schemas.microsoft.com/office/powerpoint/2010/main" val="164209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4282C0-73C9-9727-5779-37F98C2A0E95}"/>
              </a:ext>
            </a:extLst>
          </p:cNvPr>
          <p:cNvSpPr>
            <a:spLocks noGrp="1"/>
          </p:cNvSpPr>
          <p:nvPr>
            <p:ph type="dt" sz="half" idx="10"/>
          </p:nvPr>
        </p:nvSpPr>
        <p:spPr/>
        <p:txBody>
          <a:bodyPr/>
          <a:lstStyle/>
          <a:p>
            <a:fld id="{145165A5-79FE-4BB4-ACCF-8BFABBB13047}" type="datetimeFigureOut">
              <a:rPr lang="en-US" smtClean="0"/>
              <a:t>7/3/2023</a:t>
            </a:fld>
            <a:endParaRPr lang="en-US"/>
          </a:p>
        </p:txBody>
      </p:sp>
      <p:sp>
        <p:nvSpPr>
          <p:cNvPr id="3" name="Footer Placeholder 2">
            <a:extLst>
              <a:ext uri="{FF2B5EF4-FFF2-40B4-BE49-F238E27FC236}">
                <a16:creationId xmlns:a16="http://schemas.microsoft.com/office/drawing/2014/main" id="{E6769F17-7174-D919-5211-A1E090A5D3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2A9B06-F5C4-588B-0907-3CCA64D60B6F}"/>
              </a:ext>
            </a:extLst>
          </p:cNvPr>
          <p:cNvSpPr>
            <a:spLocks noGrp="1"/>
          </p:cNvSpPr>
          <p:nvPr>
            <p:ph type="sldNum" sz="quarter" idx="12"/>
          </p:nvPr>
        </p:nvSpPr>
        <p:spPr/>
        <p:txBody>
          <a:bodyPr/>
          <a:lstStyle/>
          <a:p>
            <a:fld id="{0901792E-8005-4107-9E07-E54859C05866}" type="slidenum">
              <a:rPr lang="en-US" smtClean="0"/>
              <a:t>‹#›</a:t>
            </a:fld>
            <a:endParaRPr lang="en-US"/>
          </a:p>
        </p:txBody>
      </p:sp>
    </p:spTree>
    <p:extLst>
      <p:ext uri="{BB962C8B-B14F-4D97-AF65-F5344CB8AC3E}">
        <p14:creationId xmlns:p14="http://schemas.microsoft.com/office/powerpoint/2010/main" val="4215026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33DD2-6989-4919-3166-74A7F87B88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CC7D794-0230-1231-E5A1-7D61BD2CD5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E6F0DB-29AA-664C-1197-BC89EFDAF9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E531B3-729A-ADCD-735A-EA8FD6670B42}"/>
              </a:ext>
            </a:extLst>
          </p:cNvPr>
          <p:cNvSpPr>
            <a:spLocks noGrp="1"/>
          </p:cNvSpPr>
          <p:nvPr>
            <p:ph type="dt" sz="half" idx="10"/>
          </p:nvPr>
        </p:nvSpPr>
        <p:spPr/>
        <p:txBody>
          <a:bodyPr/>
          <a:lstStyle/>
          <a:p>
            <a:fld id="{145165A5-79FE-4BB4-ACCF-8BFABBB13047}" type="datetimeFigureOut">
              <a:rPr lang="en-US" smtClean="0"/>
              <a:t>7/3/2023</a:t>
            </a:fld>
            <a:endParaRPr lang="en-US"/>
          </a:p>
        </p:txBody>
      </p:sp>
      <p:sp>
        <p:nvSpPr>
          <p:cNvPr id="6" name="Footer Placeholder 5">
            <a:extLst>
              <a:ext uri="{FF2B5EF4-FFF2-40B4-BE49-F238E27FC236}">
                <a16:creationId xmlns:a16="http://schemas.microsoft.com/office/drawing/2014/main" id="{CAD490DA-70EE-4DF6-C500-53DE6B7C29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EAE441-6BB2-BEC0-B684-CF04D4AC267C}"/>
              </a:ext>
            </a:extLst>
          </p:cNvPr>
          <p:cNvSpPr>
            <a:spLocks noGrp="1"/>
          </p:cNvSpPr>
          <p:nvPr>
            <p:ph type="sldNum" sz="quarter" idx="12"/>
          </p:nvPr>
        </p:nvSpPr>
        <p:spPr/>
        <p:txBody>
          <a:bodyPr/>
          <a:lstStyle/>
          <a:p>
            <a:fld id="{0901792E-8005-4107-9E07-E54859C05866}" type="slidenum">
              <a:rPr lang="en-US" smtClean="0"/>
              <a:t>‹#›</a:t>
            </a:fld>
            <a:endParaRPr lang="en-US"/>
          </a:p>
        </p:txBody>
      </p:sp>
    </p:spTree>
    <p:extLst>
      <p:ext uri="{BB962C8B-B14F-4D97-AF65-F5344CB8AC3E}">
        <p14:creationId xmlns:p14="http://schemas.microsoft.com/office/powerpoint/2010/main" val="3030164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29C9B-CAB7-FAFC-A69D-57CEB24E25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5105BF-7A07-3101-1C38-475A14DD34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616CEA-750E-E4EC-F38F-225F21852E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E132C9-A947-0A02-86C2-C63AD5F07BF4}"/>
              </a:ext>
            </a:extLst>
          </p:cNvPr>
          <p:cNvSpPr>
            <a:spLocks noGrp="1"/>
          </p:cNvSpPr>
          <p:nvPr>
            <p:ph type="dt" sz="half" idx="10"/>
          </p:nvPr>
        </p:nvSpPr>
        <p:spPr/>
        <p:txBody>
          <a:bodyPr/>
          <a:lstStyle/>
          <a:p>
            <a:fld id="{145165A5-79FE-4BB4-ACCF-8BFABBB13047}" type="datetimeFigureOut">
              <a:rPr lang="en-US" smtClean="0"/>
              <a:t>7/3/2023</a:t>
            </a:fld>
            <a:endParaRPr lang="en-US"/>
          </a:p>
        </p:txBody>
      </p:sp>
      <p:sp>
        <p:nvSpPr>
          <p:cNvPr id="6" name="Footer Placeholder 5">
            <a:extLst>
              <a:ext uri="{FF2B5EF4-FFF2-40B4-BE49-F238E27FC236}">
                <a16:creationId xmlns:a16="http://schemas.microsoft.com/office/drawing/2014/main" id="{25B13DC1-9711-5662-0F7A-FF77200959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053233-25BF-2715-ABC9-FF3FA4848E26}"/>
              </a:ext>
            </a:extLst>
          </p:cNvPr>
          <p:cNvSpPr>
            <a:spLocks noGrp="1"/>
          </p:cNvSpPr>
          <p:nvPr>
            <p:ph type="sldNum" sz="quarter" idx="12"/>
          </p:nvPr>
        </p:nvSpPr>
        <p:spPr/>
        <p:txBody>
          <a:bodyPr/>
          <a:lstStyle/>
          <a:p>
            <a:fld id="{0901792E-8005-4107-9E07-E54859C05866}" type="slidenum">
              <a:rPr lang="en-US" smtClean="0"/>
              <a:t>‹#›</a:t>
            </a:fld>
            <a:endParaRPr lang="en-US"/>
          </a:p>
        </p:txBody>
      </p:sp>
    </p:spTree>
    <p:extLst>
      <p:ext uri="{BB962C8B-B14F-4D97-AF65-F5344CB8AC3E}">
        <p14:creationId xmlns:p14="http://schemas.microsoft.com/office/powerpoint/2010/main" val="2648732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C1F03-D32A-F364-0E19-42A681A9AD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FE873C-665A-29EB-165E-8AF259F514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D44F50-C40D-19EE-22D6-6367B8A1C223}"/>
              </a:ext>
            </a:extLst>
          </p:cNvPr>
          <p:cNvSpPr>
            <a:spLocks noGrp="1"/>
          </p:cNvSpPr>
          <p:nvPr>
            <p:ph type="dt" sz="half" idx="10"/>
          </p:nvPr>
        </p:nvSpPr>
        <p:spPr/>
        <p:txBody>
          <a:bodyPr/>
          <a:lstStyle/>
          <a:p>
            <a:fld id="{145165A5-79FE-4BB4-ACCF-8BFABBB13047}" type="datetimeFigureOut">
              <a:rPr lang="en-US" smtClean="0"/>
              <a:t>7/3/2023</a:t>
            </a:fld>
            <a:endParaRPr lang="en-US"/>
          </a:p>
        </p:txBody>
      </p:sp>
      <p:sp>
        <p:nvSpPr>
          <p:cNvPr id="5" name="Footer Placeholder 4">
            <a:extLst>
              <a:ext uri="{FF2B5EF4-FFF2-40B4-BE49-F238E27FC236}">
                <a16:creationId xmlns:a16="http://schemas.microsoft.com/office/drawing/2014/main" id="{D1DD9AC7-F6DF-9B54-AA2D-4CC9EC5920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11821F-E365-3EF3-396D-2CF450726CF2}"/>
              </a:ext>
            </a:extLst>
          </p:cNvPr>
          <p:cNvSpPr>
            <a:spLocks noGrp="1"/>
          </p:cNvSpPr>
          <p:nvPr>
            <p:ph type="sldNum" sz="quarter" idx="12"/>
          </p:nvPr>
        </p:nvSpPr>
        <p:spPr/>
        <p:txBody>
          <a:bodyPr/>
          <a:lstStyle/>
          <a:p>
            <a:fld id="{0901792E-8005-4107-9E07-E54859C05866}" type="slidenum">
              <a:rPr lang="en-US" smtClean="0"/>
              <a:t>‹#›</a:t>
            </a:fld>
            <a:endParaRPr lang="en-US"/>
          </a:p>
        </p:txBody>
      </p:sp>
    </p:spTree>
    <p:extLst>
      <p:ext uri="{BB962C8B-B14F-4D97-AF65-F5344CB8AC3E}">
        <p14:creationId xmlns:p14="http://schemas.microsoft.com/office/powerpoint/2010/main" val="2049391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9F61E5-E47D-8A45-D440-A37475D2E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4A4C27-56B4-8104-DECF-448C9E4522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9B7663-8EE4-825A-D1C4-F04EB5246AE3}"/>
              </a:ext>
            </a:extLst>
          </p:cNvPr>
          <p:cNvSpPr>
            <a:spLocks noGrp="1"/>
          </p:cNvSpPr>
          <p:nvPr>
            <p:ph type="dt" sz="half" idx="10"/>
          </p:nvPr>
        </p:nvSpPr>
        <p:spPr/>
        <p:txBody>
          <a:bodyPr/>
          <a:lstStyle/>
          <a:p>
            <a:fld id="{145165A5-79FE-4BB4-ACCF-8BFABBB13047}" type="datetimeFigureOut">
              <a:rPr lang="en-US" smtClean="0"/>
              <a:t>7/3/2023</a:t>
            </a:fld>
            <a:endParaRPr lang="en-US"/>
          </a:p>
        </p:txBody>
      </p:sp>
      <p:sp>
        <p:nvSpPr>
          <p:cNvPr id="5" name="Footer Placeholder 4">
            <a:extLst>
              <a:ext uri="{FF2B5EF4-FFF2-40B4-BE49-F238E27FC236}">
                <a16:creationId xmlns:a16="http://schemas.microsoft.com/office/drawing/2014/main" id="{D96D2E95-7312-8FD5-BE88-43E318A11B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0B599B-3F74-26FD-7136-D77D4419F620}"/>
              </a:ext>
            </a:extLst>
          </p:cNvPr>
          <p:cNvSpPr>
            <a:spLocks noGrp="1"/>
          </p:cNvSpPr>
          <p:nvPr>
            <p:ph type="sldNum" sz="quarter" idx="12"/>
          </p:nvPr>
        </p:nvSpPr>
        <p:spPr/>
        <p:txBody>
          <a:bodyPr/>
          <a:lstStyle/>
          <a:p>
            <a:fld id="{0901792E-8005-4107-9E07-E54859C05866}" type="slidenum">
              <a:rPr lang="en-US" smtClean="0"/>
              <a:t>‹#›</a:t>
            </a:fld>
            <a:endParaRPr lang="en-US"/>
          </a:p>
        </p:txBody>
      </p:sp>
    </p:spTree>
    <p:extLst>
      <p:ext uri="{BB962C8B-B14F-4D97-AF65-F5344CB8AC3E}">
        <p14:creationId xmlns:p14="http://schemas.microsoft.com/office/powerpoint/2010/main" val="60140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EA4D5F-AD25-C539-A9AA-B06D3EBC0E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EA11DF-24B5-DBA9-00E6-A8BDB2E623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B7C2EA-4325-0AC6-250B-8B6791EFB7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5165A5-79FE-4BB4-ACCF-8BFABBB13047}" type="datetimeFigureOut">
              <a:rPr lang="en-US" smtClean="0"/>
              <a:t>7/3/2023</a:t>
            </a:fld>
            <a:endParaRPr lang="en-US"/>
          </a:p>
        </p:txBody>
      </p:sp>
      <p:sp>
        <p:nvSpPr>
          <p:cNvPr id="5" name="Footer Placeholder 4">
            <a:extLst>
              <a:ext uri="{FF2B5EF4-FFF2-40B4-BE49-F238E27FC236}">
                <a16:creationId xmlns:a16="http://schemas.microsoft.com/office/drawing/2014/main" id="{9483D8FC-76F8-D02F-9A97-CD8336117E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9717B0-F8FB-3A32-F997-7D28046D45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01792E-8005-4107-9E07-E54859C05866}" type="slidenum">
              <a:rPr lang="en-US" smtClean="0"/>
              <a:t>‹#›</a:t>
            </a:fld>
            <a:endParaRPr lang="en-US"/>
          </a:p>
        </p:txBody>
      </p:sp>
    </p:spTree>
    <p:extLst>
      <p:ext uri="{BB962C8B-B14F-4D97-AF65-F5344CB8AC3E}">
        <p14:creationId xmlns:p14="http://schemas.microsoft.com/office/powerpoint/2010/main" val="30073803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1.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1.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6" Type="http://schemas.openxmlformats.org/officeDocument/2006/relationships/tags" Target="../tags/tag39.xml"/><Relationship Id="rId21" Type="http://schemas.openxmlformats.org/officeDocument/2006/relationships/tags" Target="../tags/tag34.xml"/><Relationship Id="rId42" Type="http://schemas.openxmlformats.org/officeDocument/2006/relationships/tags" Target="../tags/tag55.xml"/><Relationship Id="rId47" Type="http://schemas.openxmlformats.org/officeDocument/2006/relationships/tags" Target="../tags/tag60.xml"/><Relationship Id="rId63" Type="http://schemas.openxmlformats.org/officeDocument/2006/relationships/tags" Target="../tags/tag76.xml"/><Relationship Id="rId68" Type="http://schemas.openxmlformats.org/officeDocument/2006/relationships/tags" Target="../tags/tag81.xml"/><Relationship Id="rId84" Type="http://schemas.openxmlformats.org/officeDocument/2006/relationships/tags" Target="../tags/tag97.xml"/><Relationship Id="rId89" Type="http://schemas.openxmlformats.org/officeDocument/2006/relationships/tags" Target="../tags/tag102.xml"/><Relationship Id="rId16" Type="http://schemas.openxmlformats.org/officeDocument/2006/relationships/tags" Target="../tags/tag29.xml"/><Relationship Id="rId107" Type="http://schemas.openxmlformats.org/officeDocument/2006/relationships/image" Target="../media/image9.jpg"/><Relationship Id="rId11" Type="http://schemas.openxmlformats.org/officeDocument/2006/relationships/tags" Target="../tags/tag24.xml"/><Relationship Id="rId32" Type="http://schemas.openxmlformats.org/officeDocument/2006/relationships/tags" Target="../tags/tag45.xml"/><Relationship Id="rId37" Type="http://schemas.openxmlformats.org/officeDocument/2006/relationships/tags" Target="../tags/tag50.xml"/><Relationship Id="rId53" Type="http://schemas.openxmlformats.org/officeDocument/2006/relationships/tags" Target="../tags/tag66.xml"/><Relationship Id="rId58" Type="http://schemas.openxmlformats.org/officeDocument/2006/relationships/tags" Target="../tags/tag71.xml"/><Relationship Id="rId74" Type="http://schemas.openxmlformats.org/officeDocument/2006/relationships/tags" Target="../tags/tag87.xml"/><Relationship Id="rId79" Type="http://schemas.openxmlformats.org/officeDocument/2006/relationships/tags" Target="../tags/tag92.xml"/><Relationship Id="rId102" Type="http://schemas.openxmlformats.org/officeDocument/2006/relationships/tags" Target="../tags/tag115.xml"/><Relationship Id="rId5" Type="http://schemas.openxmlformats.org/officeDocument/2006/relationships/tags" Target="../tags/tag18.xml"/><Relationship Id="rId90" Type="http://schemas.openxmlformats.org/officeDocument/2006/relationships/tags" Target="../tags/tag103.xml"/><Relationship Id="rId95" Type="http://schemas.openxmlformats.org/officeDocument/2006/relationships/tags" Target="../tags/tag108.xml"/><Relationship Id="rId22" Type="http://schemas.openxmlformats.org/officeDocument/2006/relationships/tags" Target="../tags/tag35.xml"/><Relationship Id="rId27" Type="http://schemas.openxmlformats.org/officeDocument/2006/relationships/tags" Target="../tags/tag40.xml"/><Relationship Id="rId43" Type="http://schemas.openxmlformats.org/officeDocument/2006/relationships/tags" Target="../tags/tag56.xml"/><Relationship Id="rId48" Type="http://schemas.openxmlformats.org/officeDocument/2006/relationships/tags" Target="../tags/tag61.xml"/><Relationship Id="rId64" Type="http://schemas.openxmlformats.org/officeDocument/2006/relationships/tags" Target="../tags/tag77.xml"/><Relationship Id="rId69" Type="http://schemas.openxmlformats.org/officeDocument/2006/relationships/tags" Target="../tags/tag82.xml"/><Relationship Id="rId80" Type="http://schemas.openxmlformats.org/officeDocument/2006/relationships/tags" Target="../tags/tag93.xml"/><Relationship Id="rId85" Type="http://schemas.openxmlformats.org/officeDocument/2006/relationships/tags" Target="../tags/tag98.xml"/><Relationship Id="rId12" Type="http://schemas.openxmlformats.org/officeDocument/2006/relationships/tags" Target="../tags/tag25.xml"/><Relationship Id="rId17" Type="http://schemas.openxmlformats.org/officeDocument/2006/relationships/tags" Target="../tags/tag30.xml"/><Relationship Id="rId33" Type="http://schemas.openxmlformats.org/officeDocument/2006/relationships/tags" Target="../tags/tag46.xml"/><Relationship Id="rId38" Type="http://schemas.openxmlformats.org/officeDocument/2006/relationships/tags" Target="../tags/tag51.xml"/><Relationship Id="rId59" Type="http://schemas.openxmlformats.org/officeDocument/2006/relationships/tags" Target="../tags/tag72.xml"/><Relationship Id="rId103" Type="http://schemas.openxmlformats.org/officeDocument/2006/relationships/slideLayout" Target="../slideLayouts/slideLayout1.xml"/><Relationship Id="rId20" Type="http://schemas.openxmlformats.org/officeDocument/2006/relationships/tags" Target="../tags/tag33.xml"/><Relationship Id="rId41" Type="http://schemas.openxmlformats.org/officeDocument/2006/relationships/tags" Target="../tags/tag54.xml"/><Relationship Id="rId54" Type="http://schemas.openxmlformats.org/officeDocument/2006/relationships/tags" Target="../tags/tag67.xml"/><Relationship Id="rId62" Type="http://schemas.openxmlformats.org/officeDocument/2006/relationships/tags" Target="../tags/tag75.xml"/><Relationship Id="rId70" Type="http://schemas.openxmlformats.org/officeDocument/2006/relationships/tags" Target="../tags/tag83.xml"/><Relationship Id="rId75" Type="http://schemas.openxmlformats.org/officeDocument/2006/relationships/tags" Target="../tags/tag88.xml"/><Relationship Id="rId83" Type="http://schemas.openxmlformats.org/officeDocument/2006/relationships/tags" Target="../tags/tag96.xml"/><Relationship Id="rId88" Type="http://schemas.openxmlformats.org/officeDocument/2006/relationships/tags" Target="../tags/tag101.xml"/><Relationship Id="rId91" Type="http://schemas.openxmlformats.org/officeDocument/2006/relationships/tags" Target="../tags/tag104.xml"/><Relationship Id="rId96" Type="http://schemas.openxmlformats.org/officeDocument/2006/relationships/tags" Target="../tags/tag109.xml"/><Relationship Id="rId1" Type="http://schemas.openxmlformats.org/officeDocument/2006/relationships/tags" Target="../tags/tag14.xml"/><Relationship Id="rId6" Type="http://schemas.openxmlformats.org/officeDocument/2006/relationships/tags" Target="../tags/tag19.xml"/><Relationship Id="rId15" Type="http://schemas.openxmlformats.org/officeDocument/2006/relationships/tags" Target="../tags/tag28.xml"/><Relationship Id="rId23" Type="http://schemas.openxmlformats.org/officeDocument/2006/relationships/tags" Target="../tags/tag36.xml"/><Relationship Id="rId28" Type="http://schemas.openxmlformats.org/officeDocument/2006/relationships/tags" Target="../tags/tag41.xml"/><Relationship Id="rId36" Type="http://schemas.openxmlformats.org/officeDocument/2006/relationships/tags" Target="../tags/tag49.xml"/><Relationship Id="rId49" Type="http://schemas.openxmlformats.org/officeDocument/2006/relationships/tags" Target="../tags/tag62.xml"/><Relationship Id="rId57" Type="http://schemas.openxmlformats.org/officeDocument/2006/relationships/tags" Target="../tags/tag70.xml"/><Relationship Id="rId106" Type="http://schemas.openxmlformats.org/officeDocument/2006/relationships/image" Target="../media/image8.png"/><Relationship Id="rId10" Type="http://schemas.openxmlformats.org/officeDocument/2006/relationships/tags" Target="../tags/tag23.xml"/><Relationship Id="rId31" Type="http://schemas.openxmlformats.org/officeDocument/2006/relationships/tags" Target="../tags/tag44.xml"/><Relationship Id="rId44" Type="http://schemas.openxmlformats.org/officeDocument/2006/relationships/tags" Target="../tags/tag57.xml"/><Relationship Id="rId52" Type="http://schemas.openxmlformats.org/officeDocument/2006/relationships/tags" Target="../tags/tag65.xml"/><Relationship Id="rId60" Type="http://schemas.openxmlformats.org/officeDocument/2006/relationships/tags" Target="../tags/tag73.xml"/><Relationship Id="rId65" Type="http://schemas.openxmlformats.org/officeDocument/2006/relationships/tags" Target="../tags/tag78.xml"/><Relationship Id="rId73" Type="http://schemas.openxmlformats.org/officeDocument/2006/relationships/tags" Target="../tags/tag86.xml"/><Relationship Id="rId78" Type="http://schemas.openxmlformats.org/officeDocument/2006/relationships/tags" Target="../tags/tag91.xml"/><Relationship Id="rId81" Type="http://schemas.openxmlformats.org/officeDocument/2006/relationships/tags" Target="../tags/tag94.xml"/><Relationship Id="rId86" Type="http://schemas.openxmlformats.org/officeDocument/2006/relationships/tags" Target="../tags/tag99.xml"/><Relationship Id="rId94" Type="http://schemas.openxmlformats.org/officeDocument/2006/relationships/tags" Target="../tags/tag107.xml"/><Relationship Id="rId99" Type="http://schemas.openxmlformats.org/officeDocument/2006/relationships/tags" Target="../tags/tag112.xml"/><Relationship Id="rId101" Type="http://schemas.openxmlformats.org/officeDocument/2006/relationships/tags" Target="../tags/tag114.xml"/><Relationship Id="rId4" Type="http://schemas.openxmlformats.org/officeDocument/2006/relationships/tags" Target="../tags/tag17.xml"/><Relationship Id="rId9" Type="http://schemas.openxmlformats.org/officeDocument/2006/relationships/tags" Target="../tags/tag22.xml"/><Relationship Id="rId13" Type="http://schemas.openxmlformats.org/officeDocument/2006/relationships/tags" Target="../tags/tag26.xml"/><Relationship Id="rId18" Type="http://schemas.openxmlformats.org/officeDocument/2006/relationships/tags" Target="../tags/tag31.xml"/><Relationship Id="rId39" Type="http://schemas.openxmlformats.org/officeDocument/2006/relationships/tags" Target="../tags/tag52.xml"/><Relationship Id="rId34" Type="http://schemas.openxmlformats.org/officeDocument/2006/relationships/tags" Target="../tags/tag47.xml"/><Relationship Id="rId50" Type="http://schemas.openxmlformats.org/officeDocument/2006/relationships/tags" Target="../tags/tag63.xml"/><Relationship Id="rId55" Type="http://schemas.openxmlformats.org/officeDocument/2006/relationships/tags" Target="../tags/tag68.xml"/><Relationship Id="rId76" Type="http://schemas.openxmlformats.org/officeDocument/2006/relationships/tags" Target="../tags/tag89.xml"/><Relationship Id="rId97" Type="http://schemas.openxmlformats.org/officeDocument/2006/relationships/tags" Target="../tags/tag110.xml"/><Relationship Id="rId104" Type="http://schemas.openxmlformats.org/officeDocument/2006/relationships/image" Target="../media/image6.jpg"/><Relationship Id="rId7" Type="http://schemas.openxmlformats.org/officeDocument/2006/relationships/tags" Target="../tags/tag20.xml"/><Relationship Id="rId71" Type="http://schemas.openxmlformats.org/officeDocument/2006/relationships/tags" Target="../tags/tag84.xml"/><Relationship Id="rId92" Type="http://schemas.openxmlformats.org/officeDocument/2006/relationships/tags" Target="../tags/tag105.xml"/><Relationship Id="rId2" Type="http://schemas.openxmlformats.org/officeDocument/2006/relationships/tags" Target="../tags/tag15.xml"/><Relationship Id="rId29" Type="http://schemas.openxmlformats.org/officeDocument/2006/relationships/tags" Target="../tags/tag42.xml"/><Relationship Id="rId24" Type="http://schemas.openxmlformats.org/officeDocument/2006/relationships/tags" Target="../tags/tag37.xml"/><Relationship Id="rId40" Type="http://schemas.openxmlformats.org/officeDocument/2006/relationships/tags" Target="../tags/tag53.xml"/><Relationship Id="rId45" Type="http://schemas.openxmlformats.org/officeDocument/2006/relationships/tags" Target="../tags/tag58.xml"/><Relationship Id="rId66" Type="http://schemas.openxmlformats.org/officeDocument/2006/relationships/tags" Target="../tags/tag79.xml"/><Relationship Id="rId87" Type="http://schemas.openxmlformats.org/officeDocument/2006/relationships/tags" Target="../tags/tag100.xml"/><Relationship Id="rId61" Type="http://schemas.openxmlformats.org/officeDocument/2006/relationships/tags" Target="../tags/tag74.xml"/><Relationship Id="rId82" Type="http://schemas.openxmlformats.org/officeDocument/2006/relationships/tags" Target="../tags/tag95.xml"/><Relationship Id="rId19" Type="http://schemas.openxmlformats.org/officeDocument/2006/relationships/tags" Target="../tags/tag32.xml"/><Relationship Id="rId14" Type="http://schemas.openxmlformats.org/officeDocument/2006/relationships/tags" Target="../tags/tag27.xml"/><Relationship Id="rId30" Type="http://schemas.openxmlformats.org/officeDocument/2006/relationships/tags" Target="../tags/tag43.xml"/><Relationship Id="rId35" Type="http://schemas.openxmlformats.org/officeDocument/2006/relationships/tags" Target="../tags/tag48.xml"/><Relationship Id="rId56" Type="http://schemas.openxmlformats.org/officeDocument/2006/relationships/tags" Target="../tags/tag69.xml"/><Relationship Id="rId77" Type="http://schemas.openxmlformats.org/officeDocument/2006/relationships/tags" Target="../tags/tag90.xml"/><Relationship Id="rId100" Type="http://schemas.openxmlformats.org/officeDocument/2006/relationships/tags" Target="../tags/tag113.xml"/><Relationship Id="rId105" Type="http://schemas.openxmlformats.org/officeDocument/2006/relationships/image" Target="../media/image7.png"/><Relationship Id="rId8" Type="http://schemas.openxmlformats.org/officeDocument/2006/relationships/tags" Target="../tags/tag21.xml"/><Relationship Id="rId51" Type="http://schemas.openxmlformats.org/officeDocument/2006/relationships/tags" Target="../tags/tag64.xml"/><Relationship Id="rId72" Type="http://schemas.openxmlformats.org/officeDocument/2006/relationships/tags" Target="../tags/tag85.xml"/><Relationship Id="rId93" Type="http://schemas.openxmlformats.org/officeDocument/2006/relationships/tags" Target="../tags/tag106.xml"/><Relationship Id="rId98" Type="http://schemas.openxmlformats.org/officeDocument/2006/relationships/tags" Target="../tags/tag111.xml"/><Relationship Id="rId3" Type="http://schemas.openxmlformats.org/officeDocument/2006/relationships/tags" Target="../tags/tag16.xml"/><Relationship Id="rId25" Type="http://schemas.openxmlformats.org/officeDocument/2006/relationships/tags" Target="../tags/tag38.xml"/><Relationship Id="rId46" Type="http://schemas.openxmlformats.org/officeDocument/2006/relationships/tags" Target="../tags/tag59.xml"/><Relationship Id="rId67" Type="http://schemas.openxmlformats.org/officeDocument/2006/relationships/tags" Target="../tags/tag8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799C22-BDC0-79F2-34D0-CEEF1921ACC3}"/>
              </a:ext>
            </a:extLst>
          </p:cNvPr>
          <p:cNvSpPr txBox="1"/>
          <p:nvPr/>
        </p:nvSpPr>
        <p:spPr>
          <a:xfrm>
            <a:off x="1443134" y="503853"/>
            <a:ext cx="8770775" cy="369332"/>
          </a:xfrm>
          <a:prstGeom prst="rect">
            <a:avLst/>
          </a:prstGeom>
          <a:noFill/>
        </p:spPr>
        <p:txBody>
          <a:bodyPr wrap="square" rtlCol="0">
            <a:spAutoFit/>
          </a:bodyPr>
          <a:lstStyle/>
          <a:p>
            <a:r>
              <a:rPr lang="en-US" dirty="0"/>
              <a:t>Survival Analysis</a:t>
            </a:r>
          </a:p>
        </p:txBody>
      </p:sp>
      <p:sp>
        <p:nvSpPr>
          <p:cNvPr id="3" name="TextBox 2">
            <a:extLst>
              <a:ext uri="{FF2B5EF4-FFF2-40B4-BE49-F238E27FC236}">
                <a16:creationId xmlns:a16="http://schemas.microsoft.com/office/drawing/2014/main" id="{5303F215-4A21-52F5-BC81-E32C8CFBC341}"/>
              </a:ext>
            </a:extLst>
          </p:cNvPr>
          <p:cNvSpPr txBox="1"/>
          <p:nvPr/>
        </p:nvSpPr>
        <p:spPr>
          <a:xfrm>
            <a:off x="1511300" y="1263650"/>
            <a:ext cx="9645650" cy="1477328"/>
          </a:xfrm>
          <a:prstGeom prst="rect">
            <a:avLst/>
          </a:prstGeom>
          <a:noFill/>
        </p:spPr>
        <p:txBody>
          <a:bodyPr wrap="square" rtlCol="0">
            <a:spAutoFit/>
          </a:bodyPr>
          <a:lstStyle/>
          <a:p>
            <a:pPr marL="285750" indent="-285750">
              <a:buFont typeface="Wingdings" panose="05000000000000000000" pitchFamily="2" charset="2"/>
              <a:buChar char="q"/>
            </a:pPr>
            <a:r>
              <a:rPr lang="en-US" dirty="0"/>
              <a:t>Problem Formulation</a:t>
            </a:r>
          </a:p>
          <a:p>
            <a:pPr marL="285750" indent="-285750">
              <a:buFont typeface="Wingdings" panose="05000000000000000000" pitchFamily="2" charset="2"/>
              <a:buChar char="q"/>
            </a:pPr>
            <a:r>
              <a:rPr lang="en-US" dirty="0"/>
              <a:t>Non-parametric methods</a:t>
            </a:r>
          </a:p>
          <a:p>
            <a:pPr marL="285750" indent="-285750">
              <a:buFont typeface="Wingdings" panose="05000000000000000000" pitchFamily="2" charset="2"/>
              <a:buChar char="q"/>
            </a:pPr>
            <a:r>
              <a:rPr lang="en-US" dirty="0"/>
              <a:t>Semi-parametric methods</a:t>
            </a:r>
          </a:p>
          <a:p>
            <a:pPr marL="742950" lvl="1" indent="-285750">
              <a:buFont typeface="Wingdings" panose="05000000000000000000" pitchFamily="2" charset="2"/>
              <a:buChar char="q"/>
            </a:pPr>
            <a:r>
              <a:rPr lang="en-US" dirty="0"/>
              <a:t>Cox Proportional Hazards model</a:t>
            </a:r>
          </a:p>
          <a:p>
            <a:pPr marL="742950" lvl="1" indent="-285750">
              <a:buFont typeface="Wingdings" panose="05000000000000000000" pitchFamily="2" charset="2"/>
              <a:buChar char="q"/>
            </a:pPr>
            <a:r>
              <a:rPr lang="en-US" dirty="0"/>
              <a:t>Learning over censored data</a:t>
            </a:r>
          </a:p>
        </p:txBody>
      </p:sp>
    </p:spTree>
    <p:extLst>
      <p:ext uri="{BB962C8B-B14F-4D97-AF65-F5344CB8AC3E}">
        <p14:creationId xmlns:p14="http://schemas.microsoft.com/office/powerpoint/2010/main" val="2807854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03471B-D409-2897-F8AF-545AB2DBE415}"/>
              </a:ext>
            </a:extLst>
          </p:cNvPr>
          <p:cNvSpPr txBox="1"/>
          <p:nvPr/>
        </p:nvSpPr>
        <p:spPr>
          <a:xfrm>
            <a:off x="1520889" y="62212"/>
            <a:ext cx="9719389" cy="5632311"/>
          </a:xfrm>
          <a:prstGeom prst="rect">
            <a:avLst/>
          </a:prstGeom>
          <a:noFill/>
        </p:spPr>
        <p:txBody>
          <a:bodyPr wrap="square" rtlCol="0">
            <a:spAutoFit/>
          </a:bodyPr>
          <a:lstStyle/>
          <a:p>
            <a:r>
              <a:rPr lang="en-US" b="1" dirty="0"/>
              <a:t>Previous Literatures</a:t>
            </a:r>
          </a:p>
          <a:p>
            <a:pPr marL="285750" indent="-285750">
              <a:buFont typeface="Wingdings" panose="05000000000000000000" pitchFamily="2" charset="2"/>
              <a:buChar char="q"/>
            </a:pPr>
            <a:r>
              <a:rPr lang="en-US" dirty="0"/>
              <a:t>Conventional </a:t>
            </a:r>
            <a:r>
              <a:rPr lang="en-US" u="sng" dirty="0"/>
              <a:t>Cox Propositional Hazards (CPH) </a:t>
            </a:r>
            <a:r>
              <a:rPr lang="en-US" dirty="0"/>
              <a:t>model that estimates the risk/rate function h(x) by a linear function                          . The Cox regression is performed to tune     by optimizing the </a:t>
            </a:r>
            <a:r>
              <a:rPr lang="en-US" u="sng" dirty="0"/>
              <a:t>Cox Partial Likelihood</a:t>
            </a:r>
          </a:p>
          <a:p>
            <a:pPr marL="285750" indent="-285750">
              <a:buFont typeface="Wingdings" panose="05000000000000000000" pitchFamily="2" charset="2"/>
              <a:buChar char="q"/>
            </a:pPr>
            <a:r>
              <a:rPr lang="en-US" dirty="0"/>
              <a:t>However, in real applications, data always exhibits a </a:t>
            </a:r>
            <a:r>
              <a:rPr lang="en-US" u="sng" dirty="0"/>
              <a:t>nonlinear</a:t>
            </a:r>
            <a:r>
              <a:rPr lang="en-US" dirty="0"/>
              <a:t> statistics that violates the linear proportional hazards condition</a:t>
            </a:r>
          </a:p>
          <a:p>
            <a:pPr marL="285750" indent="-285750">
              <a:buFont typeface="Wingdings" panose="05000000000000000000" pitchFamily="2" charset="2"/>
              <a:buChar char="q"/>
            </a:pPr>
            <a:r>
              <a:rPr lang="en-US" dirty="0"/>
              <a:t>Nonlinear Survival Models were then explored to mitigate this issue</a:t>
            </a:r>
          </a:p>
          <a:p>
            <a:pPr marL="742950" lvl="1" indent="-285750">
              <a:buFont typeface="Wingdings" panose="05000000000000000000" pitchFamily="2" charset="2"/>
              <a:buChar char="q"/>
            </a:pPr>
            <a:r>
              <a:rPr lang="en-US" u="sng" dirty="0" err="1"/>
              <a:t>Faraggi</a:t>
            </a:r>
            <a:r>
              <a:rPr lang="en-US" u="sng" dirty="0"/>
              <a:t>-Simon method</a:t>
            </a:r>
            <a:r>
              <a:rPr lang="en-US" dirty="0"/>
              <a:t> was the first of such kind to replace the linear model with neural network. While </a:t>
            </a:r>
            <a:r>
              <a:rPr lang="en-US" dirty="0" err="1"/>
              <a:t>Faraggi</a:t>
            </a:r>
            <a:r>
              <a:rPr lang="en-US" dirty="0"/>
              <a:t>-Simon network has not been shown to outperform the linear CPH</a:t>
            </a:r>
          </a:p>
          <a:p>
            <a:pPr marL="742950" lvl="1" indent="-285750">
              <a:buFont typeface="Wingdings" panose="05000000000000000000" pitchFamily="2" charset="2"/>
              <a:buChar char="q"/>
            </a:pPr>
            <a:r>
              <a:rPr lang="en-US" u="sng" dirty="0" err="1"/>
              <a:t>DeepSurv</a:t>
            </a:r>
            <a:r>
              <a:rPr lang="en-US" dirty="0"/>
              <a:t> -  The first attempt applying modern deep neural network to the CPH model with advancement in network architecture and training procedures. It demonstrated superiority over the linear CPH on multiple survival datasets.</a:t>
            </a:r>
          </a:p>
          <a:p>
            <a:pPr marL="742950" lvl="1" indent="-285750">
              <a:buFont typeface="Wingdings" panose="05000000000000000000" pitchFamily="2" charset="2"/>
              <a:buChar char="q"/>
            </a:pPr>
            <a:r>
              <a:rPr lang="en-US" u="sng" dirty="0"/>
              <a:t>Cox Regression</a:t>
            </a:r>
            <a:r>
              <a:rPr lang="en-US" dirty="0"/>
              <a:t> – Extended the </a:t>
            </a:r>
            <a:r>
              <a:rPr lang="en-US" dirty="0" err="1"/>
              <a:t>DeepSurv</a:t>
            </a:r>
            <a:r>
              <a:rPr lang="en-US" dirty="0"/>
              <a:t> to accommodate modern stochastic optimization that can lower the computational cost for training </a:t>
            </a:r>
          </a:p>
          <a:p>
            <a:pPr marL="742950" lvl="1" indent="-285750">
              <a:buFont typeface="Wingdings" panose="05000000000000000000" pitchFamily="2" charset="2"/>
              <a:buChar char="q"/>
            </a:pPr>
            <a:r>
              <a:rPr lang="en-US" u="sng" dirty="0"/>
              <a:t>Deep Recurrent Survival Analysis</a:t>
            </a:r>
            <a:r>
              <a:rPr lang="en-US" dirty="0"/>
              <a:t> – Modeled the CPH as a recurrent neural network </a:t>
            </a:r>
            <a:endParaRPr lang="en-US" u="sng" dirty="0"/>
          </a:p>
          <a:p>
            <a:pPr marL="742950" lvl="1" indent="-285750">
              <a:buFont typeface="Wingdings" panose="05000000000000000000" pitchFamily="2" charset="2"/>
              <a:buChar char="q"/>
            </a:pPr>
            <a:r>
              <a:rPr lang="en-US" u="sng" dirty="0"/>
              <a:t>Survival Tree &amp; Random Survival Forest </a:t>
            </a:r>
            <a:r>
              <a:rPr lang="en-US" dirty="0"/>
              <a:t>– The Survival Tree used </a:t>
            </a:r>
            <a:r>
              <a:rPr lang="en-US" b="1" dirty="0"/>
              <a:t>Log-rank</a:t>
            </a:r>
            <a:r>
              <a:rPr lang="en-US" dirty="0"/>
              <a:t> Test as the splitting criterion. The Random Survival Forest ensembles multiple Survival Trees in a “bagging” fashion</a:t>
            </a:r>
          </a:p>
          <a:p>
            <a:pPr marL="742950" lvl="1" indent="-285750">
              <a:buFont typeface="Wingdings" panose="05000000000000000000" pitchFamily="2" charset="2"/>
              <a:buChar char="q"/>
            </a:pPr>
            <a:r>
              <a:rPr lang="en-US" u="sng" dirty="0"/>
              <a:t>Other Tree-based Survival method</a:t>
            </a:r>
            <a:r>
              <a:rPr lang="en-US" dirty="0"/>
              <a:t> – using a specialized K-Means guided by the KL divergence as the tree splitting criterion (Node splitting via clustering: primarily targeting on categorical variables)</a:t>
            </a:r>
          </a:p>
        </p:txBody>
      </p:sp>
      <p:grpSp>
        <p:nvGrpSpPr>
          <p:cNvPr id="17" name="Group 16" descr="\documentclass{article}&#10;\usepackage{amsmath}&#10;\pagestyle{empty}&#10;\begin{document}&#10;&#10;$\hat{h}_{\beta}(x) = \beta^{T} x$&#10;&#10;&#10;\end{document}" title="IguanaTex Vector Display">
            <a:extLst>
              <a:ext uri="{FF2B5EF4-FFF2-40B4-BE49-F238E27FC236}">
                <a16:creationId xmlns:a16="http://schemas.microsoft.com/office/drawing/2014/main" id="{FE9A0348-2F4B-85E6-3882-4CBB0D1633C5}"/>
              </a:ext>
            </a:extLst>
          </p:cNvPr>
          <p:cNvGrpSpPr>
            <a:grpSpLocks noChangeAspect="1"/>
          </p:cNvGrpSpPr>
          <p:nvPr>
            <p:custDataLst>
              <p:tags r:id="rId1"/>
            </p:custDataLst>
          </p:nvPr>
        </p:nvGrpSpPr>
        <p:grpSpPr>
          <a:xfrm>
            <a:off x="3348660" y="662351"/>
            <a:ext cx="1262442" cy="300947"/>
            <a:chOff x="4314054" y="3832684"/>
            <a:chExt cx="1262442" cy="300947"/>
          </a:xfrm>
        </p:grpSpPr>
        <p:sp>
          <p:nvSpPr>
            <p:cNvPr id="7" name="Freeform: Shape 6">
              <a:extLst>
                <a:ext uri="{FF2B5EF4-FFF2-40B4-BE49-F238E27FC236}">
                  <a16:creationId xmlns:a16="http://schemas.microsoft.com/office/drawing/2014/main" id="{634EBEC0-A433-872C-1532-EB2109C9B3C9}"/>
                </a:ext>
              </a:extLst>
            </p:cNvPr>
            <p:cNvSpPr/>
            <p:nvPr>
              <p:custDataLst>
                <p:tags r:id="rId3"/>
              </p:custDataLst>
            </p:nvPr>
          </p:nvSpPr>
          <p:spPr>
            <a:xfrm>
              <a:off x="4330365" y="3832684"/>
              <a:ext cx="61079" cy="37264"/>
            </a:xfrm>
            <a:custGeom>
              <a:avLst/>
              <a:gdLst>
                <a:gd name="connsiteX0" fmla="*/ 30731 w 61079"/>
                <a:gd name="connsiteY0" fmla="*/ 60 h 37264"/>
                <a:gd name="connsiteX1" fmla="*/ 77 w 61079"/>
                <a:gd name="connsiteY1" fmla="*/ 32969 h 37264"/>
                <a:gd name="connsiteX2" fmla="*/ 4195 w 61079"/>
                <a:gd name="connsiteY2" fmla="*/ 37325 h 37264"/>
                <a:gd name="connsiteX3" fmla="*/ 30731 w 61079"/>
                <a:gd name="connsiteY3" fmla="*/ 12643 h 37264"/>
                <a:gd name="connsiteX4" fmla="*/ 57039 w 61079"/>
                <a:gd name="connsiteY4" fmla="*/ 37325 h 37264"/>
                <a:gd name="connsiteX5" fmla="*/ 61156 w 61079"/>
                <a:gd name="connsiteY5" fmla="*/ 32969 h 37264"/>
                <a:gd name="connsiteX6" fmla="*/ 30731 w 61079"/>
                <a:gd name="connsiteY6" fmla="*/ 60 h 37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079" h="37264">
                  <a:moveTo>
                    <a:pt x="30731" y="60"/>
                  </a:moveTo>
                  <a:lnTo>
                    <a:pt x="77" y="32969"/>
                  </a:lnTo>
                  <a:lnTo>
                    <a:pt x="4195" y="37325"/>
                  </a:lnTo>
                  <a:lnTo>
                    <a:pt x="30731" y="12643"/>
                  </a:lnTo>
                  <a:lnTo>
                    <a:pt x="57039" y="37325"/>
                  </a:lnTo>
                  <a:lnTo>
                    <a:pt x="61156" y="32969"/>
                  </a:lnTo>
                  <a:lnTo>
                    <a:pt x="30731" y="60"/>
                  </a:lnTo>
                  <a:close/>
                </a:path>
              </a:pathLst>
            </a:custGeom>
            <a:solidFill>
              <a:srgbClr val="000000"/>
            </a:solidFill>
            <a:ln w="22962"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DC3BF4AD-0D53-13C5-91DF-DAE35D223421}"/>
                </a:ext>
              </a:extLst>
            </p:cNvPr>
            <p:cNvSpPr/>
            <p:nvPr>
              <p:custDataLst>
                <p:tags r:id="rId4"/>
              </p:custDataLst>
            </p:nvPr>
          </p:nvSpPr>
          <p:spPr>
            <a:xfrm>
              <a:off x="4314054" y="3896540"/>
              <a:ext cx="112322" cy="170595"/>
            </a:xfrm>
            <a:custGeom>
              <a:avLst/>
              <a:gdLst>
                <a:gd name="connsiteX0" fmla="*/ 53150 w 112322"/>
                <a:gd name="connsiteY0" fmla="*/ 2725 h 170595"/>
                <a:gd name="connsiteX1" fmla="*/ 50176 w 112322"/>
                <a:gd name="connsiteY1" fmla="*/ 63 h 170595"/>
                <a:gd name="connsiteX2" fmla="*/ 22267 w 112322"/>
                <a:gd name="connsiteY2" fmla="*/ 2483 h 170595"/>
                <a:gd name="connsiteX3" fmla="*/ 17920 w 112322"/>
                <a:gd name="connsiteY3" fmla="*/ 7322 h 170595"/>
                <a:gd name="connsiteX4" fmla="*/ 23410 w 112322"/>
                <a:gd name="connsiteY4" fmla="*/ 10226 h 170595"/>
                <a:gd name="connsiteX5" fmla="*/ 34849 w 112322"/>
                <a:gd name="connsiteY5" fmla="*/ 14340 h 170595"/>
                <a:gd name="connsiteX6" fmla="*/ 34162 w 112322"/>
                <a:gd name="connsiteY6" fmla="*/ 19179 h 170595"/>
                <a:gd name="connsiteX7" fmla="*/ 992 w 112322"/>
                <a:gd name="connsiteY7" fmla="*/ 158560 h 170595"/>
                <a:gd name="connsiteX8" fmla="*/ 77 w 112322"/>
                <a:gd name="connsiteY8" fmla="*/ 163883 h 170595"/>
                <a:gd name="connsiteX9" fmla="*/ 6711 w 112322"/>
                <a:gd name="connsiteY9" fmla="*/ 170659 h 170595"/>
                <a:gd name="connsiteX10" fmla="*/ 15175 w 112322"/>
                <a:gd name="connsiteY10" fmla="*/ 164367 h 170595"/>
                <a:gd name="connsiteX11" fmla="*/ 19522 w 112322"/>
                <a:gd name="connsiteY11" fmla="*/ 145977 h 170595"/>
                <a:gd name="connsiteX12" fmla="*/ 24554 w 112322"/>
                <a:gd name="connsiteY12" fmla="*/ 124199 h 170595"/>
                <a:gd name="connsiteX13" fmla="*/ 28443 w 112322"/>
                <a:gd name="connsiteY13" fmla="*/ 107986 h 170595"/>
                <a:gd name="connsiteX14" fmla="*/ 30960 w 112322"/>
                <a:gd name="connsiteY14" fmla="*/ 97097 h 170595"/>
                <a:gd name="connsiteX15" fmla="*/ 46516 w 112322"/>
                <a:gd name="connsiteY15" fmla="*/ 74835 h 170595"/>
                <a:gd name="connsiteX16" fmla="*/ 68477 w 112322"/>
                <a:gd name="connsiteY16" fmla="*/ 66365 h 170595"/>
                <a:gd name="connsiteX17" fmla="*/ 80830 w 112322"/>
                <a:gd name="connsiteY17" fmla="*/ 83304 h 170595"/>
                <a:gd name="connsiteX18" fmla="*/ 66647 w 112322"/>
                <a:gd name="connsiteY18" fmla="*/ 137507 h 170595"/>
                <a:gd name="connsiteX19" fmla="*/ 63673 w 112322"/>
                <a:gd name="connsiteY19" fmla="*/ 150816 h 170595"/>
                <a:gd name="connsiteX20" fmla="*/ 82431 w 112322"/>
                <a:gd name="connsiteY20" fmla="*/ 170659 h 170595"/>
                <a:gd name="connsiteX21" fmla="*/ 112399 w 112322"/>
                <a:gd name="connsiteY21" fmla="*/ 133394 h 170595"/>
                <a:gd name="connsiteX22" fmla="*/ 109654 w 112322"/>
                <a:gd name="connsiteY22" fmla="*/ 130974 h 170595"/>
                <a:gd name="connsiteX23" fmla="*/ 106223 w 112322"/>
                <a:gd name="connsiteY23" fmla="*/ 135330 h 170595"/>
                <a:gd name="connsiteX24" fmla="*/ 82889 w 112322"/>
                <a:gd name="connsiteY24" fmla="*/ 165335 h 170595"/>
                <a:gd name="connsiteX25" fmla="*/ 77399 w 112322"/>
                <a:gd name="connsiteY25" fmla="*/ 157350 h 170595"/>
                <a:gd name="connsiteX26" fmla="*/ 81516 w 112322"/>
                <a:gd name="connsiteY26" fmla="*/ 140169 h 170595"/>
                <a:gd name="connsiteX27" fmla="*/ 95471 w 112322"/>
                <a:gd name="connsiteY27" fmla="*/ 86934 h 170595"/>
                <a:gd name="connsiteX28" fmla="*/ 69163 w 112322"/>
                <a:gd name="connsiteY28" fmla="*/ 61042 h 170595"/>
                <a:gd name="connsiteX29" fmla="*/ 35306 w 112322"/>
                <a:gd name="connsiteY29" fmla="*/ 79674 h 170595"/>
                <a:gd name="connsiteX30" fmla="*/ 53150 w 112322"/>
                <a:gd name="connsiteY30" fmla="*/ 2725 h 170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2322" h="170595">
                  <a:moveTo>
                    <a:pt x="53150" y="2725"/>
                  </a:moveTo>
                  <a:cubicBezTo>
                    <a:pt x="53150" y="2483"/>
                    <a:pt x="53150" y="63"/>
                    <a:pt x="50176" y="63"/>
                  </a:cubicBezTo>
                  <a:cubicBezTo>
                    <a:pt x="44914" y="63"/>
                    <a:pt x="28215" y="1999"/>
                    <a:pt x="22267" y="2483"/>
                  </a:cubicBezTo>
                  <a:cubicBezTo>
                    <a:pt x="20437" y="2725"/>
                    <a:pt x="17920" y="2967"/>
                    <a:pt x="17920" y="7322"/>
                  </a:cubicBezTo>
                  <a:cubicBezTo>
                    <a:pt x="17920" y="10226"/>
                    <a:pt x="19979" y="10226"/>
                    <a:pt x="23410" y="10226"/>
                  </a:cubicBezTo>
                  <a:cubicBezTo>
                    <a:pt x="34391" y="10226"/>
                    <a:pt x="34849" y="11920"/>
                    <a:pt x="34849" y="14340"/>
                  </a:cubicBezTo>
                  <a:lnTo>
                    <a:pt x="34162" y="19179"/>
                  </a:lnTo>
                  <a:lnTo>
                    <a:pt x="992" y="158560"/>
                  </a:lnTo>
                  <a:cubicBezTo>
                    <a:pt x="77" y="161947"/>
                    <a:pt x="77" y="162431"/>
                    <a:pt x="77" y="163883"/>
                  </a:cubicBezTo>
                  <a:cubicBezTo>
                    <a:pt x="77" y="169449"/>
                    <a:pt x="4652" y="170659"/>
                    <a:pt x="6711" y="170659"/>
                  </a:cubicBezTo>
                  <a:cubicBezTo>
                    <a:pt x="10371" y="170659"/>
                    <a:pt x="14031" y="167755"/>
                    <a:pt x="15175" y="164367"/>
                  </a:cubicBezTo>
                  <a:lnTo>
                    <a:pt x="19522" y="145977"/>
                  </a:lnTo>
                  <a:lnTo>
                    <a:pt x="24554" y="124199"/>
                  </a:lnTo>
                  <a:cubicBezTo>
                    <a:pt x="25927" y="118875"/>
                    <a:pt x="27299" y="113551"/>
                    <a:pt x="28443" y="107986"/>
                  </a:cubicBezTo>
                  <a:cubicBezTo>
                    <a:pt x="28901" y="106534"/>
                    <a:pt x="30731" y="98549"/>
                    <a:pt x="30960" y="97097"/>
                  </a:cubicBezTo>
                  <a:cubicBezTo>
                    <a:pt x="31646" y="94919"/>
                    <a:pt x="38738" y="81368"/>
                    <a:pt x="46516" y="74835"/>
                  </a:cubicBezTo>
                  <a:cubicBezTo>
                    <a:pt x="51548" y="70963"/>
                    <a:pt x="58640" y="66365"/>
                    <a:pt x="68477" y="66365"/>
                  </a:cubicBezTo>
                  <a:cubicBezTo>
                    <a:pt x="78314" y="66365"/>
                    <a:pt x="80830" y="74593"/>
                    <a:pt x="80830" y="83304"/>
                  </a:cubicBezTo>
                  <a:cubicBezTo>
                    <a:pt x="80830" y="96371"/>
                    <a:pt x="72137" y="122747"/>
                    <a:pt x="66647" y="137507"/>
                  </a:cubicBezTo>
                  <a:cubicBezTo>
                    <a:pt x="64817" y="143073"/>
                    <a:pt x="63673" y="145977"/>
                    <a:pt x="63673" y="150816"/>
                  </a:cubicBezTo>
                  <a:cubicBezTo>
                    <a:pt x="63673" y="162189"/>
                    <a:pt x="71679" y="170659"/>
                    <a:pt x="82431" y="170659"/>
                  </a:cubicBezTo>
                  <a:cubicBezTo>
                    <a:pt x="103935" y="170659"/>
                    <a:pt x="112399" y="135330"/>
                    <a:pt x="112399" y="133394"/>
                  </a:cubicBezTo>
                  <a:cubicBezTo>
                    <a:pt x="112399" y="130974"/>
                    <a:pt x="110340" y="130974"/>
                    <a:pt x="109654" y="130974"/>
                  </a:cubicBezTo>
                  <a:cubicBezTo>
                    <a:pt x="107366" y="130974"/>
                    <a:pt x="107366" y="131700"/>
                    <a:pt x="106223" y="135330"/>
                  </a:cubicBezTo>
                  <a:cubicBezTo>
                    <a:pt x="102791" y="148155"/>
                    <a:pt x="95471" y="165335"/>
                    <a:pt x="82889" y="165335"/>
                  </a:cubicBezTo>
                  <a:cubicBezTo>
                    <a:pt x="79000" y="165335"/>
                    <a:pt x="77399" y="162915"/>
                    <a:pt x="77399" y="157350"/>
                  </a:cubicBezTo>
                  <a:cubicBezTo>
                    <a:pt x="77399" y="151300"/>
                    <a:pt x="79457" y="145493"/>
                    <a:pt x="81516" y="140169"/>
                  </a:cubicBezTo>
                  <a:cubicBezTo>
                    <a:pt x="85176" y="129764"/>
                    <a:pt x="95471" y="100968"/>
                    <a:pt x="95471" y="86934"/>
                  </a:cubicBezTo>
                  <a:cubicBezTo>
                    <a:pt x="95471" y="71205"/>
                    <a:pt x="86320" y="61042"/>
                    <a:pt x="69163" y="61042"/>
                  </a:cubicBezTo>
                  <a:cubicBezTo>
                    <a:pt x="54751" y="61042"/>
                    <a:pt x="43770" y="68543"/>
                    <a:pt x="35306" y="79674"/>
                  </a:cubicBezTo>
                  <a:lnTo>
                    <a:pt x="53150" y="2725"/>
                  </a:lnTo>
                  <a:close/>
                </a:path>
              </a:pathLst>
            </a:custGeom>
            <a:solidFill>
              <a:srgbClr val="000000"/>
            </a:solidFill>
            <a:ln w="22962"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4AA834E4-E2D7-9B69-BE9F-FBD0AC5F6A71}"/>
                </a:ext>
              </a:extLst>
            </p:cNvPr>
            <p:cNvSpPr/>
            <p:nvPr>
              <p:custDataLst>
                <p:tags r:id="rId5"/>
              </p:custDataLst>
            </p:nvPr>
          </p:nvSpPr>
          <p:spPr>
            <a:xfrm>
              <a:off x="4441081" y="3981353"/>
              <a:ext cx="93559" cy="152278"/>
            </a:xfrm>
            <a:custGeom>
              <a:avLst/>
              <a:gdLst>
                <a:gd name="connsiteX0" fmla="*/ 93642 w 93559"/>
                <a:gd name="connsiteY0" fmla="*/ 23609 h 152278"/>
                <a:gd name="connsiteX1" fmla="*/ 67380 w 93559"/>
                <a:gd name="connsiteY1" fmla="*/ 64 h 152278"/>
                <a:gd name="connsiteX2" fmla="*/ 25265 w 93559"/>
                <a:gd name="connsiteY2" fmla="*/ 43596 h 152278"/>
                <a:gd name="connsiteX3" fmla="*/ 124 w 93559"/>
                <a:gd name="connsiteY3" fmla="*/ 150310 h 152278"/>
                <a:gd name="connsiteX4" fmla="*/ 2366 w 93559"/>
                <a:gd name="connsiteY4" fmla="*/ 152342 h 152278"/>
                <a:gd name="connsiteX5" fmla="*/ 5409 w 93559"/>
                <a:gd name="connsiteY5" fmla="*/ 151157 h 152278"/>
                <a:gd name="connsiteX6" fmla="*/ 16137 w 93559"/>
                <a:gd name="connsiteY6" fmla="*/ 105931 h 152278"/>
                <a:gd name="connsiteX7" fmla="*/ 40158 w 93559"/>
                <a:gd name="connsiteY7" fmla="*/ 121006 h 152278"/>
                <a:gd name="connsiteX8" fmla="*/ 87877 w 93559"/>
                <a:gd name="connsiteY8" fmla="*/ 77982 h 152278"/>
                <a:gd name="connsiteX9" fmla="*/ 75387 w 93559"/>
                <a:gd name="connsiteY9" fmla="*/ 52235 h 152278"/>
                <a:gd name="connsiteX10" fmla="*/ 93642 w 93559"/>
                <a:gd name="connsiteY10" fmla="*/ 23609 h 152278"/>
                <a:gd name="connsiteX11" fmla="*/ 61936 w 93559"/>
                <a:gd name="connsiteY11" fmla="*/ 52066 h 152278"/>
                <a:gd name="connsiteX12" fmla="*/ 53769 w 93559"/>
                <a:gd name="connsiteY12" fmla="*/ 53251 h 152278"/>
                <a:gd name="connsiteX13" fmla="*/ 46243 w 93559"/>
                <a:gd name="connsiteY13" fmla="*/ 52405 h 152278"/>
                <a:gd name="connsiteX14" fmla="*/ 53769 w 93559"/>
                <a:gd name="connsiteY14" fmla="*/ 51219 h 152278"/>
                <a:gd name="connsiteX15" fmla="*/ 61936 w 93559"/>
                <a:gd name="connsiteY15" fmla="*/ 52066 h 152278"/>
                <a:gd name="connsiteX16" fmla="*/ 83073 w 93559"/>
                <a:gd name="connsiteY16" fmla="*/ 20560 h 152278"/>
                <a:gd name="connsiteX17" fmla="*/ 68982 w 93559"/>
                <a:gd name="connsiteY17" fmla="*/ 48678 h 152278"/>
                <a:gd name="connsiteX18" fmla="*/ 53929 w 93559"/>
                <a:gd name="connsiteY18" fmla="*/ 46476 h 152278"/>
                <a:gd name="connsiteX19" fmla="*/ 40318 w 93559"/>
                <a:gd name="connsiteY19" fmla="*/ 52913 h 152278"/>
                <a:gd name="connsiteX20" fmla="*/ 53449 w 93559"/>
                <a:gd name="connsiteY20" fmla="*/ 57825 h 152278"/>
                <a:gd name="connsiteX21" fmla="*/ 68661 w 93559"/>
                <a:gd name="connsiteY21" fmla="*/ 55453 h 152278"/>
                <a:gd name="connsiteX22" fmla="*/ 76028 w 93559"/>
                <a:gd name="connsiteY22" fmla="*/ 73408 h 152278"/>
                <a:gd name="connsiteX23" fmla="*/ 40638 w 93559"/>
                <a:gd name="connsiteY23" fmla="*/ 116263 h 152278"/>
                <a:gd name="connsiteX24" fmla="*/ 19500 w 93559"/>
                <a:gd name="connsiteY24" fmla="*/ 94920 h 152278"/>
                <a:gd name="connsiteX25" fmla="*/ 19981 w 93559"/>
                <a:gd name="connsiteY25" fmla="*/ 90008 h 152278"/>
                <a:gd name="connsiteX26" fmla="*/ 30550 w 93559"/>
                <a:gd name="connsiteY26" fmla="*/ 44952 h 152278"/>
                <a:gd name="connsiteX27" fmla="*/ 67060 w 93559"/>
                <a:gd name="connsiteY27" fmla="*/ 4807 h 152278"/>
                <a:gd name="connsiteX28" fmla="*/ 83073 w 93559"/>
                <a:gd name="connsiteY28" fmla="*/ 20560 h 152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3559" h="152278">
                  <a:moveTo>
                    <a:pt x="93642" y="23609"/>
                  </a:moveTo>
                  <a:cubicBezTo>
                    <a:pt x="93642" y="8703"/>
                    <a:pt x="81472" y="64"/>
                    <a:pt x="67380" y="64"/>
                  </a:cubicBezTo>
                  <a:cubicBezTo>
                    <a:pt x="45442" y="64"/>
                    <a:pt x="29268" y="26488"/>
                    <a:pt x="25265" y="43596"/>
                  </a:cubicBezTo>
                  <a:lnTo>
                    <a:pt x="124" y="150310"/>
                  </a:lnTo>
                  <a:cubicBezTo>
                    <a:pt x="-196" y="151495"/>
                    <a:pt x="1405" y="152342"/>
                    <a:pt x="2366" y="152342"/>
                  </a:cubicBezTo>
                  <a:cubicBezTo>
                    <a:pt x="3807" y="152342"/>
                    <a:pt x="5088" y="152173"/>
                    <a:pt x="5409" y="151157"/>
                  </a:cubicBezTo>
                  <a:lnTo>
                    <a:pt x="16137" y="105931"/>
                  </a:lnTo>
                  <a:cubicBezTo>
                    <a:pt x="19500" y="113722"/>
                    <a:pt x="27187" y="121006"/>
                    <a:pt x="40158" y="121006"/>
                  </a:cubicBezTo>
                  <a:cubicBezTo>
                    <a:pt x="62576" y="121006"/>
                    <a:pt x="87877" y="103898"/>
                    <a:pt x="87877" y="77982"/>
                  </a:cubicBezTo>
                  <a:cubicBezTo>
                    <a:pt x="87877" y="67988"/>
                    <a:pt x="83554" y="57825"/>
                    <a:pt x="75387" y="52235"/>
                  </a:cubicBezTo>
                  <a:cubicBezTo>
                    <a:pt x="83234" y="46984"/>
                    <a:pt x="93642" y="37329"/>
                    <a:pt x="93642" y="23609"/>
                  </a:cubicBezTo>
                  <a:close/>
                  <a:moveTo>
                    <a:pt x="61936" y="52066"/>
                  </a:moveTo>
                  <a:cubicBezTo>
                    <a:pt x="59534" y="52574"/>
                    <a:pt x="58413" y="53251"/>
                    <a:pt x="53769" y="53251"/>
                  </a:cubicBezTo>
                  <a:cubicBezTo>
                    <a:pt x="51207" y="53251"/>
                    <a:pt x="47364" y="53082"/>
                    <a:pt x="46243" y="52405"/>
                  </a:cubicBezTo>
                  <a:cubicBezTo>
                    <a:pt x="47844" y="51388"/>
                    <a:pt x="52328" y="51219"/>
                    <a:pt x="53769" y="51219"/>
                  </a:cubicBezTo>
                  <a:cubicBezTo>
                    <a:pt x="56171" y="51219"/>
                    <a:pt x="59694" y="51388"/>
                    <a:pt x="61936" y="52066"/>
                  </a:cubicBezTo>
                  <a:close/>
                  <a:moveTo>
                    <a:pt x="83073" y="20560"/>
                  </a:moveTo>
                  <a:cubicBezTo>
                    <a:pt x="83073" y="29537"/>
                    <a:pt x="78910" y="42750"/>
                    <a:pt x="68982" y="48678"/>
                  </a:cubicBezTo>
                  <a:cubicBezTo>
                    <a:pt x="65939" y="47662"/>
                    <a:pt x="62897" y="46476"/>
                    <a:pt x="53929" y="46476"/>
                  </a:cubicBezTo>
                  <a:cubicBezTo>
                    <a:pt x="48324" y="46476"/>
                    <a:pt x="40318" y="46815"/>
                    <a:pt x="40318" y="52913"/>
                  </a:cubicBezTo>
                  <a:cubicBezTo>
                    <a:pt x="40318" y="57147"/>
                    <a:pt x="45282" y="57825"/>
                    <a:pt x="53449" y="57825"/>
                  </a:cubicBezTo>
                  <a:cubicBezTo>
                    <a:pt x="58893" y="57825"/>
                    <a:pt x="63697" y="56978"/>
                    <a:pt x="68661" y="55453"/>
                  </a:cubicBezTo>
                  <a:cubicBezTo>
                    <a:pt x="73465" y="59011"/>
                    <a:pt x="76028" y="65955"/>
                    <a:pt x="76028" y="73408"/>
                  </a:cubicBezTo>
                  <a:cubicBezTo>
                    <a:pt x="76028" y="97969"/>
                    <a:pt x="60174" y="116263"/>
                    <a:pt x="40638" y="116263"/>
                  </a:cubicBezTo>
                  <a:cubicBezTo>
                    <a:pt x="28308" y="116263"/>
                    <a:pt x="19500" y="108302"/>
                    <a:pt x="19500" y="94920"/>
                  </a:cubicBezTo>
                  <a:cubicBezTo>
                    <a:pt x="19500" y="93227"/>
                    <a:pt x="19660" y="91533"/>
                    <a:pt x="19981" y="90008"/>
                  </a:cubicBezTo>
                  <a:lnTo>
                    <a:pt x="30550" y="44952"/>
                  </a:lnTo>
                  <a:cubicBezTo>
                    <a:pt x="34393" y="28860"/>
                    <a:pt x="48485" y="4807"/>
                    <a:pt x="67060" y="4807"/>
                  </a:cubicBezTo>
                  <a:cubicBezTo>
                    <a:pt x="76508" y="4807"/>
                    <a:pt x="83073" y="10227"/>
                    <a:pt x="83073" y="20560"/>
                  </a:cubicBezTo>
                  <a:close/>
                </a:path>
              </a:pathLst>
            </a:custGeom>
            <a:solidFill>
              <a:srgbClr val="000000"/>
            </a:solidFill>
            <a:ln w="22962"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14A54376-9B2A-A263-25C5-44B8BA60C93D}"/>
                </a:ext>
              </a:extLst>
            </p:cNvPr>
            <p:cNvSpPr/>
            <p:nvPr>
              <p:custDataLst>
                <p:tags r:id="rId6"/>
              </p:custDataLst>
            </p:nvPr>
          </p:nvSpPr>
          <p:spPr>
            <a:xfrm>
              <a:off x="4579321" y="3882989"/>
              <a:ext cx="53072" cy="241980"/>
            </a:xfrm>
            <a:custGeom>
              <a:avLst/>
              <a:gdLst>
                <a:gd name="connsiteX0" fmla="*/ 53161 w 53072"/>
                <a:gd name="connsiteY0" fmla="*/ 239623 h 241980"/>
                <a:gd name="connsiteX1" fmla="*/ 49272 w 53072"/>
                <a:gd name="connsiteY1" fmla="*/ 234299 h 241980"/>
                <a:gd name="connsiteX2" fmla="*/ 13356 w 53072"/>
                <a:gd name="connsiteY2" fmla="*/ 121053 h 241980"/>
                <a:gd name="connsiteX3" fmla="*/ 50187 w 53072"/>
                <a:gd name="connsiteY3" fmla="*/ 6596 h 241980"/>
                <a:gd name="connsiteX4" fmla="*/ 53161 w 53072"/>
                <a:gd name="connsiteY4" fmla="*/ 2483 h 241980"/>
                <a:gd name="connsiteX5" fmla="*/ 50873 w 53072"/>
                <a:gd name="connsiteY5" fmla="*/ 63 h 241980"/>
                <a:gd name="connsiteX6" fmla="*/ 14500 w 53072"/>
                <a:gd name="connsiteY6" fmla="*/ 47249 h 241980"/>
                <a:gd name="connsiteX7" fmla="*/ 88 w 53072"/>
                <a:gd name="connsiteY7" fmla="*/ 121053 h 241980"/>
                <a:gd name="connsiteX8" fmla="*/ 15186 w 53072"/>
                <a:gd name="connsiteY8" fmla="*/ 196551 h 241980"/>
                <a:gd name="connsiteX9" fmla="*/ 50873 w 53072"/>
                <a:gd name="connsiteY9" fmla="*/ 242043 h 241980"/>
                <a:gd name="connsiteX10" fmla="*/ 53161 w 53072"/>
                <a:gd name="connsiteY10" fmla="*/ 239623 h 241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072" h="241980">
                  <a:moveTo>
                    <a:pt x="53161" y="239623"/>
                  </a:moveTo>
                  <a:cubicBezTo>
                    <a:pt x="53161" y="238897"/>
                    <a:pt x="53161" y="238413"/>
                    <a:pt x="49272" y="234299"/>
                  </a:cubicBezTo>
                  <a:cubicBezTo>
                    <a:pt x="20676" y="203810"/>
                    <a:pt x="13356" y="158076"/>
                    <a:pt x="13356" y="121053"/>
                  </a:cubicBezTo>
                  <a:cubicBezTo>
                    <a:pt x="13356" y="78948"/>
                    <a:pt x="22049" y="36844"/>
                    <a:pt x="50187" y="6596"/>
                  </a:cubicBezTo>
                  <a:cubicBezTo>
                    <a:pt x="53161" y="3692"/>
                    <a:pt x="53161" y="3209"/>
                    <a:pt x="53161" y="2483"/>
                  </a:cubicBezTo>
                  <a:cubicBezTo>
                    <a:pt x="53161" y="789"/>
                    <a:pt x="52246" y="63"/>
                    <a:pt x="50873" y="63"/>
                  </a:cubicBezTo>
                  <a:cubicBezTo>
                    <a:pt x="48586" y="63"/>
                    <a:pt x="27997" y="16517"/>
                    <a:pt x="14500" y="47249"/>
                  </a:cubicBezTo>
                  <a:cubicBezTo>
                    <a:pt x="2833" y="73867"/>
                    <a:pt x="88" y="100726"/>
                    <a:pt x="88" y="121053"/>
                  </a:cubicBezTo>
                  <a:cubicBezTo>
                    <a:pt x="88" y="139927"/>
                    <a:pt x="2604" y="169207"/>
                    <a:pt x="15186" y="196551"/>
                  </a:cubicBezTo>
                  <a:cubicBezTo>
                    <a:pt x="28912" y="226314"/>
                    <a:pt x="48586" y="242043"/>
                    <a:pt x="50873" y="242043"/>
                  </a:cubicBezTo>
                  <a:cubicBezTo>
                    <a:pt x="52246" y="242043"/>
                    <a:pt x="53161" y="241317"/>
                    <a:pt x="53161" y="239623"/>
                  </a:cubicBezTo>
                  <a:close/>
                </a:path>
              </a:pathLst>
            </a:custGeom>
            <a:solidFill>
              <a:srgbClr val="000000"/>
            </a:solidFill>
            <a:ln w="22962"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3243DED-8F63-4BCB-9D6D-30918F399438}"/>
                </a:ext>
              </a:extLst>
            </p:cNvPr>
            <p:cNvSpPr/>
            <p:nvPr>
              <p:custDataLst>
                <p:tags r:id="rId7"/>
              </p:custDataLst>
            </p:nvPr>
          </p:nvSpPr>
          <p:spPr>
            <a:xfrm>
              <a:off x="4652271" y="3957519"/>
              <a:ext cx="113923" cy="109616"/>
            </a:xfrm>
            <a:custGeom>
              <a:avLst/>
              <a:gdLst>
                <a:gd name="connsiteX0" fmla="*/ 69864 w 113923"/>
                <a:gd name="connsiteY0" fmla="*/ 33940 h 109616"/>
                <a:gd name="connsiteX1" fmla="*/ 92512 w 113923"/>
                <a:gd name="connsiteY1" fmla="*/ 5386 h 109616"/>
                <a:gd name="connsiteX2" fmla="*/ 103950 w 113923"/>
                <a:gd name="connsiteY2" fmla="*/ 8532 h 109616"/>
                <a:gd name="connsiteX3" fmla="*/ 92969 w 113923"/>
                <a:gd name="connsiteY3" fmla="*/ 21599 h 109616"/>
                <a:gd name="connsiteX4" fmla="*/ 101662 w 113923"/>
                <a:gd name="connsiteY4" fmla="*/ 30068 h 109616"/>
                <a:gd name="connsiteX5" fmla="*/ 114015 w 113923"/>
                <a:gd name="connsiteY5" fmla="*/ 16033 h 109616"/>
                <a:gd name="connsiteX6" fmla="*/ 92741 w 113923"/>
                <a:gd name="connsiteY6" fmla="*/ 63 h 109616"/>
                <a:gd name="connsiteX7" fmla="*/ 68721 w 113923"/>
                <a:gd name="connsiteY7" fmla="*/ 18453 h 109616"/>
                <a:gd name="connsiteX8" fmla="*/ 44014 w 113923"/>
                <a:gd name="connsiteY8" fmla="*/ 63 h 109616"/>
                <a:gd name="connsiteX9" fmla="*/ 7183 w 113923"/>
                <a:gd name="connsiteY9" fmla="*/ 37328 h 109616"/>
                <a:gd name="connsiteX10" fmla="*/ 9928 w 113923"/>
                <a:gd name="connsiteY10" fmla="*/ 39748 h 109616"/>
                <a:gd name="connsiteX11" fmla="*/ 12902 w 113923"/>
                <a:gd name="connsiteY11" fmla="*/ 37086 h 109616"/>
                <a:gd name="connsiteX12" fmla="*/ 43557 w 113923"/>
                <a:gd name="connsiteY12" fmla="*/ 5386 h 109616"/>
                <a:gd name="connsiteX13" fmla="*/ 55910 w 113923"/>
                <a:gd name="connsiteY13" fmla="*/ 21599 h 109616"/>
                <a:gd name="connsiteX14" fmla="*/ 43557 w 113923"/>
                <a:gd name="connsiteY14" fmla="*/ 79190 h 109616"/>
                <a:gd name="connsiteX15" fmla="*/ 21824 w 113923"/>
                <a:gd name="connsiteY15" fmla="*/ 104356 h 109616"/>
                <a:gd name="connsiteX16" fmla="*/ 10386 w 113923"/>
                <a:gd name="connsiteY16" fmla="*/ 101210 h 109616"/>
                <a:gd name="connsiteX17" fmla="*/ 21138 w 113923"/>
                <a:gd name="connsiteY17" fmla="*/ 88144 h 109616"/>
                <a:gd name="connsiteX18" fmla="*/ 12674 w 113923"/>
                <a:gd name="connsiteY18" fmla="*/ 79674 h 109616"/>
                <a:gd name="connsiteX19" fmla="*/ 92 w 113923"/>
                <a:gd name="connsiteY19" fmla="*/ 93709 h 109616"/>
                <a:gd name="connsiteX20" fmla="*/ 21595 w 113923"/>
                <a:gd name="connsiteY20" fmla="*/ 109680 h 109616"/>
                <a:gd name="connsiteX21" fmla="*/ 45615 w 113923"/>
                <a:gd name="connsiteY21" fmla="*/ 91289 h 109616"/>
                <a:gd name="connsiteX22" fmla="*/ 70322 w 113923"/>
                <a:gd name="connsiteY22" fmla="*/ 109680 h 109616"/>
                <a:gd name="connsiteX23" fmla="*/ 106924 w 113923"/>
                <a:gd name="connsiteY23" fmla="*/ 72415 h 109616"/>
                <a:gd name="connsiteX24" fmla="*/ 104179 w 113923"/>
                <a:gd name="connsiteY24" fmla="*/ 69995 h 109616"/>
                <a:gd name="connsiteX25" fmla="*/ 101205 w 113923"/>
                <a:gd name="connsiteY25" fmla="*/ 72657 h 109616"/>
                <a:gd name="connsiteX26" fmla="*/ 70779 w 113923"/>
                <a:gd name="connsiteY26" fmla="*/ 104356 h 109616"/>
                <a:gd name="connsiteX27" fmla="*/ 58197 w 113923"/>
                <a:gd name="connsiteY27" fmla="*/ 88386 h 109616"/>
                <a:gd name="connsiteX28" fmla="*/ 62086 w 113923"/>
                <a:gd name="connsiteY28" fmla="*/ 67091 h 109616"/>
                <a:gd name="connsiteX29" fmla="*/ 69864 w 113923"/>
                <a:gd name="connsiteY29" fmla="*/ 33940 h 109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923" h="109616">
                  <a:moveTo>
                    <a:pt x="69864" y="33940"/>
                  </a:moveTo>
                  <a:cubicBezTo>
                    <a:pt x="71237" y="27649"/>
                    <a:pt x="76498" y="5386"/>
                    <a:pt x="92512" y="5386"/>
                  </a:cubicBezTo>
                  <a:cubicBezTo>
                    <a:pt x="93656" y="5386"/>
                    <a:pt x="99146" y="5386"/>
                    <a:pt x="103950" y="8532"/>
                  </a:cubicBezTo>
                  <a:cubicBezTo>
                    <a:pt x="97545" y="9742"/>
                    <a:pt x="92969" y="15791"/>
                    <a:pt x="92969" y="21599"/>
                  </a:cubicBezTo>
                  <a:cubicBezTo>
                    <a:pt x="92969" y="25471"/>
                    <a:pt x="95486" y="30068"/>
                    <a:pt x="101662" y="30068"/>
                  </a:cubicBezTo>
                  <a:cubicBezTo>
                    <a:pt x="106695" y="30068"/>
                    <a:pt x="114015" y="25713"/>
                    <a:pt x="114015" y="16033"/>
                  </a:cubicBezTo>
                  <a:cubicBezTo>
                    <a:pt x="114015" y="3450"/>
                    <a:pt x="100519" y="63"/>
                    <a:pt x="92741" y="63"/>
                  </a:cubicBezTo>
                  <a:cubicBezTo>
                    <a:pt x="79472" y="63"/>
                    <a:pt x="71466" y="12888"/>
                    <a:pt x="68721" y="18453"/>
                  </a:cubicBezTo>
                  <a:cubicBezTo>
                    <a:pt x="63001" y="2483"/>
                    <a:pt x="50648" y="63"/>
                    <a:pt x="44014" y="63"/>
                  </a:cubicBezTo>
                  <a:cubicBezTo>
                    <a:pt x="20223" y="63"/>
                    <a:pt x="7183" y="31278"/>
                    <a:pt x="7183" y="37328"/>
                  </a:cubicBezTo>
                  <a:cubicBezTo>
                    <a:pt x="7183" y="39748"/>
                    <a:pt x="9471" y="39748"/>
                    <a:pt x="9928" y="39748"/>
                  </a:cubicBezTo>
                  <a:cubicBezTo>
                    <a:pt x="11759" y="39748"/>
                    <a:pt x="12445" y="39264"/>
                    <a:pt x="12902" y="37086"/>
                  </a:cubicBezTo>
                  <a:cubicBezTo>
                    <a:pt x="20680" y="11436"/>
                    <a:pt x="35779" y="5386"/>
                    <a:pt x="43557" y="5386"/>
                  </a:cubicBezTo>
                  <a:cubicBezTo>
                    <a:pt x="47903" y="5386"/>
                    <a:pt x="55910" y="7564"/>
                    <a:pt x="55910" y="21599"/>
                  </a:cubicBezTo>
                  <a:cubicBezTo>
                    <a:pt x="55910" y="29100"/>
                    <a:pt x="52021" y="45313"/>
                    <a:pt x="43557" y="79190"/>
                  </a:cubicBezTo>
                  <a:cubicBezTo>
                    <a:pt x="39896" y="94193"/>
                    <a:pt x="31890" y="104356"/>
                    <a:pt x="21824" y="104356"/>
                  </a:cubicBezTo>
                  <a:cubicBezTo>
                    <a:pt x="20452" y="104356"/>
                    <a:pt x="15190" y="104356"/>
                    <a:pt x="10386" y="101210"/>
                  </a:cubicBezTo>
                  <a:cubicBezTo>
                    <a:pt x="16105" y="100001"/>
                    <a:pt x="21138" y="94919"/>
                    <a:pt x="21138" y="88144"/>
                  </a:cubicBezTo>
                  <a:cubicBezTo>
                    <a:pt x="21138" y="81610"/>
                    <a:pt x="16105" y="79674"/>
                    <a:pt x="12674" y="79674"/>
                  </a:cubicBezTo>
                  <a:cubicBezTo>
                    <a:pt x="5811" y="79674"/>
                    <a:pt x="92" y="85966"/>
                    <a:pt x="92" y="93709"/>
                  </a:cubicBezTo>
                  <a:cubicBezTo>
                    <a:pt x="92" y="104840"/>
                    <a:pt x="11530" y="109680"/>
                    <a:pt x="21595" y="109680"/>
                  </a:cubicBezTo>
                  <a:cubicBezTo>
                    <a:pt x="36694" y="109680"/>
                    <a:pt x="44929" y="92741"/>
                    <a:pt x="45615" y="91289"/>
                  </a:cubicBezTo>
                  <a:cubicBezTo>
                    <a:pt x="48361" y="100243"/>
                    <a:pt x="56596" y="109680"/>
                    <a:pt x="70322" y="109680"/>
                  </a:cubicBezTo>
                  <a:cubicBezTo>
                    <a:pt x="93884" y="109680"/>
                    <a:pt x="106924" y="78464"/>
                    <a:pt x="106924" y="72415"/>
                  </a:cubicBezTo>
                  <a:cubicBezTo>
                    <a:pt x="106924" y="69995"/>
                    <a:pt x="104865" y="69995"/>
                    <a:pt x="104179" y="69995"/>
                  </a:cubicBezTo>
                  <a:cubicBezTo>
                    <a:pt x="102120" y="69995"/>
                    <a:pt x="101662" y="70963"/>
                    <a:pt x="101205" y="72657"/>
                  </a:cubicBezTo>
                  <a:cubicBezTo>
                    <a:pt x="93656" y="98549"/>
                    <a:pt x="78100" y="104356"/>
                    <a:pt x="70779" y="104356"/>
                  </a:cubicBezTo>
                  <a:cubicBezTo>
                    <a:pt x="61858" y="104356"/>
                    <a:pt x="58197" y="96613"/>
                    <a:pt x="58197" y="88386"/>
                  </a:cubicBezTo>
                  <a:cubicBezTo>
                    <a:pt x="58197" y="83062"/>
                    <a:pt x="59570" y="77738"/>
                    <a:pt x="62086" y="67091"/>
                  </a:cubicBezTo>
                  <a:lnTo>
                    <a:pt x="69864" y="33940"/>
                  </a:lnTo>
                  <a:close/>
                </a:path>
              </a:pathLst>
            </a:custGeom>
            <a:solidFill>
              <a:srgbClr val="000000"/>
            </a:solidFill>
            <a:ln w="22962"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E7359B6-185C-6A04-ABDD-CDEED7774D46}"/>
                </a:ext>
              </a:extLst>
            </p:cNvPr>
            <p:cNvSpPr/>
            <p:nvPr>
              <p:custDataLst>
                <p:tags r:id="rId8"/>
              </p:custDataLst>
            </p:nvPr>
          </p:nvSpPr>
          <p:spPr>
            <a:xfrm>
              <a:off x="4789421" y="3882989"/>
              <a:ext cx="53072" cy="241980"/>
            </a:xfrm>
            <a:custGeom>
              <a:avLst/>
              <a:gdLst>
                <a:gd name="connsiteX0" fmla="*/ 53170 w 53072"/>
                <a:gd name="connsiteY0" fmla="*/ 121053 h 241980"/>
                <a:gd name="connsiteX1" fmla="*/ 38072 w 53072"/>
                <a:gd name="connsiteY1" fmla="*/ 45555 h 241980"/>
                <a:gd name="connsiteX2" fmla="*/ 2385 w 53072"/>
                <a:gd name="connsiteY2" fmla="*/ 63 h 241980"/>
                <a:gd name="connsiteX3" fmla="*/ 97 w 53072"/>
                <a:gd name="connsiteY3" fmla="*/ 2483 h 241980"/>
                <a:gd name="connsiteX4" fmla="*/ 4444 w 53072"/>
                <a:gd name="connsiteY4" fmla="*/ 8048 h 241980"/>
                <a:gd name="connsiteX5" fmla="*/ 39902 w 53072"/>
                <a:gd name="connsiteY5" fmla="*/ 121053 h 241980"/>
                <a:gd name="connsiteX6" fmla="*/ 3071 w 53072"/>
                <a:gd name="connsiteY6" fmla="*/ 235509 h 241980"/>
                <a:gd name="connsiteX7" fmla="*/ 97 w 53072"/>
                <a:gd name="connsiteY7" fmla="*/ 239623 h 241980"/>
                <a:gd name="connsiteX8" fmla="*/ 2385 w 53072"/>
                <a:gd name="connsiteY8" fmla="*/ 242043 h 241980"/>
                <a:gd name="connsiteX9" fmla="*/ 38758 w 53072"/>
                <a:gd name="connsiteY9" fmla="*/ 194857 h 241980"/>
                <a:gd name="connsiteX10" fmla="*/ 53170 w 53072"/>
                <a:gd name="connsiteY10" fmla="*/ 121053 h 241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072" h="241980">
                  <a:moveTo>
                    <a:pt x="53170" y="121053"/>
                  </a:moveTo>
                  <a:cubicBezTo>
                    <a:pt x="53170" y="102178"/>
                    <a:pt x="50654" y="72899"/>
                    <a:pt x="38072" y="45555"/>
                  </a:cubicBezTo>
                  <a:cubicBezTo>
                    <a:pt x="24346" y="15791"/>
                    <a:pt x="4673" y="63"/>
                    <a:pt x="2385" y="63"/>
                  </a:cubicBezTo>
                  <a:cubicBezTo>
                    <a:pt x="1012" y="63"/>
                    <a:pt x="97" y="1031"/>
                    <a:pt x="97" y="2483"/>
                  </a:cubicBezTo>
                  <a:cubicBezTo>
                    <a:pt x="97" y="3209"/>
                    <a:pt x="97" y="3692"/>
                    <a:pt x="4444" y="8048"/>
                  </a:cubicBezTo>
                  <a:cubicBezTo>
                    <a:pt x="26863" y="32004"/>
                    <a:pt x="39902" y="70479"/>
                    <a:pt x="39902" y="121053"/>
                  </a:cubicBezTo>
                  <a:cubicBezTo>
                    <a:pt x="39902" y="162431"/>
                    <a:pt x="31438" y="205020"/>
                    <a:pt x="3071" y="235509"/>
                  </a:cubicBezTo>
                  <a:cubicBezTo>
                    <a:pt x="97" y="238413"/>
                    <a:pt x="97" y="238897"/>
                    <a:pt x="97" y="239623"/>
                  </a:cubicBezTo>
                  <a:cubicBezTo>
                    <a:pt x="97" y="241075"/>
                    <a:pt x="1012" y="242043"/>
                    <a:pt x="2385" y="242043"/>
                  </a:cubicBezTo>
                  <a:cubicBezTo>
                    <a:pt x="4673" y="242043"/>
                    <a:pt x="25261" y="225588"/>
                    <a:pt x="38758" y="194857"/>
                  </a:cubicBezTo>
                  <a:cubicBezTo>
                    <a:pt x="50425" y="168239"/>
                    <a:pt x="53170" y="141379"/>
                    <a:pt x="53170" y="121053"/>
                  </a:cubicBezTo>
                  <a:close/>
                </a:path>
              </a:pathLst>
            </a:custGeom>
            <a:solidFill>
              <a:srgbClr val="000000"/>
            </a:solidFill>
            <a:ln w="22962"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6788E86-200F-7F89-A63A-5B815F2C775D}"/>
                </a:ext>
              </a:extLst>
            </p:cNvPr>
            <p:cNvSpPr/>
            <p:nvPr>
              <p:custDataLst>
                <p:tags r:id="rId9"/>
              </p:custDataLst>
            </p:nvPr>
          </p:nvSpPr>
          <p:spPr>
            <a:xfrm>
              <a:off x="4941699" y="3975667"/>
              <a:ext cx="152127" cy="56623"/>
            </a:xfrm>
            <a:custGeom>
              <a:avLst/>
              <a:gdLst>
                <a:gd name="connsiteX0" fmla="*/ 144453 w 152127"/>
                <a:gd name="connsiteY0" fmla="*/ 9742 h 56623"/>
                <a:gd name="connsiteX1" fmla="*/ 152231 w 152127"/>
                <a:gd name="connsiteY1" fmla="*/ 4902 h 56623"/>
                <a:gd name="connsiteX2" fmla="*/ 144682 w 152127"/>
                <a:gd name="connsiteY2" fmla="*/ 63 h 56623"/>
                <a:gd name="connsiteX3" fmla="*/ 7653 w 152127"/>
                <a:gd name="connsiteY3" fmla="*/ 63 h 56623"/>
                <a:gd name="connsiteX4" fmla="*/ 104 w 152127"/>
                <a:gd name="connsiteY4" fmla="*/ 4902 h 56623"/>
                <a:gd name="connsiteX5" fmla="*/ 7882 w 152127"/>
                <a:gd name="connsiteY5" fmla="*/ 9742 h 56623"/>
                <a:gd name="connsiteX6" fmla="*/ 144453 w 152127"/>
                <a:gd name="connsiteY6" fmla="*/ 9742 h 56623"/>
                <a:gd name="connsiteX7" fmla="*/ 144682 w 152127"/>
                <a:gd name="connsiteY7" fmla="*/ 56686 h 56623"/>
                <a:gd name="connsiteX8" fmla="*/ 152231 w 152127"/>
                <a:gd name="connsiteY8" fmla="*/ 51847 h 56623"/>
                <a:gd name="connsiteX9" fmla="*/ 144453 w 152127"/>
                <a:gd name="connsiteY9" fmla="*/ 47007 h 56623"/>
                <a:gd name="connsiteX10" fmla="*/ 7882 w 152127"/>
                <a:gd name="connsiteY10" fmla="*/ 47007 h 56623"/>
                <a:gd name="connsiteX11" fmla="*/ 104 w 152127"/>
                <a:gd name="connsiteY11" fmla="*/ 51847 h 56623"/>
                <a:gd name="connsiteX12" fmla="*/ 7653 w 152127"/>
                <a:gd name="connsiteY12" fmla="*/ 56686 h 56623"/>
                <a:gd name="connsiteX13" fmla="*/ 144682 w 152127"/>
                <a:gd name="connsiteY13" fmla="*/ 56686 h 5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127" h="56623">
                  <a:moveTo>
                    <a:pt x="144453" y="9742"/>
                  </a:moveTo>
                  <a:cubicBezTo>
                    <a:pt x="147885" y="9742"/>
                    <a:pt x="152231" y="9742"/>
                    <a:pt x="152231" y="4902"/>
                  </a:cubicBezTo>
                  <a:cubicBezTo>
                    <a:pt x="152231" y="63"/>
                    <a:pt x="147885" y="63"/>
                    <a:pt x="144682" y="63"/>
                  </a:cubicBezTo>
                  <a:lnTo>
                    <a:pt x="7653" y="63"/>
                  </a:lnTo>
                  <a:cubicBezTo>
                    <a:pt x="4451" y="63"/>
                    <a:pt x="104" y="63"/>
                    <a:pt x="104" y="4902"/>
                  </a:cubicBezTo>
                  <a:cubicBezTo>
                    <a:pt x="104" y="9742"/>
                    <a:pt x="4451" y="9742"/>
                    <a:pt x="7882" y="9742"/>
                  </a:cubicBezTo>
                  <a:lnTo>
                    <a:pt x="144453" y="9742"/>
                  </a:lnTo>
                  <a:close/>
                  <a:moveTo>
                    <a:pt x="144682" y="56686"/>
                  </a:moveTo>
                  <a:cubicBezTo>
                    <a:pt x="147885" y="56686"/>
                    <a:pt x="152231" y="56686"/>
                    <a:pt x="152231" y="51847"/>
                  </a:cubicBezTo>
                  <a:cubicBezTo>
                    <a:pt x="152231" y="47007"/>
                    <a:pt x="147885" y="47007"/>
                    <a:pt x="144453" y="47007"/>
                  </a:cubicBezTo>
                  <a:lnTo>
                    <a:pt x="7882" y="47007"/>
                  </a:lnTo>
                  <a:cubicBezTo>
                    <a:pt x="4451" y="47007"/>
                    <a:pt x="104" y="47007"/>
                    <a:pt x="104" y="51847"/>
                  </a:cubicBezTo>
                  <a:cubicBezTo>
                    <a:pt x="104" y="56686"/>
                    <a:pt x="4451" y="56686"/>
                    <a:pt x="7653" y="56686"/>
                  </a:cubicBezTo>
                  <a:lnTo>
                    <a:pt x="144682" y="56686"/>
                  </a:lnTo>
                  <a:close/>
                </a:path>
              </a:pathLst>
            </a:custGeom>
            <a:solidFill>
              <a:srgbClr val="000000"/>
            </a:solidFill>
            <a:ln w="22962"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641BF0CC-6F2E-B432-C2FD-86980542A2F1}"/>
                </a:ext>
              </a:extLst>
            </p:cNvPr>
            <p:cNvSpPr/>
            <p:nvPr>
              <p:custDataLst>
                <p:tags r:id="rId10"/>
              </p:custDataLst>
            </p:nvPr>
          </p:nvSpPr>
          <p:spPr>
            <a:xfrm>
              <a:off x="5177193" y="3893636"/>
              <a:ext cx="124704" cy="217782"/>
            </a:xfrm>
            <a:custGeom>
              <a:avLst/>
              <a:gdLst>
                <a:gd name="connsiteX0" fmla="*/ 124819 w 124704"/>
                <a:gd name="connsiteY0" fmla="*/ 33214 h 217782"/>
                <a:gd name="connsiteX1" fmla="*/ 93707 w 124704"/>
                <a:gd name="connsiteY1" fmla="*/ 63 h 217782"/>
                <a:gd name="connsiteX2" fmla="*/ 66027 w 124704"/>
                <a:gd name="connsiteY2" fmla="*/ 10226 h 217782"/>
                <a:gd name="connsiteX3" fmla="*/ 36517 w 124704"/>
                <a:gd name="connsiteY3" fmla="*/ 61768 h 217782"/>
                <a:gd name="connsiteX4" fmla="*/ 144 w 124704"/>
                <a:gd name="connsiteY4" fmla="*/ 215425 h 217782"/>
                <a:gd name="connsiteX5" fmla="*/ 2889 w 124704"/>
                <a:gd name="connsiteY5" fmla="*/ 217845 h 217782"/>
                <a:gd name="connsiteX6" fmla="*/ 5634 w 124704"/>
                <a:gd name="connsiteY6" fmla="*/ 216635 h 217782"/>
                <a:gd name="connsiteX7" fmla="*/ 21647 w 124704"/>
                <a:gd name="connsiteY7" fmla="*/ 149848 h 217782"/>
                <a:gd name="connsiteX8" fmla="*/ 52759 w 124704"/>
                <a:gd name="connsiteY8" fmla="*/ 173321 h 217782"/>
                <a:gd name="connsiteX9" fmla="*/ 96910 w 124704"/>
                <a:gd name="connsiteY9" fmla="*/ 154204 h 217782"/>
                <a:gd name="connsiteX10" fmla="*/ 115211 w 124704"/>
                <a:gd name="connsiteY10" fmla="*/ 109680 h 217782"/>
                <a:gd name="connsiteX11" fmla="*/ 98512 w 124704"/>
                <a:gd name="connsiteY11" fmla="*/ 73625 h 217782"/>
                <a:gd name="connsiteX12" fmla="*/ 124819 w 124704"/>
                <a:gd name="connsiteY12" fmla="*/ 33214 h 217782"/>
                <a:gd name="connsiteX13" fmla="*/ 83642 w 124704"/>
                <a:gd name="connsiteY13" fmla="*/ 73383 h 217782"/>
                <a:gd name="connsiteX14" fmla="*/ 72661 w 124704"/>
                <a:gd name="connsiteY14" fmla="*/ 75077 h 217782"/>
                <a:gd name="connsiteX15" fmla="*/ 62596 w 124704"/>
                <a:gd name="connsiteY15" fmla="*/ 74109 h 217782"/>
                <a:gd name="connsiteX16" fmla="*/ 73805 w 124704"/>
                <a:gd name="connsiteY16" fmla="*/ 72173 h 217782"/>
                <a:gd name="connsiteX17" fmla="*/ 83642 w 124704"/>
                <a:gd name="connsiteY17" fmla="*/ 73383 h 217782"/>
                <a:gd name="connsiteX18" fmla="*/ 112009 w 124704"/>
                <a:gd name="connsiteY18" fmla="*/ 27649 h 217782"/>
                <a:gd name="connsiteX19" fmla="*/ 91420 w 124704"/>
                <a:gd name="connsiteY19" fmla="*/ 69511 h 217782"/>
                <a:gd name="connsiteX20" fmla="*/ 73805 w 124704"/>
                <a:gd name="connsiteY20" fmla="*/ 66607 h 217782"/>
                <a:gd name="connsiteX21" fmla="*/ 56190 w 124704"/>
                <a:gd name="connsiteY21" fmla="*/ 74351 h 217782"/>
                <a:gd name="connsiteX22" fmla="*/ 71975 w 124704"/>
                <a:gd name="connsiteY22" fmla="*/ 80400 h 217782"/>
                <a:gd name="connsiteX23" fmla="*/ 90734 w 124704"/>
                <a:gd name="connsiteY23" fmla="*/ 77254 h 217782"/>
                <a:gd name="connsiteX24" fmla="*/ 100799 w 124704"/>
                <a:gd name="connsiteY24" fmla="*/ 104598 h 217782"/>
                <a:gd name="connsiteX25" fmla="*/ 89361 w 124704"/>
                <a:gd name="connsiteY25" fmla="*/ 146219 h 217782"/>
                <a:gd name="connsiteX26" fmla="*/ 52073 w 124704"/>
                <a:gd name="connsiteY26" fmla="*/ 167997 h 217782"/>
                <a:gd name="connsiteX27" fmla="*/ 25994 w 124704"/>
                <a:gd name="connsiteY27" fmla="*/ 136782 h 217782"/>
                <a:gd name="connsiteX28" fmla="*/ 27138 w 124704"/>
                <a:gd name="connsiteY28" fmla="*/ 126134 h 217782"/>
                <a:gd name="connsiteX29" fmla="*/ 41778 w 124704"/>
                <a:gd name="connsiteY29" fmla="*/ 64913 h 217782"/>
                <a:gd name="connsiteX30" fmla="*/ 90734 w 124704"/>
                <a:gd name="connsiteY30" fmla="*/ 5628 h 217782"/>
                <a:gd name="connsiteX31" fmla="*/ 112009 w 124704"/>
                <a:gd name="connsiteY31" fmla="*/ 27649 h 21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4704" h="217782">
                  <a:moveTo>
                    <a:pt x="124819" y="33214"/>
                  </a:moveTo>
                  <a:cubicBezTo>
                    <a:pt x="124819" y="15066"/>
                    <a:pt x="112237" y="63"/>
                    <a:pt x="93707" y="63"/>
                  </a:cubicBezTo>
                  <a:cubicBezTo>
                    <a:pt x="80439" y="63"/>
                    <a:pt x="74034" y="3934"/>
                    <a:pt x="66027" y="10226"/>
                  </a:cubicBezTo>
                  <a:cubicBezTo>
                    <a:pt x="53445" y="19905"/>
                    <a:pt x="40863" y="43377"/>
                    <a:pt x="36517" y="61768"/>
                  </a:cubicBezTo>
                  <a:lnTo>
                    <a:pt x="144" y="215425"/>
                  </a:lnTo>
                  <a:cubicBezTo>
                    <a:pt x="-85" y="216393"/>
                    <a:pt x="1059" y="217845"/>
                    <a:pt x="2889" y="217845"/>
                  </a:cubicBezTo>
                  <a:cubicBezTo>
                    <a:pt x="4719" y="217845"/>
                    <a:pt x="5405" y="217361"/>
                    <a:pt x="5634" y="216635"/>
                  </a:cubicBezTo>
                  <a:lnTo>
                    <a:pt x="21647" y="149848"/>
                  </a:lnTo>
                  <a:cubicBezTo>
                    <a:pt x="25994" y="164367"/>
                    <a:pt x="36059" y="173321"/>
                    <a:pt x="52759" y="173321"/>
                  </a:cubicBezTo>
                  <a:cubicBezTo>
                    <a:pt x="69459" y="173321"/>
                    <a:pt x="86616" y="164851"/>
                    <a:pt x="96910" y="154204"/>
                  </a:cubicBezTo>
                  <a:cubicBezTo>
                    <a:pt x="107891" y="143073"/>
                    <a:pt x="115211" y="127586"/>
                    <a:pt x="115211" y="109680"/>
                  </a:cubicBezTo>
                  <a:cubicBezTo>
                    <a:pt x="115211" y="92257"/>
                    <a:pt x="106747" y="79674"/>
                    <a:pt x="98512" y="73625"/>
                  </a:cubicBezTo>
                  <a:cubicBezTo>
                    <a:pt x="111780" y="65639"/>
                    <a:pt x="124819" y="50637"/>
                    <a:pt x="124819" y="33214"/>
                  </a:cubicBezTo>
                  <a:close/>
                  <a:moveTo>
                    <a:pt x="83642" y="73383"/>
                  </a:moveTo>
                  <a:cubicBezTo>
                    <a:pt x="80668" y="74593"/>
                    <a:pt x="78152" y="75077"/>
                    <a:pt x="72661" y="75077"/>
                  </a:cubicBezTo>
                  <a:cubicBezTo>
                    <a:pt x="69459" y="75077"/>
                    <a:pt x="64883" y="75319"/>
                    <a:pt x="62596" y="74109"/>
                  </a:cubicBezTo>
                  <a:cubicBezTo>
                    <a:pt x="63053" y="71689"/>
                    <a:pt x="71289" y="72173"/>
                    <a:pt x="73805" y="72173"/>
                  </a:cubicBezTo>
                  <a:cubicBezTo>
                    <a:pt x="78609" y="72173"/>
                    <a:pt x="80668" y="72173"/>
                    <a:pt x="83642" y="73383"/>
                  </a:cubicBezTo>
                  <a:close/>
                  <a:moveTo>
                    <a:pt x="112009" y="27649"/>
                  </a:moveTo>
                  <a:cubicBezTo>
                    <a:pt x="112009" y="44587"/>
                    <a:pt x="103316" y="62010"/>
                    <a:pt x="91420" y="69511"/>
                  </a:cubicBezTo>
                  <a:cubicBezTo>
                    <a:pt x="85243" y="67091"/>
                    <a:pt x="80668" y="66607"/>
                    <a:pt x="73805" y="66607"/>
                  </a:cubicBezTo>
                  <a:cubicBezTo>
                    <a:pt x="69001" y="66607"/>
                    <a:pt x="56190" y="66365"/>
                    <a:pt x="56190" y="74351"/>
                  </a:cubicBezTo>
                  <a:cubicBezTo>
                    <a:pt x="55962" y="81126"/>
                    <a:pt x="67857" y="80400"/>
                    <a:pt x="71975" y="80400"/>
                  </a:cubicBezTo>
                  <a:cubicBezTo>
                    <a:pt x="80439" y="80400"/>
                    <a:pt x="83871" y="80158"/>
                    <a:pt x="90734" y="77254"/>
                  </a:cubicBezTo>
                  <a:cubicBezTo>
                    <a:pt x="99427" y="85966"/>
                    <a:pt x="100570" y="93467"/>
                    <a:pt x="100799" y="104598"/>
                  </a:cubicBezTo>
                  <a:cubicBezTo>
                    <a:pt x="101257" y="118633"/>
                    <a:pt x="95766" y="136782"/>
                    <a:pt x="89361" y="146219"/>
                  </a:cubicBezTo>
                  <a:cubicBezTo>
                    <a:pt x="80439" y="159286"/>
                    <a:pt x="65112" y="167997"/>
                    <a:pt x="52073" y="167997"/>
                  </a:cubicBezTo>
                  <a:cubicBezTo>
                    <a:pt x="34687" y="167997"/>
                    <a:pt x="25994" y="153962"/>
                    <a:pt x="25994" y="136782"/>
                  </a:cubicBezTo>
                  <a:cubicBezTo>
                    <a:pt x="25994" y="134362"/>
                    <a:pt x="25994" y="130732"/>
                    <a:pt x="27138" y="126134"/>
                  </a:cubicBezTo>
                  <a:lnTo>
                    <a:pt x="41778" y="64913"/>
                  </a:lnTo>
                  <a:cubicBezTo>
                    <a:pt x="46811" y="44103"/>
                    <a:pt x="63282" y="5628"/>
                    <a:pt x="90734" y="5628"/>
                  </a:cubicBezTo>
                  <a:cubicBezTo>
                    <a:pt x="104002" y="5628"/>
                    <a:pt x="112009" y="13130"/>
                    <a:pt x="112009" y="27649"/>
                  </a:cubicBezTo>
                  <a:close/>
                </a:path>
              </a:pathLst>
            </a:custGeom>
            <a:solidFill>
              <a:srgbClr val="000000"/>
            </a:solidFill>
            <a:ln w="22962"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9B43D7CE-1035-EF06-8F83-6C0208E60307}"/>
                </a:ext>
              </a:extLst>
            </p:cNvPr>
            <p:cNvSpPr/>
            <p:nvPr>
              <p:custDataLst>
                <p:tags r:id="rId11"/>
              </p:custDataLst>
            </p:nvPr>
          </p:nvSpPr>
          <p:spPr>
            <a:xfrm>
              <a:off x="5318713" y="3862156"/>
              <a:ext cx="119620" cy="114504"/>
            </a:xfrm>
            <a:custGeom>
              <a:avLst/>
              <a:gdLst>
                <a:gd name="connsiteX0" fmla="*/ 71060 w 119620"/>
                <a:gd name="connsiteY0" fmla="*/ 12086 h 114504"/>
                <a:gd name="connsiteX1" fmla="*/ 76024 w 119620"/>
                <a:gd name="connsiteY1" fmla="*/ 6326 h 114504"/>
                <a:gd name="connsiteX2" fmla="*/ 85632 w 119620"/>
                <a:gd name="connsiteY2" fmla="*/ 6157 h 114504"/>
                <a:gd name="connsiteX3" fmla="*/ 103567 w 119620"/>
                <a:gd name="connsiteY3" fmla="*/ 7512 h 114504"/>
                <a:gd name="connsiteX4" fmla="*/ 111093 w 119620"/>
                <a:gd name="connsiteY4" fmla="*/ 20894 h 114504"/>
                <a:gd name="connsiteX5" fmla="*/ 109973 w 119620"/>
                <a:gd name="connsiteY5" fmla="*/ 34614 h 114504"/>
                <a:gd name="connsiteX6" fmla="*/ 109652 w 119620"/>
                <a:gd name="connsiteY6" fmla="*/ 36477 h 114504"/>
                <a:gd name="connsiteX7" fmla="*/ 112375 w 119620"/>
                <a:gd name="connsiteY7" fmla="*/ 39018 h 114504"/>
                <a:gd name="connsiteX8" fmla="*/ 115417 w 119620"/>
                <a:gd name="connsiteY8" fmla="*/ 34783 h 114504"/>
                <a:gd name="connsiteX9" fmla="*/ 119741 w 119620"/>
                <a:gd name="connsiteY9" fmla="*/ 2431 h 114504"/>
                <a:gd name="connsiteX10" fmla="*/ 114937 w 119620"/>
                <a:gd name="connsiteY10" fmla="*/ 59 h 114504"/>
                <a:gd name="connsiteX11" fmla="*/ 16454 w 119620"/>
                <a:gd name="connsiteY11" fmla="*/ 59 h 114504"/>
                <a:gd name="connsiteX12" fmla="*/ 11010 w 119620"/>
                <a:gd name="connsiteY12" fmla="*/ 3616 h 114504"/>
                <a:gd name="connsiteX13" fmla="*/ 921 w 119620"/>
                <a:gd name="connsiteY13" fmla="*/ 33598 h 114504"/>
                <a:gd name="connsiteX14" fmla="*/ 121 w 119620"/>
                <a:gd name="connsiteY14" fmla="*/ 36647 h 114504"/>
                <a:gd name="connsiteX15" fmla="*/ 2843 w 119620"/>
                <a:gd name="connsiteY15" fmla="*/ 39018 h 114504"/>
                <a:gd name="connsiteX16" fmla="*/ 6206 w 119620"/>
                <a:gd name="connsiteY16" fmla="*/ 34953 h 114504"/>
                <a:gd name="connsiteX17" fmla="*/ 45118 w 119620"/>
                <a:gd name="connsiteY17" fmla="*/ 6157 h 114504"/>
                <a:gd name="connsiteX18" fmla="*/ 51844 w 119620"/>
                <a:gd name="connsiteY18" fmla="*/ 6157 h 114504"/>
                <a:gd name="connsiteX19" fmla="*/ 56808 w 119620"/>
                <a:gd name="connsiteY19" fmla="*/ 7851 h 114504"/>
                <a:gd name="connsiteX20" fmla="*/ 56168 w 119620"/>
                <a:gd name="connsiteY20" fmla="*/ 11408 h 114504"/>
                <a:gd name="connsiteX21" fmla="*/ 35030 w 119620"/>
                <a:gd name="connsiteY21" fmla="*/ 100505 h 114504"/>
                <a:gd name="connsiteX22" fmla="*/ 16294 w 119620"/>
                <a:gd name="connsiteY22" fmla="*/ 108466 h 114504"/>
                <a:gd name="connsiteX23" fmla="*/ 9088 w 119620"/>
                <a:gd name="connsiteY23" fmla="*/ 112193 h 114504"/>
                <a:gd name="connsiteX24" fmla="*/ 11810 w 119620"/>
                <a:gd name="connsiteY24" fmla="*/ 114564 h 114504"/>
                <a:gd name="connsiteX25" fmla="*/ 25582 w 119620"/>
                <a:gd name="connsiteY25" fmla="*/ 114056 h 114504"/>
                <a:gd name="connsiteX26" fmla="*/ 39354 w 119620"/>
                <a:gd name="connsiteY26" fmla="*/ 113887 h 114504"/>
                <a:gd name="connsiteX27" fmla="*/ 53766 w 119620"/>
                <a:gd name="connsiteY27" fmla="*/ 114056 h 114504"/>
                <a:gd name="connsiteX28" fmla="*/ 67217 w 119620"/>
                <a:gd name="connsiteY28" fmla="*/ 114564 h 114504"/>
                <a:gd name="connsiteX29" fmla="*/ 70900 w 119620"/>
                <a:gd name="connsiteY29" fmla="*/ 110838 h 114504"/>
                <a:gd name="connsiteX30" fmla="*/ 64334 w 119620"/>
                <a:gd name="connsiteY30" fmla="*/ 108466 h 114504"/>
                <a:gd name="connsiteX31" fmla="*/ 55047 w 119620"/>
                <a:gd name="connsiteY31" fmla="*/ 108127 h 114504"/>
                <a:gd name="connsiteX32" fmla="*/ 49282 w 119620"/>
                <a:gd name="connsiteY32" fmla="*/ 104909 h 114504"/>
                <a:gd name="connsiteX33" fmla="*/ 49922 w 119620"/>
                <a:gd name="connsiteY33" fmla="*/ 101013 h 114504"/>
                <a:gd name="connsiteX34" fmla="*/ 71060 w 119620"/>
                <a:gd name="connsiteY34" fmla="*/ 12086 h 11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9620" h="114504">
                  <a:moveTo>
                    <a:pt x="71060" y="12086"/>
                  </a:moveTo>
                  <a:cubicBezTo>
                    <a:pt x="72181" y="7173"/>
                    <a:pt x="72501" y="6665"/>
                    <a:pt x="76024" y="6326"/>
                  </a:cubicBezTo>
                  <a:cubicBezTo>
                    <a:pt x="76825" y="6157"/>
                    <a:pt x="82430" y="6157"/>
                    <a:pt x="85632" y="6157"/>
                  </a:cubicBezTo>
                  <a:cubicBezTo>
                    <a:pt x="95400" y="6157"/>
                    <a:pt x="99564" y="6157"/>
                    <a:pt x="103567" y="7512"/>
                  </a:cubicBezTo>
                  <a:cubicBezTo>
                    <a:pt x="110773" y="9884"/>
                    <a:pt x="111093" y="14796"/>
                    <a:pt x="111093" y="20894"/>
                  </a:cubicBezTo>
                  <a:cubicBezTo>
                    <a:pt x="111093" y="23604"/>
                    <a:pt x="111093" y="25806"/>
                    <a:pt x="109973" y="34614"/>
                  </a:cubicBezTo>
                  <a:lnTo>
                    <a:pt x="109652" y="36477"/>
                  </a:lnTo>
                  <a:cubicBezTo>
                    <a:pt x="109652" y="38171"/>
                    <a:pt x="110773" y="39018"/>
                    <a:pt x="112375" y="39018"/>
                  </a:cubicBezTo>
                  <a:cubicBezTo>
                    <a:pt x="114777" y="39018"/>
                    <a:pt x="115097" y="37493"/>
                    <a:pt x="115417" y="34783"/>
                  </a:cubicBezTo>
                  <a:lnTo>
                    <a:pt x="119741" y="2431"/>
                  </a:lnTo>
                  <a:cubicBezTo>
                    <a:pt x="119741" y="59"/>
                    <a:pt x="117819" y="59"/>
                    <a:pt x="114937" y="59"/>
                  </a:cubicBezTo>
                  <a:lnTo>
                    <a:pt x="16454" y="59"/>
                  </a:lnTo>
                  <a:cubicBezTo>
                    <a:pt x="12451" y="59"/>
                    <a:pt x="12131" y="59"/>
                    <a:pt x="11010" y="3616"/>
                  </a:cubicBezTo>
                  <a:lnTo>
                    <a:pt x="921" y="33598"/>
                  </a:lnTo>
                  <a:cubicBezTo>
                    <a:pt x="761" y="34275"/>
                    <a:pt x="121" y="35800"/>
                    <a:pt x="121" y="36647"/>
                  </a:cubicBezTo>
                  <a:cubicBezTo>
                    <a:pt x="121" y="37324"/>
                    <a:pt x="441" y="39018"/>
                    <a:pt x="2843" y="39018"/>
                  </a:cubicBezTo>
                  <a:cubicBezTo>
                    <a:pt x="4925" y="39018"/>
                    <a:pt x="5245" y="38171"/>
                    <a:pt x="6206" y="34953"/>
                  </a:cubicBezTo>
                  <a:cubicBezTo>
                    <a:pt x="15494" y="7851"/>
                    <a:pt x="20778" y="6157"/>
                    <a:pt x="45118" y="6157"/>
                  </a:cubicBezTo>
                  <a:lnTo>
                    <a:pt x="51844" y="6157"/>
                  </a:lnTo>
                  <a:cubicBezTo>
                    <a:pt x="56648" y="6157"/>
                    <a:pt x="56808" y="6326"/>
                    <a:pt x="56808" y="7851"/>
                  </a:cubicBezTo>
                  <a:cubicBezTo>
                    <a:pt x="56808" y="8020"/>
                    <a:pt x="56808" y="8867"/>
                    <a:pt x="56168" y="11408"/>
                  </a:cubicBezTo>
                  <a:lnTo>
                    <a:pt x="35030" y="100505"/>
                  </a:lnTo>
                  <a:cubicBezTo>
                    <a:pt x="33589" y="106772"/>
                    <a:pt x="33108" y="108466"/>
                    <a:pt x="16294" y="108466"/>
                  </a:cubicBezTo>
                  <a:cubicBezTo>
                    <a:pt x="10529" y="108466"/>
                    <a:pt x="9088" y="108466"/>
                    <a:pt x="9088" y="112193"/>
                  </a:cubicBezTo>
                  <a:cubicBezTo>
                    <a:pt x="9088" y="112701"/>
                    <a:pt x="9408" y="114564"/>
                    <a:pt x="11810" y="114564"/>
                  </a:cubicBezTo>
                  <a:cubicBezTo>
                    <a:pt x="16294" y="114564"/>
                    <a:pt x="21098" y="114056"/>
                    <a:pt x="25582" y="114056"/>
                  </a:cubicBezTo>
                  <a:cubicBezTo>
                    <a:pt x="30066" y="114056"/>
                    <a:pt x="34870" y="113887"/>
                    <a:pt x="39354" y="113887"/>
                  </a:cubicBezTo>
                  <a:cubicBezTo>
                    <a:pt x="43837" y="113887"/>
                    <a:pt x="49282" y="113887"/>
                    <a:pt x="53766" y="114056"/>
                  </a:cubicBezTo>
                  <a:cubicBezTo>
                    <a:pt x="58089" y="114225"/>
                    <a:pt x="62893" y="114564"/>
                    <a:pt x="67217" y="114564"/>
                  </a:cubicBezTo>
                  <a:cubicBezTo>
                    <a:pt x="68498" y="114564"/>
                    <a:pt x="70900" y="114564"/>
                    <a:pt x="70900" y="110838"/>
                  </a:cubicBezTo>
                  <a:cubicBezTo>
                    <a:pt x="70900" y="108466"/>
                    <a:pt x="69299" y="108466"/>
                    <a:pt x="64334" y="108466"/>
                  </a:cubicBezTo>
                  <a:cubicBezTo>
                    <a:pt x="61292" y="108466"/>
                    <a:pt x="58089" y="108297"/>
                    <a:pt x="55047" y="108127"/>
                  </a:cubicBezTo>
                  <a:cubicBezTo>
                    <a:pt x="49602" y="107619"/>
                    <a:pt x="49282" y="106942"/>
                    <a:pt x="49282" y="104909"/>
                  </a:cubicBezTo>
                  <a:cubicBezTo>
                    <a:pt x="49282" y="103723"/>
                    <a:pt x="49282" y="103385"/>
                    <a:pt x="49922" y="101013"/>
                  </a:cubicBezTo>
                  <a:lnTo>
                    <a:pt x="71060" y="12086"/>
                  </a:lnTo>
                  <a:close/>
                </a:path>
              </a:pathLst>
            </a:custGeom>
            <a:solidFill>
              <a:srgbClr val="000000"/>
            </a:solidFill>
            <a:ln w="22962"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8B2AAD6-A0C1-9936-3F8D-12996199FA3E}"/>
                </a:ext>
              </a:extLst>
            </p:cNvPr>
            <p:cNvSpPr/>
            <p:nvPr>
              <p:custDataLst>
                <p:tags r:id="rId12"/>
              </p:custDataLst>
            </p:nvPr>
          </p:nvSpPr>
          <p:spPr>
            <a:xfrm>
              <a:off x="5462573" y="3957519"/>
              <a:ext cx="113923" cy="109616"/>
            </a:xfrm>
            <a:custGeom>
              <a:avLst/>
              <a:gdLst>
                <a:gd name="connsiteX0" fmla="*/ 69900 w 113923"/>
                <a:gd name="connsiteY0" fmla="*/ 33940 h 109616"/>
                <a:gd name="connsiteX1" fmla="*/ 92547 w 113923"/>
                <a:gd name="connsiteY1" fmla="*/ 5386 h 109616"/>
                <a:gd name="connsiteX2" fmla="*/ 103985 w 113923"/>
                <a:gd name="connsiteY2" fmla="*/ 8532 h 109616"/>
                <a:gd name="connsiteX3" fmla="*/ 93005 w 113923"/>
                <a:gd name="connsiteY3" fmla="*/ 21599 h 109616"/>
                <a:gd name="connsiteX4" fmla="*/ 101698 w 113923"/>
                <a:gd name="connsiteY4" fmla="*/ 30068 h 109616"/>
                <a:gd name="connsiteX5" fmla="*/ 114051 w 113923"/>
                <a:gd name="connsiteY5" fmla="*/ 16033 h 109616"/>
                <a:gd name="connsiteX6" fmla="*/ 92776 w 113923"/>
                <a:gd name="connsiteY6" fmla="*/ 63 h 109616"/>
                <a:gd name="connsiteX7" fmla="*/ 68756 w 113923"/>
                <a:gd name="connsiteY7" fmla="*/ 18453 h 109616"/>
                <a:gd name="connsiteX8" fmla="*/ 44049 w 113923"/>
                <a:gd name="connsiteY8" fmla="*/ 63 h 109616"/>
                <a:gd name="connsiteX9" fmla="*/ 7219 w 113923"/>
                <a:gd name="connsiteY9" fmla="*/ 37328 h 109616"/>
                <a:gd name="connsiteX10" fmla="*/ 9964 w 113923"/>
                <a:gd name="connsiteY10" fmla="*/ 39748 h 109616"/>
                <a:gd name="connsiteX11" fmla="*/ 12938 w 113923"/>
                <a:gd name="connsiteY11" fmla="*/ 37086 h 109616"/>
                <a:gd name="connsiteX12" fmla="*/ 43592 w 113923"/>
                <a:gd name="connsiteY12" fmla="*/ 5386 h 109616"/>
                <a:gd name="connsiteX13" fmla="*/ 55945 w 113923"/>
                <a:gd name="connsiteY13" fmla="*/ 21599 h 109616"/>
                <a:gd name="connsiteX14" fmla="*/ 43592 w 113923"/>
                <a:gd name="connsiteY14" fmla="*/ 79190 h 109616"/>
                <a:gd name="connsiteX15" fmla="*/ 21859 w 113923"/>
                <a:gd name="connsiteY15" fmla="*/ 104356 h 109616"/>
                <a:gd name="connsiteX16" fmla="*/ 10421 w 113923"/>
                <a:gd name="connsiteY16" fmla="*/ 101210 h 109616"/>
                <a:gd name="connsiteX17" fmla="*/ 21173 w 113923"/>
                <a:gd name="connsiteY17" fmla="*/ 88144 h 109616"/>
                <a:gd name="connsiteX18" fmla="*/ 12709 w 113923"/>
                <a:gd name="connsiteY18" fmla="*/ 79674 h 109616"/>
                <a:gd name="connsiteX19" fmla="*/ 127 w 113923"/>
                <a:gd name="connsiteY19" fmla="*/ 93709 h 109616"/>
                <a:gd name="connsiteX20" fmla="*/ 21631 w 113923"/>
                <a:gd name="connsiteY20" fmla="*/ 109680 h 109616"/>
                <a:gd name="connsiteX21" fmla="*/ 45651 w 113923"/>
                <a:gd name="connsiteY21" fmla="*/ 91289 h 109616"/>
                <a:gd name="connsiteX22" fmla="*/ 70357 w 113923"/>
                <a:gd name="connsiteY22" fmla="*/ 109680 h 109616"/>
                <a:gd name="connsiteX23" fmla="*/ 106959 w 113923"/>
                <a:gd name="connsiteY23" fmla="*/ 72415 h 109616"/>
                <a:gd name="connsiteX24" fmla="*/ 104214 w 113923"/>
                <a:gd name="connsiteY24" fmla="*/ 69995 h 109616"/>
                <a:gd name="connsiteX25" fmla="*/ 101240 w 113923"/>
                <a:gd name="connsiteY25" fmla="*/ 72657 h 109616"/>
                <a:gd name="connsiteX26" fmla="*/ 70815 w 113923"/>
                <a:gd name="connsiteY26" fmla="*/ 104356 h 109616"/>
                <a:gd name="connsiteX27" fmla="*/ 58233 w 113923"/>
                <a:gd name="connsiteY27" fmla="*/ 88386 h 109616"/>
                <a:gd name="connsiteX28" fmla="*/ 62122 w 113923"/>
                <a:gd name="connsiteY28" fmla="*/ 67091 h 109616"/>
                <a:gd name="connsiteX29" fmla="*/ 69900 w 113923"/>
                <a:gd name="connsiteY29" fmla="*/ 33940 h 109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923" h="109616">
                  <a:moveTo>
                    <a:pt x="69900" y="33940"/>
                  </a:moveTo>
                  <a:cubicBezTo>
                    <a:pt x="71272" y="27649"/>
                    <a:pt x="76534" y="5386"/>
                    <a:pt x="92547" y="5386"/>
                  </a:cubicBezTo>
                  <a:cubicBezTo>
                    <a:pt x="93691" y="5386"/>
                    <a:pt x="99181" y="5386"/>
                    <a:pt x="103985" y="8532"/>
                  </a:cubicBezTo>
                  <a:cubicBezTo>
                    <a:pt x="97580" y="9742"/>
                    <a:pt x="93005" y="15791"/>
                    <a:pt x="93005" y="21599"/>
                  </a:cubicBezTo>
                  <a:cubicBezTo>
                    <a:pt x="93005" y="25471"/>
                    <a:pt x="95521" y="30068"/>
                    <a:pt x="101698" y="30068"/>
                  </a:cubicBezTo>
                  <a:cubicBezTo>
                    <a:pt x="106730" y="30068"/>
                    <a:pt x="114051" y="25713"/>
                    <a:pt x="114051" y="16033"/>
                  </a:cubicBezTo>
                  <a:cubicBezTo>
                    <a:pt x="114051" y="3450"/>
                    <a:pt x="100554" y="63"/>
                    <a:pt x="92776" y="63"/>
                  </a:cubicBezTo>
                  <a:cubicBezTo>
                    <a:pt x="79508" y="63"/>
                    <a:pt x="71501" y="12888"/>
                    <a:pt x="68756" y="18453"/>
                  </a:cubicBezTo>
                  <a:cubicBezTo>
                    <a:pt x="63037" y="2483"/>
                    <a:pt x="50684" y="63"/>
                    <a:pt x="44049" y="63"/>
                  </a:cubicBezTo>
                  <a:cubicBezTo>
                    <a:pt x="20258" y="63"/>
                    <a:pt x="7219" y="31278"/>
                    <a:pt x="7219" y="37328"/>
                  </a:cubicBezTo>
                  <a:cubicBezTo>
                    <a:pt x="7219" y="39748"/>
                    <a:pt x="9506" y="39748"/>
                    <a:pt x="9964" y="39748"/>
                  </a:cubicBezTo>
                  <a:cubicBezTo>
                    <a:pt x="11794" y="39748"/>
                    <a:pt x="12480" y="39264"/>
                    <a:pt x="12938" y="37086"/>
                  </a:cubicBezTo>
                  <a:cubicBezTo>
                    <a:pt x="20716" y="11436"/>
                    <a:pt x="35814" y="5386"/>
                    <a:pt x="43592" y="5386"/>
                  </a:cubicBezTo>
                  <a:cubicBezTo>
                    <a:pt x="47938" y="5386"/>
                    <a:pt x="55945" y="7564"/>
                    <a:pt x="55945" y="21599"/>
                  </a:cubicBezTo>
                  <a:cubicBezTo>
                    <a:pt x="55945" y="29100"/>
                    <a:pt x="52056" y="45313"/>
                    <a:pt x="43592" y="79190"/>
                  </a:cubicBezTo>
                  <a:cubicBezTo>
                    <a:pt x="39932" y="94193"/>
                    <a:pt x="31925" y="104356"/>
                    <a:pt x="21859" y="104356"/>
                  </a:cubicBezTo>
                  <a:cubicBezTo>
                    <a:pt x="20487" y="104356"/>
                    <a:pt x="15225" y="104356"/>
                    <a:pt x="10421" y="101210"/>
                  </a:cubicBezTo>
                  <a:cubicBezTo>
                    <a:pt x="16140" y="100001"/>
                    <a:pt x="21173" y="94919"/>
                    <a:pt x="21173" y="88144"/>
                  </a:cubicBezTo>
                  <a:cubicBezTo>
                    <a:pt x="21173" y="81610"/>
                    <a:pt x="16140" y="79674"/>
                    <a:pt x="12709" y="79674"/>
                  </a:cubicBezTo>
                  <a:cubicBezTo>
                    <a:pt x="5846" y="79674"/>
                    <a:pt x="127" y="85966"/>
                    <a:pt x="127" y="93709"/>
                  </a:cubicBezTo>
                  <a:cubicBezTo>
                    <a:pt x="127" y="104840"/>
                    <a:pt x="11565" y="109680"/>
                    <a:pt x="21631" y="109680"/>
                  </a:cubicBezTo>
                  <a:cubicBezTo>
                    <a:pt x="36729" y="109680"/>
                    <a:pt x="44964" y="92741"/>
                    <a:pt x="45651" y="91289"/>
                  </a:cubicBezTo>
                  <a:cubicBezTo>
                    <a:pt x="48396" y="100243"/>
                    <a:pt x="56631" y="109680"/>
                    <a:pt x="70357" y="109680"/>
                  </a:cubicBezTo>
                  <a:cubicBezTo>
                    <a:pt x="93920" y="109680"/>
                    <a:pt x="106959" y="78464"/>
                    <a:pt x="106959" y="72415"/>
                  </a:cubicBezTo>
                  <a:cubicBezTo>
                    <a:pt x="106959" y="69995"/>
                    <a:pt x="104900" y="69995"/>
                    <a:pt x="104214" y="69995"/>
                  </a:cubicBezTo>
                  <a:cubicBezTo>
                    <a:pt x="102155" y="69995"/>
                    <a:pt x="101698" y="70963"/>
                    <a:pt x="101240" y="72657"/>
                  </a:cubicBezTo>
                  <a:cubicBezTo>
                    <a:pt x="93691" y="98549"/>
                    <a:pt x="78135" y="104356"/>
                    <a:pt x="70815" y="104356"/>
                  </a:cubicBezTo>
                  <a:cubicBezTo>
                    <a:pt x="61893" y="104356"/>
                    <a:pt x="58233" y="96613"/>
                    <a:pt x="58233" y="88386"/>
                  </a:cubicBezTo>
                  <a:cubicBezTo>
                    <a:pt x="58233" y="83062"/>
                    <a:pt x="59605" y="77738"/>
                    <a:pt x="62122" y="67091"/>
                  </a:cubicBezTo>
                  <a:lnTo>
                    <a:pt x="69900" y="33940"/>
                  </a:lnTo>
                  <a:close/>
                </a:path>
              </a:pathLst>
            </a:custGeom>
            <a:solidFill>
              <a:srgbClr val="000000"/>
            </a:solidFill>
            <a:ln w="22962" cap="flat">
              <a:noFill/>
              <a:prstDash val="solid"/>
              <a:miter/>
            </a:ln>
          </p:spPr>
          <p:txBody>
            <a:bodyPr rtlCol="0" anchor="ctr"/>
            <a:lstStyle/>
            <a:p>
              <a:endParaRPr lang="en-US"/>
            </a:p>
          </p:txBody>
        </p:sp>
      </p:grpSp>
      <p:pic>
        <p:nvPicPr>
          <p:cNvPr id="19" name="Picture 18" descr="\documentclass{article}&#10;\usepackage{amsmath}&#10;\pagestyle{empty}&#10;\begin{document}&#10;&#10;&#10;$\beta$&#10;&#10;\end{document}" title="IguanaTex Bitmap Display">
            <a:extLst>
              <a:ext uri="{FF2B5EF4-FFF2-40B4-BE49-F238E27FC236}">
                <a16:creationId xmlns:a16="http://schemas.microsoft.com/office/drawing/2014/main" id="{E13B2F26-F8C4-1C26-07D8-C1097D0A5EF7}"/>
              </a:ext>
            </a:extLst>
          </p:cNvPr>
          <p:cNvPicPr>
            <a:picLocks noChangeAspect="1"/>
          </p:cNvPicPr>
          <p:nvPr>
            <p:custDataLst>
              <p:tags r:id="rId2"/>
            </p:custDataLst>
          </p:nvPr>
        </p:nvPicPr>
        <p:blipFill>
          <a:blip r:embed="rId15">
            <a:extLst>
              <a:ext uri="{28A0092B-C50C-407E-A947-70E740481C1C}">
                <a14:useLocalDpi xmlns:a14="http://schemas.microsoft.com/office/drawing/2010/main" val="0"/>
              </a:ext>
            </a:extLst>
          </a:blip>
          <a:stretch>
            <a:fillRect/>
          </a:stretch>
        </p:blipFill>
        <p:spPr>
          <a:xfrm>
            <a:off x="8517564" y="721649"/>
            <a:ext cx="126171" cy="205714"/>
          </a:xfrm>
          <a:prstGeom prst="rect">
            <a:avLst/>
          </a:prstGeom>
        </p:spPr>
      </p:pic>
      <p:sp>
        <p:nvSpPr>
          <p:cNvPr id="20" name="TextBox 19">
            <a:extLst>
              <a:ext uri="{FF2B5EF4-FFF2-40B4-BE49-F238E27FC236}">
                <a16:creationId xmlns:a16="http://schemas.microsoft.com/office/drawing/2014/main" id="{51BDD98B-B1D0-5FA5-E87B-5126B45EF22A}"/>
              </a:ext>
            </a:extLst>
          </p:cNvPr>
          <p:cNvSpPr txBox="1"/>
          <p:nvPr/>
        </p:nvSpPr>
        <p:spPr>
          <a:xfrm>
            <a:off x="0" y="5718314"/>
            <a:ext cx="11482874" cy="1200329"/>
          </a:xfrm>
          <a:prstGeom prst="rect">
            <a:avLst/>
          </a:prstGeom>
          <a:noFill/>
        </p:spPr>
        <p:txBody>
          <a:bodyPr wrap="square" rtlCol="0">
            <a:spAutoFit/>
          </a:bodyPr>
          <a:lstStyle/>
          <a:p>
            <a:pPr algn="l"/>
            <a:r>
              <a:rPr lang="en-US" sz="1200" b="0" i="0" u="sng" strike="noStrike" baseline="0" dirty="0">
                <a:latin typeface="NimbusRomNo9L-Regu"/>
              </a:rPr>
              <a:t>David </a:t>
            </a:r>
            <a:r>
              <a:rPr lang="en-US" sz="1200" b="0" i="0" u="sng" strike="noStrike" baseline="0" dirty="0" err="1">
                <a:latin typeface="NimbusRomNo9L-Regu"/>
              </a:rPr>
              <a:t>Faraggi</a:t>
            </a:r>
            <a:r>
              <a:rPr lang="en-US" sz="1200" b="0" i="0" u="sng" strike="noStrike" baseline="0" dirty="0">
                <a:latin typeface="NimbusRomNo9L-Regu"/>
              </a:rPr>
              <a:t> and Richard Simon. A neural network model for survival data. (</a:t>
            </a:r>
            <a:r>
              <a:rPr lang="en-US" sz="1200" b="0" i="0" u="sng" strike="noStrike" baseline="0" dirty="0">
                <a:latin typeface="NimbusRomNo9L-ReguItal"/>
              </a:rPr>
              <a:t>Statistics in medicine ‘1995)</a:t>
            </a:r>
          </a:p>
          <a:p>
            <a:pPr algn="l"/>
            <a:r>
              <a:rPr lang="en-US" sz="1200" u="sng" dirty="0">
                <a:latin typeface="NimbusRomNo9L-ReguItal"/>
              </a:rPr>
              <a:t>Katzman et al. </a:t>
            </a:r>
            <a:r>
              <a:rPr lang="en-US" sz="1200" u="sng" dirty="0" err="1">
                <a:latin typeface="NimbusRomNo9L-ReguItal"/>
              </a:rPr>
              <a:t>DeepSurv</a:t>
            </a:r>
            <a:r>
              <a:rPr lang="en-US" sz="1200" u="sng" dirty="0">
                <a:latin typeface="NimbusRomNo9L-ReguItal"/>
              </a:rPr>
              <a:t>: personalized treatment recommender system using a Cox proportional hazards deep neural network. (BMC Medical Research Methodology ‘2018)</a:t>
            </a:r>
          </a:p>
          <a:p>
            <a:pPr algn="l"/>
            <a:r>
              <a:rPr lang="en-US" sz="1200" u="sng" dirty="0" err="1">
                <a:latin typeface="NimbusRomNo9L-ReguItal"/>
              </a:rPr>
              <a:t>Kvanmme</a:t>
            </a:r>
            <a:r>
              <a:rPr lang="en-US" sz="1200" u="sng" dirty="0">
                <a:latin typeface="NimbusRomNo9L-ReguItal"/>
              </a:rPr>
              <a:t> et al. Time-to-Event Prediction with Neural Networks and Cox Regression. (Journal of Machine Learning Research, JMLR ‘2019)</a:t>
            </a:r>
          </a:p>
          <a:p>
            <a:pPr algn="l"/>
            <a:r>
              <a:rPr lang="en-US" sz="1200" u="sng" dirty="0">
                <a:latin typeface="NimbusRomNo9L-ReguItal"/>
              </a:rPr>
              <a:t>Ren et al. Deep Recurrent Survival Analysis (Conference on Artificial Intelligence, AAAI ‘2019)</a:t>
            </a:r>
          </a:p>
          <a:p>
            <a:pPr algn="l"/>
            <a:r>
              <a:rPr lang="en-US" sz="1200" u="sng" dirty="0" err="1"/>
              <a:t>Ishwaran</a:t>
            </a:r>
            <a:r>
              <a:rPr lang="en-US" sz="1200" u="sng" dirty="0"/>
              <a:t> et al. Random Survival Forests. (The Annals of Applied Statistics ‘2008)</a:t>
            </a:r>
          </a:p>
          <a:p>
            <a:pPr algn="l"/>
            <a:r>
              <a:rPr lang="en-US" sz="1200" u="sng" dirty="0"/>
              <a:t>Wang et al. Functional Bid Landscape Forecasting for Display Advertising. (Joint European Conference on Machine Learning and Knowledge Discovery in Databases, ECML PKDD ‘2016)</a:t>
            </a:r>
          </a:p>
        </p:txBody>
      </p:sp>
    </p:spTree>
    <p:extLst>
      <p:ext uri="{BB962C8B-B14F-4D97-AF65-F5344CB8AC3E}">
        <p14:creationId xmlns:p14="http://schemas.microsoft.com/office/powerpoint/2010/main" val="1572091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799C22-BDC0-79F2-34D0-CEEF1921ACC3}"/>
              </a:ext>
            </a:extLst>
          </p:cNvPr>
          <p:cNvSpPr txBox="1"/>
          <p:nvPr/>
        </p:nvSpPr>
        <p:spPr>
          <a:xfrm>
            <a:off x="255424" y="58846"/>
            <a:ext cx="9459816" cy="6740307"/>
          </a:xfrm>
          <a:prstGeom prst="rect">
            <a:avLst/>
          </a:prstGeom>
          <a:noFill/>
        </p:spPr>
        <p:txBody>
          <a:bodyPr wrap="square" rtlCol="0">
            <a:spAutoFit/>
          </a:bodyPr>
          <a:lstStyle/>
          <a:p>
            <a:r>
              <a:rPr lang="en-US" b="1" dirty="0"/>
              <a:t>Tree-based Algorithm for Survival Analysis</a:t>
            </a:r>
            <a:endParaRPr lang="en-US" dirty="0"/>
          </a:p>
          <a:p>
            <a:pPr marL="285750" indent="-285750">
              <a:buFont typeface="Wingdings" panose="05000000000000000000" pitchFamily="2" charset="2"/>
              <a:buChar char="q"/>
            </a:pPr>
            <a:r>
              <a:rPr lang="en-US" dirty="0"/>
              <a:t>Tree-based survival analysis is advantageous in terms of  interpretability and versatility </a:t>
            </a:r>
          </a:p>
          <a:p>
            <a:pPr marL="742950" lvl="1" indent="-285750">
              <a:buFont typeface="Wingdings" panose="05000000000000000000" pitchFamily="2" charset="2"/>
              <a:buChar char="q"/>
            </a:pPr>
            <a:r>
              <a:rPr lang="en-US" dirty="0"/>
              <a:t>It enables the interpretation of intricately structured data by partitioning data into </a:t>
            </a:r>
            <a:r>
              <a:rPr lang="en-US" u="sng" dirty="0"/>
              <a:t>locally homogeneous</a:t>
            </a:r>
            <a:r>
              <a:rPr lang="en-US" dirty="0"/>
              <a:t> sub-regions </a:t>
            </a:r>
          </a:p>
          <a:p>
            <a:pPr marL="742950" lvl="1" indent="-285750">
              <a:buFont typeface="Wingdings" panose="05000000000000000000" pitchFamily="2" charset="2"/>
              <a:buChar char="q"/>
            </a:pPr>
            <a:r>
              <a:rPr lang="en-US" dirty="0"/>
              <a:t>It can handle both </a:t>
            </a:r>
            <a:r>
              <a:rPr lang="en-US" u="sng" dirty="0"/>
              <a:t>discrete and continuous</a:t>
            </a:r>
            <a:r>
              <a:rPr lang="en-US" dirty="0"/>
              <a:t> variables and targets</a:t>
            </a:r>
          </a:p>
          <a:p>
            <a:pPr marL="742950" lvl="1" indent="-285750">
              <a:buFont typeface="Wingdings" panose="05000000000000000000" pitchFamily="2" charset="2"/>
              <a:buChar char="q"/>
            </a:pPr>
            <a:r>
              <a:rPr lang="en-US" dirty="0"/>
              <a:t>It can handle complex (e.g., nonlinear) </a:t>
            </a:r>
            <a:r>
              <a:rPr lang="en-US" u="sng" dirty="0"/>
              <a:t>interactions and dependencies</a:t>
            </a:r>
            <a:r>
              <a:rPr lang="en-US" dirty="0"/>
              <a:t> between features and target variables – not constrained by the proportionality assumption (</a:t>
            </a:r>
            <a:r>
              <a:rPr lang="en-US" dirty="0">
                <a:solidFill>
                  <a:srgbClr val="FF0000"/>
                </a:solidFill>
              </a:rPr>
              <a:t>That’s not true for axis-parallel split rule !</a:t>
            </a:r>
            <a:r>
              <a:rPr lang="en-US" dirty="0"/>
              <a:t>)</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However, existing tree-based algorithms for survival analysis have a few drawbacks</a:t>
            </a:r>
          </a:p>
          <a:p>
            <a:pPr marL="742950" lvl="1" indent="-285750">
              <a:buFont typeface="Wingdings" panose="05000000000000000000" pitchFamily="2" charset="2"/>
              <a:buChar char="q"/>
            </a:pPr>
            <a:r>
              <a:rPr lang="en-US" dirty="0"/>
              <a:t>They were grown in a </a:t>
            </a:r>
            <a:r>
              <a:rPr lang="en-US" u="sng" dirty="0"/>
              <a:t>greedy</a:t>
            </a:r>
            <a:r>
              <a:rPr lang="en-US" dirty="0"/>
              <a:t> fashion – achieving local optimality at each splitting, but not guaranteed to converge to global optimality (as it is not optimized for that)</a:t>
            </a:r>
          </a:p>
          <a:p>
            <a:pPr marL="742950" lvl="1" indent="-285750">
              <a:buFont typeface="Wingdings" panose="05000000000000000000" pitchFamily="2" charset="2"/>
              <a:buChar char="q"/>
            </a:pPr>
            <a:r>
              <a:rPr lang="en-US" dirty="0"/>
              <a:t>The feature space was partitioned using </a:t>
            </a:r>
            <a:r>
              <a:rPr lang="en-US" u="sng" dirty="0"/>
              <a:t>axis-parallel splits</a:t>
            </a:r>
            <a:r>
              <a:rPr lang="en-US" dirty="0"/>
              <a:t> – a single attribute or feature is split at each node. It is problematic when the true decision boundaries are not aligned with the feature axes (e.g., when feature interactions play a significant role)</a:t>
            </a:r>
          </a:p>
          <a:p>
            <a:pPr marL="742950" lvl="1" indent="-285750">
              <a:buFont typeface="Wingdings" panose="05000000000000000000" pitchFamily="2" charset="2"/>
              <a:buChar char="q"/>
            </a:pPr>
            <a:r>
              <a:rPr lang="en-US" dirty="0"/>
              <a:t>In other words, the decision to align a data point to its target variable is primarily based on the values of individual features independently, without considering their interactions</a:t>
            </a:r>
          </a:p>
          <a:p>
            <a:pPr marL="742950" lvl="1" indent="-285750">
              <a:buFont typeface="Wingdings" panose="05000000000000000000" pitchFamily="2" charset="2"/>
              <a:buChar char="q"/>
            </a:pPr>
            <a:r>
              <a:rPr lang="en-US" dirty="0"/>
              <a:t>A simple example of such scenario can be found on a toy circle dataset </a:t>
            </a:r>
          </a:p>
          <a:p>
            <a:pPr marL="1200150" lvl="2" indent="-285750">
              <a:buFont typeface="Wingdings" panose="05000000000000000000" pitchFamily="2" charset="2"/>
              <a:buChar char="q"/>
            </a:pPr>
            <a:r>
              <a:rPr lang="en-US" dirty="0"/>
              <a:t>A decision tree (depth=10) with axis-parallel split rule easily fails, as the axis-parallel alignment can only occur by assuming a linear relationship between features and target variables (</a:t>
            </a:r>
            <a:r>
              <a:rPr lang="en-US" dirty="0">
                <a:solidFill>
                  <a:srgbClr val="FF0000"/>
                </a:solidFill>
              </a:rPr>
              <a:t>That’s why its decision boundaries are delineated by lines that are </a:t>
            </a:r>
            <a:r>
              <a:rPr lang="en-US" b="0" i="0" dirty="0">
                <a:solidFill>
                  <a:srgbClr val="FF0000"/>
                </a:solidFill>
                <a:effectLst/>
                <a:latin typeface="Söhne"/>
              </a:rPr>
              <a:t>perpendicular</a:t>
            </a:r>
            <a:r>
              <a:rPr lang="en-US" dirty="0">
                <a:solidFill>
                  <a:srgbClr val="FF0000"/>
                </a:solidFill>
              </a:rPr>
              <a:t> to the feature axes</a:t>
            </a:r>
            <a:r>
              <a:rPr lang="en-US" dirty="0"/>
              <a:t>)</a:t>
            </a:r>
          </a:p>
          <a:p>
            <a:pPr marL="1200150" lvl="2" indent="-285750">
              <a:buFont typeface="Wingdings" panose="05000000000000000000" pitchFamily="2" charset="2"/>
              <a:buChar char="q"/>
            </a:pPr>
            <a:r>
              <a:rPr lang="en-US" dirty="0"/>
              <a:t>In contrast, the true decision boundaries of such circle dataset can be easily approximated by performing a nonlinear (e.g., polynomial, </a:t>
            </a:r>
            <a:r>
              <a:rPr lang="en-US" dirty="0" err="1"/>
              <a:t>rbf</a:t>
            </a:r>
            <a:r>
              <a:rPr lang="en-US" dirty="0"/>
              <a:t>) classification </a:t>
            </a:r>
          </a:p>
        </p:txBody>
      </p:sp>
      <p:pic>
        <p:nvPicPr>
          <p:cNvPr id="6" name="Picture 5">
            <a:extLst>
              <a:ext uri="{FF2B5EF4-FFF2-40B4-BE49-F238E27FC236}">
                <a16:creationId xmlns:a16="http://schemas.microsoft.com/office/drawing/2014/main" id="{96DCDF91-F46E-F16D-690A-CB1C39CC6F2C}"/>
              </a:ext>
            </a:extLst>
          </p:cNvPr>
          <p:cNvPicPr>
            <a:picLocks noChangeAspect="1"/>
          </p:cNvPicPr>
          <p:nvPr/>
        </p:nvPicPr>
        <p:blipFill rotWithShape="1">
          <a:blip r:embed="rId2"/>
          <a:srcRect l="5330" t="5623" r="4280" b="6107"/>
          <a:stretch/>
        </p:blipFill>
        <p:spPr>
          <a:xfrm>
            <a:off x="9715240" y="1934546"/>
            <a:ext cx="2440242" cy="2395393"/>
          </a:xfrm>
          <a:prstGeom prst="rect">
            <a:avLst/>
          </a:prstGeom>
        </p:spPr>
      </p:pic>
      <p:pic>
        <p:nvPicPr>
          <p:cNvPr id="15" name="Picture 14">
            <a:extLst>
              <a:ext uri="{FF2B5EF4-FFF2-40B4-BE49-F238E27FC236}">
                <a16:creationId xmlns:a16="http://schemas.microsoft.com/office/drawing/2014/main" id="{03EDAF98-F88C-C488-AB21-C180FC7893D9}"/>
              </a:ext>
            </a:extLst>
          </p:cNvPr>
          <p:cNvPicPr>
            <a:picLocks noChangeAspect="1"/>
          </p:cNvPicPr>
          <p:nvPr/>
        </p:nvPicPr>
        <p:blipFill>
          <a:blip r:embed="rId3"/>
          <a:stretch>
            <a:fillRect/>
          </a:stretch>
        </p:blipFill>
        <p:spPr>
          <a:xfrm>
            <a:off x="9633987" y="4329939"/>
            <a:ext cx="2521495" cy="2411347"/>
          </a:xfrm>
          <a:prstGeom prst="rect">
            <a:avLst/>
          </a:prstGeom>
        </p:spPr>
      </p:pic>
      <p:cxnSp>
        <p:nvCxnSpPr>
          <p:cNvPr id="20" name="Straight Arrow Connector 19">
            <a:extLst>
              <a:ext uri="{FF2B5EF4-FFF2-40B4-BE49-F238E27FC236}">
                <a16:creationId xmlns:a16="http://schemas.microsoft.com/office/drawing/2014/main" id="{82EA2653-21BA-6888-EC61-C394E79E0853}"/>
              </a:ext>
            </a:extLst>
          </p:cNvPr>
          <p:cNvCxnSpPr>
            <a:cxnSpLocks/>
          </p:cNvCxnSpPr>
          <p:nvPr/>
        </p:nvCxnSpPr>
        <p:spPr>
          <a:xfrm flipV="1">
            <a:off x="8652588" y="5884506"/>
            <a:ext cx="981399" cy="58471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837CA5C-CA4D-B710-DF6C-E45C4487CBB2}"/>
              </a:ext>
            </a:extLst>
          </p:cNvPr>
          <p:cNvCxnSpPr>
            <a:cxnSpLocks/>
          </p:cNvCxnSpPr>
          <p:nvPr/>
        </p:nvCxnSpPr>
        <p:spPr>
          <a:xfrm flipV="1">
            <a:off x="8609045" y="4385388"/>
            <a:ext cx="1225420" cy="7091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6588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799C22-BDC0-79F2-34D0-CEEF1921ACC3}"/>
              </a:ext>
            </a:extLst>
          </p:cNvPr>
          <p:cNvSpPr txBox="1"/>
          <p:nvPr/>
        </p:nvSpPr>
        <p:spPr>
          <a:xfrm>
            <a:off x="240196" y="503853"/>
            <a:ext cx="9575607" cy="6740307"/>
          </a:xfrm>
          <a:prstGeom prst="rect">
            <a:avLst/>
          </a:prstGeom>
          <a:noFill/>
        </p:spPr>
        <p:txBody>
          <a:bodyPr wrap="square" rtlCol="0">
            <a:spAutoFit/>
          </a:bodyPr>
          <a:lstStyle/>
          <a:p>
            <a:r>
              <a:rPr lang="en-US" b="1" dirty="0"/>
              <a:t>Proposed Tree-based Algorithm</a:t>
            </a:r>
          </a:p>
          <a:p>
            <a:endParaRPr lang="en-US" dirty="0"/>
          </a:p>
          <a:p>
            <a:pPr marL="285750" indent="-285750">
              <a:buFont typeface="Wingdings" panose="05000000000000000000" pitchFamily="2" charset="2"/>
              <a:buChar char="q"/>
            </a:pPr>
            <a:r>
              <a:rPr lang="en-US" dirty="0"/>
              <a:t>To address the challenges in previous tree-based methods, we proposed a new tree-based algorithm by leveraging the oblique split – more that one attribute is involved in the split rule</a:t>
            </a:r>
          </a:p>
          <a:p>
            <a:pPr marL="285750" indent="-285750">
              <a:buFont typeface="Wingdings" panose="05000000000000000000" pitchFamily="2" charset="2"/>
              <a:buChar char="q"/>
            </a:pPr>
            <a:r>
              <a:rPr lang="en-US" dirty="0"/>
              <a:t>Oblique splits are hyperplane splits defined by a linear combination of the feature variables (</a:t>
            </a:r>
            <a:r>
              <a:rPr lang="en-US" dirty="0">
                <a:solidFill>
                  <a:srgbClr val="FF0000"/>
                </a:solidFill>
              </a:rPr>
              <a:t>This enables the optimization for orientation and location of the boundaries</a:t>
            </a:r>
            <a:r>
              <a:rPr lang="en-US" dirty="0"/>
              <a:t>)</a:t>
            </a:r>
          </a:p>
          <a:p>
            <a:pPr marL="285750" indent="-285750">
              <a:buFont typeface="Wingdings" panose="05000000000000000000" pitchFamily="2" charset="2"/>
              <a:buChar char="q"/>
            </a:pPr>
            <a:r>
              <a:rPr lang="en-US" dirty="0"/>
              <a:t>Mathematically, its split rule is given by: </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As a result, the oblique split can capture more complex relationship between features </a:t>
            </a:r>
          </a:p>
          <a:p>
            <a:pPr marL="285750" indent="-285750">
              <a:buFont typeface="Wingdings" panose="05000000000000000000" pitchFamily="2" charset="2"/>
              <a:buChar char="q"/>
            </a:pPr>
            <a:r>
              <a:rPr lang="en-US" dirty="0"/>
              <a:t>In the meanwhile, such piece-wise constant functions (because of local homogeneity in trees) can be theoretically approximated by a locally constant networks (i.e., </a:t>
            </a:r>
            <a:r>
              <a:rPr lang="en-US" dirty="0" err="1"/>
              <a:t>ReLU</a:t>
            </a:r>
            <a:r>
              <a:rPr lang="en-US" dirty="0"/>
              <a:t> networks – neural network with </a:t>
            </a:r>
            <a:r>
              <a:rPr lang="en-US" dirty="0" err="1"/>
              <a:t>ReLU</a:t>
            </a:r>
            <a:r>
              <a:rPr lang="en-US" dirty="0"/>
              <a:t> activation only)</a:t>
            </a:r>
          </a:p>
          <a:p>
            <a:pPr marL="285750" indent="-285750">
              <a:buFont typeface="Wingdings" panose="05000000000000000000" pitchFamily="2" charset="2"/>
              <a:buChar char="q"/>
            </a:pPr>
            <a:r>
              <a:rPr lang="en-US" dirty="0"/>
              <a:t>Previous </a:t>
            </a:r>
            <a:r>
              <a:rPr lang="en-US" u="sng" dirty="0"/>
              <a:t>works</a:t>
            </a:r>
            <a:r>
              <a:rPr lang="en-US" dirty="0"/>
              <a:t> demonstrated how to build an Oblique Decision Trees from Derivatives of </a:t>
            </a:r>
            <a:r>
              <a:rPr lang="en-US" dirty="0" err="1"/>
              <a:t>ReLU</a:t>
            </a:r>
            <a:r>
              <a:rPr lang="en-US" dirty="0"/>
              <a:t> networks (Such Oblique Tree can be optimized in an end-to-end fashion which better approximates the global optimality for a given task)</a:t>
            </a:r>
          </a:p>
          <a:p>
            <a:pPr marL="285750" indent="-285750">
              <a:buFont typeface="Wingdings" panose="05000000000000000000" pitchFamily="2" charset="2"/>
              <a:buChar char="q"/>
            </a:pPr>
            <a:r>
              <a:rPr lang="en-US" dirty="0"/>
              <a:t>To this end, we proposed a </a:t>
            </a:r>
            <a:r>
              <a:rPr lang="en-US" u="sng" dirty="0"/>
              <a:t>Survival Neural Oblique Tree based on </a:t>
            </a:r>
            <a:r>
              <a:rPr lang="en-US" u="sng" dirty="0" err="1"/>
              <a:t>ReLU</a:t>
            </a:r>
            <a:r>
              <a:rPr lang="en-US" u="sng" dirty="0"/>
              <a:t> Networks</a:t>
            </a:r>
          </a:p>
          <a:p>
            <a:pPr marL="742950" lvl="1" indent="-285750">
              <a:buFont typeface="Wingdings" panose="05000000000000000000" pitchFamily="2" charset="2"/>
              <a:buChar char="q"/>
            </a:pPr>
            <a:r>
              <a:rPr lang="en-US" dirty="0"/>
              <a:t>Different from conventional greedy trees, such oblique tree can be optimized to search for global optimality for a given task while retaining the local homogeneity for interpretability</a:t>
            </a:r>
          </a:p>
          <a:p>
            <a:pPr marL="742950" lvl="1" indent="-285750">
              <a:buFont typeface="Wingdings" panose="05000000000000000000" pitchFamily="2" charset="2"/>
              <a:buChar char="q"/>
            </a:pPr>
            <a:r>
              <a:rPr lang="en-US" dirty="0" err="1"/>
              <a:t>Incoporating</a:t>
            </a:r>
            <a:r>
              <a:rPr lang="en-US" dirty="0"/>
              <a:t> the semi-parametric CPH model, the optimization of such Neural Oblique Tree can be achieved by maximizing Cox Partial Likelihood (as done by the </a:t>
            </a:r>
            <a:r>
              <a:rPr lang="en-US" dirty="0" err="1"/>
              <a:t>DeepSurv</a:t>
            </a:r>
            <a:r>
              <a:rPr lang="en-US" dirty="0"/>
              <a:t> and Cox regression)</a:t>
            </a:r>
          </a:p>
          <a:p>
            <a:pPr marL="742950" lvl="1" indent="-285750">
              <a:buFont typeface="Wingdings" panose="05000000000000000000" pitchFamily="2" charset="2"/>
              <a:buChar char="q"/>
            </a:pPr>
            <a:r>
              <a:rPr lang="en-US" dirty="0"/>
              <a:t>Non-axis-parallel oblique split made it better capture the complex relationship between variables </a:t>
            </a:r>
          </a:p>
          <a:p>
            <a:pPr marL="742950" lvl="1" indent="-285750">
              <a:buFont typeface="Wingdings" panose="05000000000000000000" pitchFamily="2" charset="2"/>
              <a:buChar char="q"/>
            </a:pPr>
            <a:endParaRPr lang="en-US" dirty="0"/>
          </a:p>
        </p:txBody>
      </p:sp>
      <p:pic>
        <p:nvPicPr>
          <p:cNvPr id="4" name="Picture 3">
            <a:extLst>
              <a:ext uri="{FF2B5EF4-FFF2-40B4-BE49-F238E27FC236}">
                <a16:creationId xmlns:a16="http://schemas.microsoft.com/office/drawing/2014/main" id="{120AB79E-E969-C8E8-C3C3-B76967A0844F}"/>
              </a:ext>
            </a:extLst>
          </p:cNvPr>
          <p:cNvPicPr>
            <a:picLocks noChangeAspect="1"/>
          </p:cNvPicPr>
          <p:nvPr/>
        </p:nvPicPr>
        <p:blipFill rotWithShape="1">
          <a:blip r:embed="rId3"/>
          <a:srcRect l="4753" t="3952" r="4588" b="6204"/>
          <a:stretch/>
        </p:blipFill>
        <p:spPr>
          <a:xfrm>
            <a:off x="9678954" y="2262672"/>
            <a:ext cx="2515148" cy="2415075"/>
          </a:xfrm>
          <a:prstGeom prst="rect">
            <a:avLst/>
          </a:prstGeom>
        </p:spPr>
      </p:pic>
      <p:pic>
        <p:nvPicPr>
          <p:cNvPr id="8" name="Picture 7" descr="\documentclass{article}&#10;\usepackage{amsmath}&#10;\pagestyle{empty}&#10;\begin{document}&#10;&#10;$w_1 x_1 + w_2x_2 + \cdots + w_d x_d + b \geq 0 ?$&#10;&#10;&#10;\end{document}" title="IguanaTex Bitmap Display">
            <a:extLst>
              <a:ext uri="{FF2B5EF4-FFF2-40B4-BE49-F238E27FC236}">
                <a16:creationId xmlns:a16="http://schemas.microsoft.com/office/drawing/2014/main" id="{F30E0460-F600-2229-DD17-8BB25E251460}"/>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2925667" y="2504670"/>
            <a:ext cx="3870476" cy="217905"/>
          </a:xfrm>
          <a:prstGeom prst="rect">
            <a:avLst/>
          </a:prstGeom>
        </p:spPr>
      </p:pic>
      <p:sp>
        <p:nvSpPr>
          <p:cNvPr id="9" name="TextBox 8">
            <a:extLst>
              <a:ext uri="{FF2B5EF4-FFF2-40B4-BE49-F238E27FC236}">
                <a16:creationId xmlns:a16="http://schemas.microsoft.com/office/drawing/2014/main" id="{83C2F13C-112D-AA51-FC15-E266ECA68775}"/>
              </a:ext>
            </a:extLst>
          </p:cNvPr>
          <p:cNvSpPr txBox="1"/>
          <p:nvPr/>
        </p:nvSpPr>
        <p:spPr>
          <a:xfrm>
            <a:off x="0" y="6581323"/>
            <a:ext cx="9996195" cy="307777"/>
          </a:xfrm>
          <a:prstGeom prst="rect">
            <a:avLst/>
          </a:prstGeom>
          <a:noFill/>
        </p:spPr>
        <p:txBody>
          <a:bodyPr wrap="square" rtlCol="0">
            <a:spAutoFit/>
          </a:bodyPr>
          <a:lstStyle/>
          <a:p>
            <a:r>
              <a:rPr lang="en-US" sz="1400" u="sng" dirty="0"/>
              <a:t>Lee et al. Oblique Decision Trees from Derivatives of </a:t>
            </a:r>
            <a:r>
              <a:rPr lang="en-US" sz="1400" u="sng" dirty="0" err="1"/>
              <a:t>ReLU</a:t>
            </a:r>
            <a:r>
              <a:rPr lang="en-US" sz="1400" u="sng" dirty="0"/>
              <a:t> Networks (International conference on Learning Representation ICLR ‘2020)</a:t>
            </a:r>
          </a:p>
        </p:txBody>
      </p:sp>
    </p:spTree>
    <p:extLst>
      <p:ext uri="{BB962C8B-B14F-4D97-AF65-F5344CB8AC3E}">
        <p14:creationId xmlns:p14="http://schemas.microsoft.com/office/powerpoint/2010/main" val="2311694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colorfulness, screenshot, pattern, purple&#10;&#10;Description automatically generated">
            <a:extLst>
              <a:ext uri="{FF2B5EF4-FFF2-40B4-BE49-F238E27FC236}">
                <a16:creationId xmlns:a16="http://schemas.microsoft.com/office/drawing/2014/main" id="{B3F9A32C-9DD4-3EBE-6E26-68759451C294}"/>
              </a:ext>
            </a:extLst>
          </p:cNvPr>
          <p:cNvPicPr>
            <a:picLocks noChangeAspect="1"/>
          </p:cNvPicPr>
          <p:nvPr/>
        </p:nvPicPr>
        <p:blipFill rotWithShape="1">
          <a:blip r:embed="rId104">
            <a:extLst>
              <a:ext uri="{28A0092B-C50C-407E-A947-70E740481C1C}">
                <a14:useLocalDpi xmlns:a14="http://schemas.microsoft.com/office/drawing/2010/main" val="0"/>
              </a:ext>
            </a:extLst>
          </a:blip>
          <a:srcRect l="51279" t="11345" r="1440" b="6150"/>
          <a:stretch/>
        </p:blipFill>
        <p:spPr>
          <a:xfrm>
            <a:off x="9453188" y="3077349"/>
            <a:ext cx="2659553" cy="1933708"/>
          </a:xfrm>
          <a:prstGeom prst="rect">
            <a:avLst/>
          </a:prstGeom>
        </p:spPr>
      </p:pic>
      <p:pic>
        <p:nvPicPr>
          <p:cNvPr id="12" name="Picture 11">
            <a:extLst>
              <a:ext uri="{FF2B5EF4-FFF2-40B4-BE49-F238E27FC236}">
                <a16:creationId xmlns:a16="http://schemas.microsoft.com/office/drawing/2014/main" id="{66868C39-42E7-6B23-3321-AAC829F8E390}"/>
              </a:ext>
            </a:extLst>
          </p:cNvPr>
          <p:cNvPicPr>
            <a:picLocks noChangeAspect="1"/>
          </p:cNvPicPr>
          <p:nvPr/>
        </p:nvPicPr>
        <p:blipFill rotWithShape="1">
          <a:blip r:embed="rId105"/>
          <a:srcRect l="14366" r="3287" b="7463"/>
          <a:stretch/>
        </p:blipFill>
        <p:spPr>
          <a:xfrm>
            <a:off x="7189477" y="2960188"/>
            <a:ext cx="2233922" cy="2018150"/>
          </a:xfrm>
          <a:prstGeom prst="rect">
            <a:avLst/>
          </a:prstGeom>
        </p:spPr>
      </p:pic>
      <p:pic>
        <p:nvPicPr>
          <p:cNvPr id="14" name="Picture 13">
            <a:extLst>
              <a:ext uri="{FF2B5EF4-FFF2-40B4-BE49-F238E27FC236}">
                <a16:creationId xmlns:a16="http://schemas.microsoft.com/office/drawing/2014/main" id="{2CE30DE0-083D-A24E-9CE8-0D7F7329B152}"/>
              </a:ext>
            </a:extLst>
          </p:cNvPr>
          <p:cNvPicPr>
            <a:picLocks noChangeAspect="1"/>
          </p:cNvPicPr>
          <p:nvPr/>
        </p:nvPicPr>
        <p:blipFill>
          <a:blip r:embed="rId106"/>
          <a:stretch>
            <a:fillRect/>
          </a:stretch>
        </p:blipFill>
        <p:spPr>
          <a:xfrm>
            <a:off x="4808466" y="3056648"/>
            <a:ext cx="2377340" cy="1915470"/>
          </a:xfrm>
          <a:prstGeom prst="rect">
            <a:avLst/>
          </a:prstGeom>
        </p:spPr>
      </p:pic>
      <p:pic>
        <p:nvPicPr>
          <p:cNvPr id="7" name="Picture 6" descr="A picture containing colorfulness, screenshot, pattern, majorelle blue&#10;&#10;Description automatically generated">
            <a:extLst>
              <a:ext uri="{FF2B5EF4-FFF2-40B4-BE49-F238E27FC236}">
                <a16:creationId xmlns:a16="http://schemas.microsoft.com/office/drawing/2014/main" id="{6D416472-619D-4469-1789-E8B8791B2C0B}"/>
              </a:ext>
            </a:extLst>
          </p:cNvPr>
          <p:cNvPicPr>
            <a:picLocks noChangeAspect="1"/>
          </p:cNvPicPr>
          <p:nvPr/>
        </p:nvPicPr>
        <p:blipFill rotWithShape="1">
          <a:blip r:embed="rId107">
            <a:extLst>
              <a:ext uri="{28A0092B-C50C-407E-A947-70E740481C1C}">
                <a14:useLocalDpi xmlns:a14="http://schemas.microsoft.com/office/drawing/2010/main" val="0"/>
              </a:ext>
            </a:extLst>
          </a:blip>
          <a:srcRect l="8727" t="10386" r="8952" b="6148"/>
          <a:stretch/>
        </p:blipFill>
        <p:spPr>
          <a:xfrm>
            <a:off x="241696" y="3061879"/>
            <a:ext cx="4614932" cy="1949644"/>
          </a:xfrm>
          <a:prstGeom prst="rect">
            <a:avLst/>
          </a:prstGeom>
        </p:spPr>
      </p:pic>
      <p:grpSp>
        <p:nvGrpSpPr>
          <p:cNvPr id="57" name="Group 56" descr="\documentclass{article}&#10;\usepackage{amsmath}&#10;\pagestyle{empty}&#10;\begin{document}&#10;&#10;$\text{True Rate Func. } h(x)$&#10;&#10;\end{document}" title="IguanaTex Vector Display">
            <a:extLst>
              <a:ext uri="{FF2B5EF4-FFF2-40B4-BE49-F238E27FC236}">
                <a16:creationId xmlns:a16="http://schemas.microsoft.com/office/drawing/2014/main" id="{F85CA9B8-F76A-48D4-9EF3-1E7386E1BE05}"/>
              </a:ext>
            </a:extLst>
          </p:cNvPr>
          <p:cNvGrpSpPr>
            <a:grpSpLocks noChangeAspect="1"/>
          </p:cNvGrpSpPr>
          <p:nvPr>
            <p:custDataLst>
              <p:tags r:id="rId1"/>
            </p:custDataLst>
          </p:nvPr>
        </p:nvGrpSpPr>
        <p:grpSpPr>
          <a:xfrm>
            <a:off x="767180" y="2867610"/>
            <a:ext cx="1551375" cy="160432"/>
            <a:chOff x="2477679" y="4044609"/>
            <a:chExt cx="2147239" cy="222052"/>
          </a:xfrm>
        </p:grpSpPr>
        <p:sp>
          <p:nvSpPr>
            <p:cNvPr id="40" name="Freeform: Shape 39">
              <a:extLst>
                <a:ext uri="{FF2B5EF4-FFF2-40B4-BE49-F238E27FC236}">
                  <a16:creationId xmlns:a16="http://schemas.microsoft.com/office/drawing/2014/main" id="{2A9F0290-F6FB-B2BA-7B3E-5EA7C16F8293}"/>
                </a:ext>
              </a:extLst>
            </p:cNvPr>
            <p:cNvSpPr/>
            <p:nvPr>
              <p:custDataLst>
                <p:tags r:id="rId86"/>
              </p:custDataLst>
            </p:nvPr>
          </p:nvSpPr>
          <p:spPr>
            <a:xfrm>
              <a:off x="2477679" y="4060819"/>
              <a:ext cx="148196" cy="150329"/>
            </a:xfrm>
            <a:custGeom>
              <a:avLst/>
              <a:gdLst>
                <a:gd name="connsiteX0" fmla="*/ 143934 w 148196"/>
                <a:gd name="connsiteY0" fmla="*/ 63 h 150329"/>
                <a:gd name="connsiteX1" fmla="*/ 4415 w 148196"/>
                <a:gd name="connsiteY1" fmla="*/ 63 h 150329"/>
                <a:gd name="connsiteX2" fmla="*/ 77 w 148196"/>
                <a:gd name="connsiteY2" fmla="*/ 50025 h 150329"/>
                <a:gd name="connsiteX3" fmla="*/ 5785 w 148196"/>
                <a:gd name="connsiteY3" fmla="*/ 50025 h 150329"/>
                <a:gd name="connsiteX4" fmla="*/ 46887 w 148196"/>
                <a:gd name="connsiteY4" fmla="*/ 6946 h 150329"/>
                <a:gd name="connsiteX5" fmla="*/ 59218 w 148196"/>
                <a:gd name="connsiteY5" fmla="*/ 7390 h 150329"/>
                <a:gd name="connsiteX6" fmla="*/ 64013 w 148196"/>
                <a:gd name="connsiteY6" fmla="*/ 15828 h 150329"/>
                <a:gd name="connsiteX7" fmla="*/ 64013 w 148196"/>
                <a:gd name="connsiteY7" fmla="*/ 132850 h 150329"/>
                <a:gd name="connsiteX8" fmla="*/ 40037 w 148196"/>
                <a:gd name="connsiteY8" fmla="*/ 143509 h 150329"/>
                <a:gd name="connsiteX9" fmla="*/ 30903 w 148196"/>
                <a:gd name="connsiteY9" fmla="*/ 143509 h 150329"/>
                <a:gd name="connsiteX10" fmla="*/ 30903 w 148196"/>
                <a:gd name="connsiteY10" fmla="*/ 150392 h 150329"/>
                <a:gd name="connsiteX11" fmla="*/ 74061 w 148196"/>
                <a:gd name="connsiteY11" fmla="*/ 149726 h 150329"/>
                <a:gd name="connsiteX12" fmla="*/ 117446 w 148196"/>
                <a:gd name="connsiteY12" fmla="*/ 150392 h 150329"/>
                <a:gd name="connsiteX13" fmla="*/ 117446 w 148196"/>
                <a:gd name="connsiteY13" fmla="*/ 143509 h 150329"/>
                <a:gd name="connsiteX14" fmla="*/ 108312 w 148196"/>
                <a:gd name="connsiteY14" fmla="*/ 143509 h 150329"/>
                <a:gd name="connsiteX15" fmla="*/ 84336 w 148196"/>
                <a:gd name="connsiteY15" fmla="*/ 132850 h 150329"/>
                <a:gd name="connsiteX16" fmla="*/ 84336 w 148196"/>
                <a:gd name="connsiteY16" fmla="*/ 15828 h 150329"/>
                <a:gd name="connsiteX17" fmla="*/ 88446 w 148196"/>
                <a:gd name="connsiteY17" fmla="*/ 7390 h 150329"/>
                <a:gd name="connsiteX18" fmla="*/ 101462 w 148196"/>
                <a:gd name="connsiteY18" fmla="*/ 6946 h 150329"/>
                <a:gd name="connsiteX19" fmla="*/ 142564 w 148196"/>
                <a:gd name="connsiteY19" fmla="*/ 50025 h 150329"/>
                <a:gd name="connsiteX20" fmla="*/ 148273 w 148196"/>
                <a:gd name="connsiteY20" fmla="*/ 50025 h 150329"/>
                <a:gd name="connsiteX21" fmla="*/ 143934 w 148196"/>
                <a:gd name="connsiteY21" fmla="*/ 63 h 15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8196" h="150329">
                  <a:moveTo>
                    <a:pt x="143934" y="63"/>
                  </a:moveTo>
                  <a:lnTo>
                    <a:pt x="4415" y="63"/>
                  </a:lnTo>
                  <a:lnTo>
                    <a:pt x="77" y="50025"/>
                  </a:lnTo>
                  <a:lnTo>
                    <a:pt x="5785" y="50025"/>
                  </a:lnTo>
                  <a:cubicBezTo>
                    <a:pt x="8982" y="14274"/>
                    <a:pt x="12407" y="6946"/>
                    <a:pt x="46887" y="6946"/>
                  </a:cubicBezTo>
                  <a:cubicBezTo>
                    <a:pt x="50998" y="6946"/>
                    <a:pt x="56935" y="6946"/>
                    <a:pt x="59218" y="7390"/>
                  </a:cubicBezTo>
                  <a:cubicBezTo>
                    <a:pt x="64013" y="8279"/>
                    <a:pt x="64013" y="10721"/>
                    <a:pt x="64013" y="15828"/>
                  </a:cubicBezTo>
                  <a:lnTo>
                    <a:pt x="64013" y="132850"/>
                  </a:lnTo>
                  <a:cubicBezTo>
                    <a:pt x="64013" y="140400"/>
                    <a:pt x="64013" y="143509"/>
                    <a:pt x="40037" y="143509"/>
                  </a:cubicBezTo>
                  <a:lnTo>
                    <a:pt x="30903" y="143509"/>
                  </a:lnTo>
                  <a:lnTo>
                    <a:pt x="30903" y="150392"/>
                  </a:lnTo>
                  <a:cubicBezTo>
                    <a:pt x="40265" y="149726"/>
                    <a:pt x="63557" y="149726"/>
                    <a:pt x="74061" y="149726"/>
                  </a:cubicBezTo>
                  <a:cubicBezTo>
                    <a:pt x="84564" y="149726"/>
                    <a:pt x="108084" y="149726"/>
                    <a:pt x="117446" y="150392"/>
                  </a:cubicBezTo>
                  <a:lnTo>
                    <a:pt x="117446" y="143509"/>
                  </a:lnTo>
                  <a:lnTo>
                    <a:pt x="108312" y="143509"/>
                  </a:lnTo>
                  <a:cubicBezTo>
                    <a:pt x="84336" y="143509"/>
                    <a:pt x="84336" y="140400"/>
                    <a:pt x="84336" y="132850"/>
                  </a:cubicBezTo>
                  <a:lnTo>
                    <a:pt x="84336" y="15828"/>
                  </a:lnTo>
                  <a:cubicBezTo>
                    <a:pt x="84336" y="11387"/>
                    <a:pt x="84336" y="8279"/>
                    <a:pt x="88446" y="7390"/>
                  </a:cubicBezTo>
                  <a:cubicBezTo>
                    <a:pt x="90958" y="6946"/>
                    <a:pt x="97123" y="6946"/>
                    <a:pt x="101462" y="6946"/>
                  </a:cubicBezTo>
                  <a:cubicBezTo>
                    <a:pt x="135942" y="6946"/>
                    <a:pt x="139367" y="14274"/>
                    <a:pt x="142564" y="50025"/>
                  </a:cubicBezTo>
                  <a:lnTo>
                    <a:pt x="148273" y="50025"/>
                  </a:lnTo>
                  <a:lnTo>
                    <a:pt x="143934" y="63"/>
                  </a:lnTo>
                  <a:close/>
                </a:path>
              </a:pathLst>
            </a:custGeom>
            <a:solidFill>
              <a:srgbClr val="000000"/>
            </a:solidFill>
            <a:ln w="2286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76DB01B9-4CD2-02CD-6E73-84CCD7B75258}"/>
                </a:ext>
              </a:extLst>
            </p:cNvPr>
            <p:cNvSpPr/>
            <p:nvPr>
              <p:custDataLst>
                <p:tags r:id="rId87"/>
              </p:custDataLst>
            </p:nvPr>
          </p:nvSpPr>
          <p:spPr>
            <a:xfrm>
              <a:off x="2621739" y="4113001"/>
              <a:ext cx="76724" cy="98147"/>
            </a:xfrm>
            <a:custGeom>
              <a:avLst/>
              <a:gdLst>
                <a:gd name="connsiteX0" fmla="*/ 31823 w 76724"/>
                <a:gd name="connsiteY0" fmla="*/ 24489 h 98147"/>
                <a:gd name="connsiteX1" fmla="*/ 31823 w 76724"/>
                <a:gd name="connsiteY1" fmla="*/ 63 h 98147"/>
                <a:gd name="connsiteX2" fmla="*/ 83 w 76724"/>
                <a:gd name="connsiteY2" fmla="*/ 2505 h 98147"/>
                <a:gd name="connsiteX3" fmla="*/ 83 w 76724"/>
                <a:gd name="connsiteY3" fmla="*/ 9389 h 98147"/>
                <a:gd name="connsiteX4" fmla="*/ 17894 w 76724"/>
                <a:gd name="connsiteY4" fmla="*/ 21824 h 98147"/>
                <a:gd name="connsiteX5" fmla="*/ 17894 w 76724"/>
                <a:gd name="connsiteY5" fmla="*/ 81334 h 98147"/>
                <a:gd name="connsiteX6" fmla="*/ 83 w 76724"/>
                <a:gd name="connsiteY6" fmla="*/ 91326 h 98147"/>
                <a:gd name="connsiteX7" fmla="*/ 83 w 76724"/>
                <a:gd name="connsiteY7" fmla="*/ 98210 h 98147"/>
                <a:gd name="connsiteX8" fmla="*/ 26114 w 76724"/>
                <a:gd name="connsiteY8" fmla="*/ 97544 h 98147"/>
                <a:gd name="connsiteX9" fmla="*/ 55114 w 76724"/>
                <a:gd name="connsiteY9" fmla="*/ 98210 h 98147"/>
                <a:gd name="connsiteX10" fmla="*/ 55114 w 76724"/>
                <a:gd name="connsiteY10" fmla="*/ 91326 h 98147"/>
                <a:gd name="connsiteX11" fmla="*/ 50319 w 76724"/>
                <a:gd name="connsiteY11" fmla="*/ 91326 h 98147"/>
                <a:gd name="connsiteX12" fmla="*/ 32965 w 76724"/>
                <a:gd name="connsiteY12" fmla="*/ 80890 h 98147"/>
                <a:gd name="connsiteX13" fmla="*/ 32965 w 76724"/>
                <a:gd name="connsiteY13" fmla="*/ 46694 h 98147"/>
                <a:gd name="connsiteX14" fmla="*/ 59910 w 76724"/>
                <a:gd name="connsiteY14" fmla="*/ 4948 h 98147"/>
                <a:gd name="connsiteX15" fmla="*/ 62421 w 76724"/>
                <a:gd name="connsiteY15" fmla="*/ 5170 h 98147"/>
                <a:gd name="connsiteX16" fmla="*/ 57169 w 76724"/>
                <a:gd name="connsiteY16" fmla="*/ 13830 h 98147"/>
                <a:gd name="connsiteX17" fmla="*/ 66988 w 76724"/>
                <a:gd name="connsiteY17" fmla="*/ 23378 h 98147"/>
                <a:gd name="connsiteX18" fmla="*/ 76807 w 76724"/>
                <a:gd name="connsiteY18" fmla="*/ 13608 h 98147"/>
                <a:gd name="connsiteX19" fmla="*/ 59910 w 76724"/>
                <a:gd name="connsiteY19" fmla="*/ 63 h 98147"/>
                <a:gd name="connsiteX20" fmla="*/ 31823 w 76724"/>
                <a:gd name="connsiteY20" fmla="*/ 24489 h 98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724" h="98147">
                  <a:moveTo>
                    <a:pt x="31823" y="24489"/>
                  </a:moveTo>
                  <a:lnTo>
                    <a:pt x="31823" y="63"/>
                  </a:lnTo>
                  <a:lnTo>
                    <a:pt x="83" y="2505"/>
                  </a:lnTo>
                  <a:lnTo>
                    <a:pt x="83" y="9389"/>
                  </a:lnTo>
                  <a:cubicBezTo>
                    <a:pt x="16067" y="9389"/>
                    <a:pt x="17894" y="10943"/>
                    <a:pt x="17894" y="21824"/>
                  </a:cubicBezTo>
                  <a:lnTo>
                    <a:pt x="17894" y="81334"/>
                  </a:lnTo>
                  <a:cubicBezTo>
                    <a:pt x="17894" y="91326"/>
                    <a:pt x="15382" y="91326"/>
                    <a:pt x="83" y="91326"/>
                  </a:cubicBezTo>
                  <a:lnTo>
                    <a:pt x="83" y="98210"/>
                  </a:lnTo>
                  <a:cubicBezTo>
                    <a:pt x="8989" y="97988"/>
                    <a:pt x="19721" y="97544"/>
                    <a:pt x="26114" y="97544"/>
                  </a:cubicBezTo>
                  <a:cubicBezTo>
                    <a:pt x="35248" y="97544"/>
                    <a:pt x="45980" y="97544"/>
                    <a:pt x="55114" y="98210"/>
                  </a:cubicBezTo>
                  <a:lnTo>
                    <a:pt x="55114" y="91326"/>
                  </a:lnTo>
                  <a:lnTo>
                    <a:pt x="50319" y="91326"/>
                  </a:lnTo>
                  <a:cubicBezTo>
                    <a:pt x="33421" y="91326"/>
                    <a:pt x="32965" y="88884"/>
                    <a:pt x="32965" y="80890"/>
                  </a:cubicBezTo>
                  <a:lnTo>
                    <a:pt x="32965" y="46694"/>
                  </a:lnTo>
                  <a:cubicBezTo>
                    <a:pt x="32965" y="24711"/>
                    <a:pt x="42555" y="4948"/>
                    <a:pt x="59910" y="4948"/>
                  </a:cubicBezTo>
                  <a:cubicBezTo>
                    <a:pt x="61508" y="4948"/>
                    <a:pt x="61965" y="4948"/>
                    <a:pt x="62421" y="5170"/>
                  </a:cubicBezTo>
                  <a:cubicBezTo>
                    <a:pt x="61736" y="5392"/>
                    <a:pt x="57169" y="8057"/>
                    <a:pt x="57169" y="13830"/>
                  </a:cubicBezTo>
                  <a:cubicBezTo>
                    <a:pt x="57169" y="20047"/>
                    <a:pt x="61965" y="23378"/>
                    <a:pt x="66988" y="23378"/>
                  </a:cubicBezTo>
                  <a:cubicBezTo>
                    <a:pt x="71098" y="23378"/>
                    <a:pt x="76807" y="20714"/>
                    <a:pt x="76807" y="13608"/>
                  </a:cubicBezTo>
                  <a:cubicBezTo>
                    <a:pt x="76807" y="6502"/>
                    <a:pt x="69728" y="63"/>
                    <a:pt x="59910" y="63"/>
                  </a:cubicBezTo>
                  <a:cubicBezTo>
                    <a:pt x="43240" y="63"/>
                    <a:pt x="35020" y="14940"/>
                    <a:pt x="31823" y="24489"/>
                  </a:cubicBezTo>
                  <a:close/>
                </a:path>
              </a:pathLst>
            </a:custGeom>
            <a:solidFill>
              <a:srgbClr val="000000"/>
            </a:solidFill>
            <a:ln w="2286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F96A347-7DFA-129D-1B04-7CCD4255569E}"/>
                </a:ext>
              </a:extLst>
            </p:cNvPr>
            <p:cNvSpPr/>
            <p:nvPr>
              <p:custDataLst>
                <p:tags r:id="rId88"/>
              </p:custDataLst>
            </p:nvPr>
          </p:nvSpPr>
          <p:spPr>
            <a:xfrm>
              <a:off x="2712088" y="4113001"/>
              <a:ext cx="114857" cy="100589"/>
            </a:xfrm>
            <a:custGeom>
              <a:avLst/>
              <a:gdLst>
                <a:gd name="connsiteX0" fmla="*/ 82063 w 114857"/>
                <a:gd name="connsiteY0" fmla="*/ 80668 h 100589"/>
                <a:gd name="connsiteX1" fmla="*/ 82063 w 114857"/>
                <a:gd name="connsiteY1" fmla="*/ 100652 h 100589"/>
                <a:gd name="connsiteX2" fmla="*/ 114945 w 114857"/>
                <a:gd name="connsiteY2" fmla="*/ 98210 h 100589"/>
                <a:gd name="connsiteX3" fmla="*/ 114945 w 114857"/>
                <a:gd name="connsiteY3" fmla="*/ 91326 h 100589"/>
                <a:gd name="connsiteX4" fmla="*/ 97134 w 114857"/>
                <a:gd name="connsiteY4" fmla="*/ 78891 h 100589"/>
                <a:gd name="connsiteX5" fmla="*/ 97134 w 114857"/>
                <a:gd name="connsiteY5" fmla="*/ 63 h 100589"/>
                <a:gd name="connsiteX6" fmla="*/ 63567 w 114857"/>
                <a:gd name="connsiteY6" fmla="*/ 2505 h 100589"/>
                <a:gd name="connsiteX7" fmla="*/ 63567 w 114857"/>
                <a:gd name="connsiteY7" fmla="*/ 9389 h 100589"/>
                <a:gd name="connsiteX8" fmla="*/ 81378 w 114857"/>
                <a:gd name="connsiteY8" fmla="*/ 21824 h 100589"/>
                <a:gd name="connsiteX9" fmla="*/ 81378 w 114857"/>
                <a:gd name="connsiteY9" fmla="*/ 61349 h 100589"/>
                <a:gd name="connsiteX10" fmla="*/ 53748 w 114857"/>
                <a:gd name="connsiteY10" fmla="*/ 95767 h 100589"/>
                <a:gd name="connsiteX11" fmla="*/ 33654 w 114857"/>
                <a:gd name="connsiteY11" fmla="*/ 73784 h 100589"/>
                <a:gd name="connsiteX12" fmla="*/ 33654 w 114857"/>
                <a:gd name="connsiteY12" fmla="*/ 63 h 100589"/>
                <a:gd name="connsiteX13" fmla="*/ 87 w 114857"/>
                <a:gd name="connsiteY13" fmla="*/ 2505 h 100589"/>
                <a:gd name="connsiteX14" fmla="*/ 87 w 114857"/>
                <a:gd name="connsiteY14" fmla="*/ 9389 h 100589"/>
                <a:gd name="connsiteX15" fmla="*/ 17898 w 114857"/>
                <a:gd name="connsiteY15" fmla="*/ 29818 h 100589"/>
                <a:gd name="connsiteX16" fmla="*/ 17898 w 114857"/>
                <a:gd name="connsiteY16" fmla="*/ 63126 h 100589"/>
                <a:gd name="connsiteX17" fmla="*/ 52606 w 114857"/>
                <a:gd name="connsiteY17" fmla="*/ 100652 h 100589"/>
                <a:gd name="connsiteX18" fmla="*/ 82063 w 114857"/>
                <a:gd name="connsiteY18" fmla="*/ 80668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4857" h="100589">
                  <a:moveTo>
                    <a:pt x="82063" y="80668"/>
                  </a:moveTo>
                  <a:lnTo>
                    <a:pt x="82063" y="100652"/>
                  </a:lnTo>
                  <a:lnTo>
                    <a:pt x="114945" y="98210"/>
                  </a:lnTo>
                  <a:lnTo>
                    <a:pt x="114945" y="91326"/>
                  </a:lnTo>
                  <a:cubicBezTo>
                    <a:pt x="98961" y="91326"/>
                    <a:pt x="97134" y="89772"/>
                    <a:pt x="97134" y="78891"/>
                  </a:cubicBezTo>
                  <a:lnTo>
                    <a:pt x="97134" y="63"/>
                  </a:lnTo>
                  <a:lnTo>
                    <a:pt x="63567" y="2505"/>
                  </a:lnTo>
                  <a:lnTo>
                    <a:pt x="63567" y="9389"/>
                  </a:lnTo>
                  <a:cubicBezTo>
                    <a:pt x="79551" y="9389"/>
                    <a:pt x="81378" y="10943"/>
                    <a:pt x="81378" y="21824"/>
                  </a:cubicBezTo>
                  <a:lnTo>
                    <a:pt x="81378" y="61349"/>
                  </a:lnTo>
                  <a:cubicBezTo>
                    <a:pt x="81378" y="80668"/>
                    <a:pt x="70417" y="95767"/>
                    <a:pt x="53748" y="95767"/>
                  </a:cubicBezTo>
                  <a:cubicBezTo>
                    <a:pt x="34567" y="95767"/>
                    <a:pt x="33654" y="85331"/>
                    <a:pt x="33654" y="73784"/>
                  </a:cubicBezTo>
                  <a:lnTo>
                    <a:pt x="33654" y="63"/>
                  </a:lnTo>
                  <a:lnTo>
                    <a:pt x="87" y="2505"/>
                  </a:lnTo>
                  <a:lnTo>
                    <a:pt x="87" y="9389"/>
                  </a:lnTo>
                  <a:cubicBezTo>
                    <a:pt x="17898" y="9389"/>
                    <a:pt x="17898" y="10055"/>
                    <a:pt x="17898" y="29818"/>
                  </a:cubicBezTo>
                  <a:lnTo>
                    <a:pt x="17898" y="63126"/>
                  </a:lnTo>
                  <a:cubicBezTo>
                    <a:pt x="17898" y="80446"/>
                    <a:pt x="17898" y="100652"/>
                    <a:pt x="52606" y="100652"/>
                  </a:cubicBezTo>
                  <a:cubicBezTo>
                    <a:pt x="65394" y="100652"/>
                    <a:pt x="75441" y="94435"/>
                    <a:pt x="82063" y="80668"/>
                  </a:cubicBezTo>
                  <a:close/>
                </a:path>
              </a:pathLst>
            </a:custGeom>
            <a:solidFill>
              <a:srgbClr val="000000"/>
            </a:solidFill>
            <a:ln w="2286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83FE204-23C3-E060-647E-6FD0BBC7ADA6}"/>
                </a:ext>
              </a:extLst>
            </p:cNvPr>
            <p:cNvSpPr/>
            <p:nvPr>
              <p:custDataLst>
                <p:tags r:id="rId89"/>
              </p:custDataLst>
            </p:nvPr>
          </p:nvSpPr>
          <p:spPr>
            <a:xfrm>
              <a:off x="2838034" y="4111669"/>
              <a:ext cx="88369" cy="101922"/>
            </a:xfrm>
            <a:custGeom>
              <a:avLst/>
              <a:gdLst>
                <a:gd name="connsiteX0" fmla="*/ 19274 w 88369"/>
                <a:gd name="connsiteY0" fmla="*/ 43585 h 101922"/>
                <a:gd name="connsiteX1" fmla="*/ 47588 w 88369"/>
                <a:gd name="connsiteY1" fmla="*/ 4948 h 101922"/>
                <a:gd name="connsiteX2" fmla="*/ 73391 w 88369"/>
                <a:gd name="connsiteY2" fmla="*/ 43585 h 101922"/>
                <a:gd name="connsiteX3" fmla="*/ 19274 w 88369"/>
                <a:gd name="connsiteY3" fmla="*/ 43585 h 101922"/>
                <a:gd name="connsiteX4" fmla="*/ 19045 w 88369"/>
                <a:gd name="connsiteY4" fmla="*/ 48248 h 101922"/>
                <a:gd name="connsiteX5" fmla="*/ 82754 w 88369"/>
                <a:gd name="connsiteY5" fmla="*/ 48248 h 101922"/>
                <a:gd name="connsiteX6" fmla="*/ 88462 w 88369"/>
                <a:gd name="connsiteY6" fmla="*/ 43585 h 101922"/>
                <a:gd name="connsiteX7" fmla="*/ 47588 w 88369"/>
                <a:gd name="connsiteY7" fmla="*/ 63 h 101922"/>
                <a:gd name="connsiteX8" fmla="*/ 93 w 88369"/>
                <a:gd name="connsiteY8" fmla="*/ 50691 h 101922"/>
                <a:gd name="connsiteX9" fmla="*/ 50328 w 88369"/>
                <a:gd name="connsiteY9" fmla="*/ 101985 h 101922"/>
                <a:gd name="connsiteX10" fmla="*/ 88462 w 88369"/>
                <a:gd name="connsiteY10" fmla="*/ 73118 h 101922"/>
                <a:gd name="connsiteX11" fmla="*/ 85494 w 88369"/>
                <a:gd name="connsiteY11" fmla="*/ 70453 h 101922"/>
                <a:gd name="connsiteX12" fmla="*/ 82525 w 88369"/>
                <a:gd name="connsiteY12" fmla="*/ 73562 h 101922"/>
                <a:gd name="connsiteX13" fmla="*/ 51699 w 88369"/>
                <a:gd name="connsiteY13" fmla="*/ 96433 h 101922"/>
                <a:gd name="connsiteX14" fmla="*/ 25896 w 88369"/>
                <a:gd name="connsiteY14" fmla="*/ 81556 h 101922"/>
                <a:gd name="connsiteX15" fmla="*/ 19045 w 88369"/>
                <a:gd name="connsiteY15" fmla="*/ 48248 h 10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69" h="101922">
                  <a:moveTo>
                    <a:pt x="19274" y="43585"/>
                  </a:moveTo>
                  <a:cubicBezTo>
                    <a:pt x="20644" y="10499"/>
                    <a:pt x="39825" y="4948"/>
                    <a:pt x="47588" y="4948"/>
                  </a:cubicBezTo>
                  <a:cubicBezTo>
                    <a:pt x="71108" y="4948"/>
                    <a:pt x="73391" y="34925"/>
                    <a:pt x="73391" y="43585"/>
                  </a:cubicBezTo>
                  <a:lnTo>
                    <a:pt x="19274" y="43585"/>
                  </a:lnTo>
                  <a:close/>
                  <a:moveTo>
                    <a:pt x="19045" y="48248"/>
                  </a:moveTo>
                  <a:lnTo>
                    <a:pt x="82754" y="48248"/>
                  </a:lnTo>
                  <a:cubicBezTo>
                    <a:pt x="87777" y="48248"/>
                    <a:pt x="88462" y="48248"/>
                    <a:pt x="88462" y="43585"/>
                  </a:cubicBezTo>
                  <a:cubicBezTo>
                    <a:pt x="88462" y="21602"/>
                    <a:pt x="76131" y="63"/>
                    <a:pt x="47588" y="63"/>
                  </a:cubicBezTo>
                  <a:cubicBezTo>
                    <a:pt x="21100" y="63"/>
                    <a:pt x="93" y="22934"/>
                    <a:pt x="93" y="50691"/>
                  </a:cubicBezTo>
                  <a:cubicBezTo>
                    <a:pt x="93" y="80446"/>
                    <a:pt x="24069" y="101985"/>
                    <a:pt x="50328" y="101985"/>
                  </a:cubicBezTo>
                  <a:cubicBezTo>
                    <a:pt x="78187" y="101985"/>
                    <a:pt x="88462" y="77337"/>
                    <a:pt x="88462" y="73118"/>
                  </a:cubicBezTo>
                  <a:cubicBezTo>
                    <a:pt x="88462" y="70897"/>
                    <a:pt x="86635" y="70453"/>
                    <a:pt x="85494" y="70453"/>
                  </a:cubicBezTo>
                  <a:cubicBezTo>
                    <a:pt x="83439" y="70453"/>
                    <a:pt x="82982" y="71786"/>
                    <a:pt x="82525" y="73562"/>
                  </a:cubicBezTo>
                  <a:cubicBezTo>
                    <a:pt x="74533" y="96433"/>
                    <a:pt x="53982" y="96433"/>
                    <a:pt x="51699" y="96433"/>
                  </a:cubicBezTo>
                  <a:cubicBezTo>
                    <a:pt x="40281" y="96433"/>
                    <a:pt x="31147" y="89772"/>
                    <a:pt x="25896" y="81556"/>
                  </a:cubicBezTo>
                  <a:cubicBezTo>
                    <a:pt x="19045" y="70897"/>
                    <a:pt x="19045" y="56242"/>
                    <a:pt x="19045" y="48248"/>
                  </a:cubicBezTo>
                  <a:close/>
                </a:path>
              </a:pathLst>
            </a:custGeom>
            <a:solidFill>
              <a:srgbClr val="000000"/>
            </a:solidFill>
            <a:ln w="2286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7CF7EF83-C68E-2F64-B64D-DA122921A084}"/>
                </a:ext>
              </a:extLst>
            </p:cNvPr>
            <p:cNvSpPr/>
            <p:nvPr>
              <p:custDataLst>
                <p:tags r:id="rId90"/>
              </p:custDataLst>
            </p:nvPr>
          </p:nvSpPr>
          <p:spPr>
            <a:xfrm>
              <a:off x="3017234" y="4059486"/>
              <a:ext cx="159156" cy="156546"/>
            </a:xfrm>
            <a:custGeom>
              <a:avLst/>
              <a:gdLst>
                <a:gd name="connsiteX0" fmla="*/ 43258 w 159156"/>
                <a:gd name="connsiteY0" fmla="*/ 73340 h 156546"/>
                <a:gd name="connsiteX1" fmla="*/ 43258 w 159156"/>
                <a:gd name="connsiteY1" fmla="*/ 15828 h 156546"/>
                <a:gd name="connsiteX2" fmla="*/ 48281 w 159156"/>
                <a:gd name="connsiteY2" fmla="*/ 7390 h 156546"/>
                <a:gd name="connsiteX3" fmla="*/ 61753 w 159156"/>
                <a:gd name="connsiteY3" fmla="*/ 6946 h 156546"/>
                <a:gd name="connsiteX4" fmla="*/ 107879 w 159156"/>
                <a:gd name="connsiteY4" fmla="*/ 40032 h 156546"/>
                <a:gd name="connsiteX5" fmla="*/ 68604 w 159156"/>
                <a:gd name="connsiteY5" fmla="*/ 73340 h 156546"/>
                <a:gd name="connsiteX6" fmla="*/ 43258 w 159156"/>
                <a:gd name="connsiteY6" fmla="*/ 73340 h 156546"/>
                <a:gd name="connsiteX7" fmla="*/ 91438 w 159156"/>
                <a:gd name="connsiteY7" fmla="*/ 76227 h 156546"/>
                <a:gd name="connsiteX8" fmla="*/ 131399 w 159156"/>
                <a:gd name="connsiteY8" fmla="*/ 40032 h 156546"/>
                <a:gd name="connsiteX9" fmla="*/ 71801 w 159156"/>
                <a:gd name="connsiteY9" fmla="*/ 63 h 156546"/>
                <a:gd name="connsiteX10" fmla="*/ 100 w 159156"/>
                <a:gd name="connsiteY10" fmla="*/ 63 h 156546"/>
                <a:gd name="connsiteX11" fmla="*/ 100 w 159156"/>
                <a:gd name="connsiteY11" fmla="*/ 6946 h 156546"/>
                <a:gd name="connsiteX12" fmla="*/ 5581 w 159156"/>
                <a:gd name="connsiteY12" fmla="*/ 6946 h 156546"/>
                <a:gd name="connsiteX13" fmla="*/ 23620 w 159156"/>
                <a:gd name="connsiteY13" fmla="*/ 17383 h 156546"/>
                <a:gd name="connsiteX14" fmla="*/ 23620 w 159156"/>
                <a:gd name="connsiteY14" fmla="*/ 134404 h 156546"/>
                <a:gd name="connsiteX15" fmla="*/ 5581 w 159156"/>
                <a:gd name="connsiteY15" fmla="*/ 144841 h 156546"/>
                <a:gd name="connsiteX16" fmla="*/ 100 w 159156"/>
                <a:gd name="connsiteY16" fmla="*/ 144841 h 156546"/>
                <a:gd name="connsiteX17" fmla="*/ 100 w 159156"/>
                <a:gd name="connsiteY17" fmla="*/ 151724 h 156546"/>
                <a:gd name="connsiteX18" fmla="*/ 33439 w 159156"/>
                <a:gd name="connsiteY18" fmla="*/ 151058 h 156546"/>
                <a:gd name="connsiteX19" fmla="*/ 66777 w 159156"/>
                <a:gd name="connsiteY19" fmla="*/ 151724 h 156546"/>
                <a:gd name="connsiteX20" fmla="*/ 66777 w 159156"/>
                <a:gd name="connsiteY20" fmla="*/ 144841 h 156546"/>
                <a:gd name="connsiteX21" fmla="*/ 61297 w 159156"/>
                <a:gd name="connsiteY21" fmla="*/ 144841 h 156546"/>
                <a:gd name="connsiteX22" fmla="*/ 43258 w 159156"/>
                <a:gd name="connsiteY22" fmla="*/ 134404 h 156546"/>
                <a:gd name="connsiteX23" fmla="*/ 43258 w 159156"/>
                <a:gd name="connsiteY23" fmla="*/ 78225 h 156546"/>
                <a:gd name="connsiteX24" fmla="*/ 69517 w 159156"/>
                <a:gd name="connsiteY24" fmla="*/ 78225 h 156546"/>
                <a:gd name="connsiteX25" fmla="*/ 90753 w 159156"/>
                <a:gd name="connsiteY25" fmla="*/ 85775 h 156546"/>
                <a:gd name="connsiteX26" fmla="*/ 99430 w 159156"/>
                <a:gd name="connsiteY26" fmla="*/ 115530 h 156546"/>
                <a:gd name="connsiteX27" fmla="*/ 108793 w 159156"/>
                <a:gd name="connsiteY27" fmla="*/ 147283 h 156546"/>
                <a:gd name="connsiteX28" fmla="*/ 137564 w 159156"/>
                <a:gd name="connsiteY28" fmla="*/ 156610 h 156546"/>
                <a:gd name="connsiteX29" fmla="*/ 159257 w 159156"/>
                <a:gd name="connsiteY29" fmla="*/ 132184 h 156546"/>
                <a:gd name="connsiteX30" fmla="*/ 156288 w 159156"/>
                <a:gd name="connsiteY30" fmla="*/ 128409 h 156546"/>
                <a:gd name="connsiteX31" fmla="*/ 153548 w 159156"/>
                <a:gd name="connsiteY31" fmla="*/ 131962 h 156546"/>
                <a:gd name="connsiteX32" fmla="*/ 138478 w 159156"/>
                <a:gd name="connsiteY32" fmla="*/ 151724 h 156546"/>
                <a:gd name="connsiteX33" fmla="*/ 122265 w 159156"/>
                <a:gd name="connsiteY33" fmla="*/ 119749 h 156546"/>
                <a:gd name="connsiteX34" fmla="*/ 119297 w 159156"/>
                <a:gd name="connsiteY34" fmla="*/ 101985 h 156546"/>
                <a:gd name="connsiteX35" fmla="*/ 91438 w 159156"/>
                <a:gd name="connsiteY35" fmla="*/ 76227 h 15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9156" h="156546">
                  <a:moveTo>
                    <a:pt x="43258" y="73340"/>
                  </a:moveTo>
                  <a:lnTo>
                    <a:pt x="43258" y="15828"/>
                  </a:lnTo>
                  <a:cubicBezTo>
                    <a:pt x="43258" y="10721"/>
                    <a:pt x="43258" y="8057"/>
                    <a:pt x="48281" y="7390"/>
                  </a:cubicBezTo>
                  <a:cubicBezTo>
                    <a:pt x="50565" y="6946"/>
                    <a:pt x="57187" y="6946"/>
                    <a:pt x="61753" y="6946"/>
                  </a:cubicBezTo>
                  <a:cubicBezTo>
                    <a:pt x="82305" y="6946"/>
                    <a:pt x="107879" y="7835"/>
                    <a:pt x="107879" y="40032"/>
                  </a:cubicBezTo>
                  <a:cubicBezTo>
                    <a:pt x="107879" y="55354"/>
                    <a:pt x="102399" y="73340"/>
                    <a:pt x="68604" y="73340"/>
                  </a:cubicBezTo>
                  <a:lnTo>
                    <a:pt x="43258" y="73340"/>
                  </a:lnTo>
                  <a:close/>
                  <a:moveTo>
                    <a:pt x="91438" y="76227"/>
                  </a:moveTo>
                  <a:cubicBezTo>
                    <a:pt x="113588" y="70897"/>
                    <a:pt x="131399" y="57352"/>
                    <a:pt x="131399" y="40032"/>
                  </a:cubicBezTo>
                  <a:cubicBezTo>
                    <a:pt x="131399" y="18715"/>
                    <a:pt x="105367" y="63"/>
                    <a:pt x="71801" y="63"/>
                  </a:cubicBezTo>
                  <a:lnTo>
                    <a:pt x="100" y="63"/>
                  </a:lnTo>
                  <a:lnTo>
                    <a:pt x="100" y="6946"/>
                  </a:lnTo>
                  <a:lnTo>
                    <a:pt x="5581" y="6946"/>
                  </a:lnTo>
                  <a:cubicBezTo>
                    <a:pt x="23163" y="6946"/>
                    <a:pt x="23620" y="9389"/>
                    <a:pt x="23620" y="17383"/>
                  </a:cubicBezTo>
                  <a:lnTo>
                    <a:pt x="23620" y="134404"/>
                  </a:lnTo>
                  <a:cubicBezTo>
                    <a:pt x="23620" y="142398"/>
                    <a:pt x="23163" y="144841"/>
                    <a:pt x="5581" y="144841"/>
                  </a:cubicBezTo>
                  <a:lnTo>
                    <a:pt x="100" y="144841"/>
                  </a:lnTo>
                  <a:lnTo>
                    <a:pt x="100" y="151724"/>
                  </a:lnTo>
                  <a:cubicBezTo>
                    <a:pt x="8321" y="151058"/>
                    <a:pt x="24533" y="151058"/>
                    <a:pt x="33439" y="151058"/>
                  </a:cubicBezTo>
                  <a:cubicBezTo>
                    <a:pt x="42344" y="151058"/>
                    <a:pt x="58557" y="151058"/>
                    <a:pt x="66777" y="151724"/>
                  </a:cubicBezTo>
                  <a:lnTo>
                    <a:pt x="66777" y="144841"/>
                  </a:lnTo>
                  <a:lnTo>
                    <a:pt x="61297" y="144841"/>
                  </a:lnTo>
                  <a:cubicBezTo>
                    <a:pt x="43714" y="144841"/>
                    <a:pt x="43258" y="142398"/>
                    <a:pt x="43258" y="134404"/>
                  </a:cubicBezTo>
                  <a:lnTo>
                    <a:pt x="43258" y="78225"/>
                  </a:lnTo>
                  <a:lnTo>
                    <a:pt x="69517" y="78225"/>
                  </a:lnTo>
                  <a:cubicBezTo>
                    <a:pt x="73171" y="78225"/>
                    <a:pt x="82761" y="78225"/>
                    <a:pt x="90753" y="85775"/>
                  </a:cubicBezTo>
                  <a:cubicBezTo>
                    <a:pt x="99430" y="93769"/>
                    <a:pt x="99430" y="100652"/>
                    <a:pt x="99430" y="115530"/>
                  </a:cubicBezTo>
                  <a:cubicBezTo>
                    <a:pt x="99430" y="129963"/>
                    <a:pt x="99430" y="138845"/>
                    <a:pt x="108793" y="147283"/>
                  </a:cubicBezTo>
                  <a:cubicBezTo>
                    <a:pt x="118155" y="155277"/>
                    <a:pt x="130714" y="156610"/>
                    <a:pt x="137564" y="156610"/>
                  </a:cubicBezTo>
                  <a:cubicBezTo>
                    <a:pt x="155375" y="156610"/>
                    <a:pt x="159257" y="138401"/>
                    <a:pt x="159257" y="132184"/>
                  </a:cubicBezTo>
                  <a:cubicBezTo>
                    <a:pt x="159257" y="130852"/>
                    <a:pt x="159257" y="128409"/>
                    <a:pt x="156288" y="128409"/>
                  </a:cubicBezTo>
                  <a:cubicBezTo>
                    <a:pt x="153777" y="128409"/>
                    <a:pt x="153777" y="130407"/>
                    <a:pt x="153548" y="131962"/>
                  </a:cubicBezTo>
                  <a:cubicBezTo>
                    <a:pt x="152178" y="147728"/>
                    <a:pt x="144186" y="151724"/>
                    <a:pt x="138478" y="151724"/>
                  </a:cubicBezTo>
                  <a:cubicBezTo>
                    <a:pt x="127289" y="151724"/>
                    <a:pt x="125462" y="140400"/>
                    <a:pt x="122265" y="119749"/>
                  </a:cubicBezTo>
                  <a:lnTo>
                    <a:pt x="119297" y="101985"/>
                  </a:lnTo>
                  <a:cubicBezTo>
                    <a:pt x="115186" y="87773"/>
                    <a:pt x="103997" y="80446"/>
                    <a:pt x="91438" y="76227"/>
                  </a:cubicBezTo>
                  <a:close/>
                </a:path>
              </a:pathLst>
            </a:custGeom>
            <a:solidFill>
              <a:srgbClr val="000000"/>
            </a:solidFill>
            <a:ln w="2286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072CA232-1603-CF33-93C0-7C85F1A55761}"/>
                </a:ext>
              </a:extLst>
            </p:cNvPr>
            <p:cNvSpPr/>
            <p:nvPr>
              <p:custDataLst>
                <p:tags r:id="rId91"/>
              </p:custDataLst>
            </p:nvPr>
          </p:nvSpPr>
          <p:spPr>
            <a:xfrm>
              <a:off x="3186921" y="4111669"/>
              <a:ext cx="102983" cy="101922"/>
            </a:xfrm>
            <a:custGeom>
              <a:avLst/>
              <a:gdLst>
                <a:gd name="connsiteX0" fmla="*/ 66556 w 102983"/>
                <a:gd name="connsiteY0" fmla="*/ 82666 h 101922"/>
                <a:gd name="connsiteX1" fmla="*/ 84367 w 102983"/>
                <a:gd name="connsiteY1" fmla="*/ 100875 h 101922"/>
                <a:gd name="connsiteX2" fmla="*/ 103091 w 102983"/>
                <a:gd name="connsiteY2" fmla="*/ 79780 h 101922"/>
                <a:gd name="connsiteX3" fmla="*/ 103091 w 102983"/>
                <a:gd name="connsiteY3" fmla="*/ 67345 h 101922"/>
                <a:gd name="connsiteX4" fmla="*/ 97383 w 102983"/>
                <a:gd name="connsiteY4" fmla="*/ 67345 h 101922"/>
                <a:gd name="connsiteX5" fmla="*/ 97383 w 102983"/>
                <a:gd name="connsiteY5" fmla="*/ 79780 h 101922"/>
                <a:gd name="connsiteX6" fmla="*/ 89162 w 102983"/>
                <a:gd name="connsiteY6" fmla="*/ 93991 h 101922"/>
                <a:gd name="connsiteX7" fmla="*/ 80713 w 102983"/>
                <a:gd name="connsiteY7" fmla="*/ 82888 h 101922"/>
                <a:gd name="connsiteX8" fmla="*/ 80713 w 102983"/>
                <a:gd name="connsiteY8" fmla="*/ 38478 h 101922"/>
                <a:gd name="connsiteX9" fmla="*/ 72493 w 102983"/>
                <a:gd name="connsiteY9" fmla="*/ 12276 h 101922"/>
                <a:gd name="connsiteX10" fmla="*/ 41210 w 102983"/>
                <a:gd name="connsiteY10" fmla="*/ 63 h 101922"/>
                <a:gd name="connsiteX11" fmla="*/ 6730 w 102983"/>
                <a:gd name="connsiteY11" fmla="*/ 25155 h 101922"/>
                <a:gd name="connsiteX12" fmla="*/ 17233 w 102983"/>
                <a:gd name="connsiteY12" fmla="*/ 35591 h 101922"/>
                <a:gd name="connsiteX13" fmla="*/ 27737 w 102983"/>
                <a:gd name="connsiteY13" fmla="*/ 25377 h 101922"/>
                <a:gd name="connsiteX14" fmla="*/ 16092 w 102983"/>
                <a:gd name="connsiteY14" fmla="*/ 15162 h 101922"/>
                <a:gd name="connsiteX15" fmla="*/ 40753 w 102983"/>
                <a:gd name="connsiteY15" fmla="*/ 4948 h 101922"/>
                <a:gd name="connsiteX16" fmla="*/ 64958 w 102983"/>
                <a:gd name="connsiteY16" fmla="*/ 33371 h 101922"/>
                <a:gd name="connsiteX17" fmla="*/ 64958 w 102983"/>
                <a:gd name="connsiteY17" fmla="*/ 41587 h 101922"/>
                <a:gd name="connsiteX18" fmla="*/ 22942 w 102983"/>
                <a:gd name="connsiteY18" fmla="*/ 49580 h 101922"/>
                <a:gd name="connsiteX19" fmla="*/ 108 w 102983"/>
                <a:gd name="connsiteY19" fmla="*/ 78447 h 101922"/>
                <a:gd name="connsiteX20" fmla="*/ 36643 w 102983"/>
                <a:gd name="connsiteY20" fmla="*/ 101985 h 101922"/>
                <a:gd name="connsiteX21" fmla="*/ 66556 w 102983"/>
                <a:gd name="connsiteY21" fmla="*/ 82666 h 101922"/>
                <a:gd name="connsiteX22" fmla="*/ 64958 w 102983"/>
                <a:gd name="connsiteY22" fmla="*/ 46250 h 101922"/>
                <a:gd name="connsiteX23" fmla="*/ 64958 w 102983"/>
                <a:gd name="connsiteY23" fmla="*/ 68455 h 101922"/>
                <a:gd name="connsiteX24" fmla="*/ 38241 w 102983"/>
                <a:gd name="connsiteY24" fmla="*/ 97100 h 101922"/>
                <a:gd name="connsiteX25" fmla="*/ 17690 w 102983"/>
                <a:gd name="connsiteY25" fmla="*/ 78225 h 101922"/>
                <a:gd name="connsiteX26" fmla="*/ 64958 w 102983"/>
                <a:gd name="connsiteY26" fmla="*/ 46250 h 10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2983" h="101922">
                  <a:moveTo>
                    <a:pt x="66556" y="82666"/>
                  </a:moveTo>
                  <a:cubicBezTo>
                    <a:pt x="67469" y="91548"/>
                    <a:pt x="73635" y="100875"/>
                    <a:pt x="84367" y="100875"/>
                  </a:cubicBezTo>
                  <a:cubicBezTo>
                    <a:pt x="89162" y="100875"/>
                    <a:pt x="103091" y="97766"/>
                    <a:pt x="103091" y="79780"/>
                  </a:cubicBezTo>
                  <a:lnTo>
                    <a:pt x="103091" y="67345"/>
                  </a:lnTo>
                  <a:lnTo>
                    <a:pt x="97383" y="67345"/>
                  </a:lnTo>
                  <a:lnTo>
                    <a:pt x="97383" y="79780"/>
                  </a:lnTo>
                  <a:cubicBezTo>
                    <a:pt x="97383" y="92659"/>
                    <a:pt x="91674" y="93991"/>
                    <a:pt x="89162" y="93991"/>
                  </a:cubicBezTo>
                  <a:cubicBezTo>
                    <a:pt x="81627" y="93991"/>
                    <a:pt x="80713" y="83999"/>
                    <a:pt x="80713" y="82888"/>
                  </a:cubicBezTo>
                  <a:lnTo>
                    <a:pt x="80713" y="38478"/>
                  </a:lnTo>
                  <a:cubicBezTo>
                    <a:pt x="80713" y="29152"/>
                    <a:pt x="80713" y="20492"/>
                    <a:pt x="72493" y="12276"/>
                  </a:cubicBezTo>
                  <a:cubicBezTo>
                    <a:pt x="63588" y="3616"/>
                    <a:pt x="52170" y="63"/>
                    <a:pt x="41210" y="63"/>
                  </a:cubicBezTo>
                  <a:cubicBezTo>
                    <a:pt x="22485" y="63"/>
                    <a:pt x="6730" y="10499"/>
                    <a:pt x="6730" y="25155"/>
                  </a:cubicBezTo>
                  <a:cubicBezTo>
                    <a:pt x="6730" y="31816"/>
                    <a:pt x="11297" y="35591"/>
                    <a:pt x="17233" y="35591"/>
                  </a:cubicBezTo>
                  <a:cubicBezTo>
                    <a:pt x="23627" y="35591"/>
                    <a:pt x="27737" y="31150"/>
                    <a:pt x="27737" y="25377"/>
                  </a:cubicBezTo>
                  <a:cubicBezTo>
                    <a:pt x="27737" y="22712"/>
                    <a:pt x="26596" y="15384"/>
                    <a:pt x="16092" y="15162"/>
                  </a:cubicBezTo>
                  <a:cubicBezTo>
                    <a:pt x="22257" y="7390"/>
                    <a:pt x="33446" y="4948"/>
                    <a:pt x="40753" y="4948"/>
                  </a:cubicBezTo>
                  <a:cubicBezTo>
                    <a:pt x="51942" y="4948"/>
                    <a:pt x="64958" y="13608"/>
                    <a:pt x="64958" y="33371"/>
                  </a:cubicBezTo>
                  <a:lnTo>
                    <a:pt x="64958" y="41587"/>
                  </a:lnTo>
                  <a:cubicBezTo>
                    <a:pt x="53312" y="42253"/>
                    <a:pt x="37328" y="42919"/>
                    <a:pt x="22942" y="49580"/>
                  </a:cubicBezTo>
                  <a:cubicBezTo>
                    <a:pt x="5816" y="57130"/>
                    <a:pt x="108" y="68677"/>
                    <a:pt x="108" y="78447"/>
                  </a:cubicBezTo>
                  <a:cubicBezTo>
                    <a:pt x="108" y="96433"/>
                    <a:pt x="22257" y="101985"/>
                    <a:pt x="36643" y="101985"/>
                  </a:cubicBezTo>
                  <a:cubicBezTo>
                    <a:pt x="51714" y="101985"/>
                    <a:pt x="62218" y="93103"/>
                    <a:pt x="66556" y="82666"/>
                  </a:cubicBezTo>
                  <a:close/>
                  <a:moveTo>
                    <a:pt x="64958" y="46250"/>
                  </a:moveTo>
                  <a:lnTo>
                    <a:pt x="64958" y="68455"/>
                  </a:lnTo>
                  <a:cubicBezTo>
                    <a:pt x="64958" y="89550"/>
                    <a:pt x="48517" y="97100"/>
                    <a:pt x="38241" y="97100"/>
                  </a:cubicBezTo>
                  <a:cubicBezTo>
                    <a:pt x="27052" y="97100"/>
                    <a:pt x="17690" y="89328"/>
                    <a:pt x="17690" y="78225"/>
                  </a:cubicBezTo>
                  <a:cubicBezTo>
                    <a:pt x="17690" y="66012"/>
                    <a:pt x="27281" y="47582"/>
                    <a:pt x="64958" y="46250"/>
                  </a:cubicBezTo>
                  <a:close/>
                </a:path>
              </a:pathLst>
            </a:custGeom>
            <a:solidFill>
              <a:srgbClr val="000000"/>
            </a:solidFill>
            <a:ln w="2286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C455C78-0779-BB9F-4C0F-7173881AAF8E}"/>
                </a:ext>
              </a:extLst>
            </p:cNvPr>
            <p:cNvSpPr/>
            <p:nvPr>
              <p:custDataLst>
                <p:tags r:id="rId92"/>
              </p:custDataLst>
            </p:nvPr>
          </p:nvSpPr>
          <p:spPr>
            <a:xfrm>
              <a:off x="3295842" y="4074586"/>
              <a:ext cx="71472" cy="139004"/>
            </a:xfrm>
            <a:custGeom>
              <a:avLst/>
              <a:gdLst>
                <a:gd name="connsiteX0" fmla="*/ 35278 w 71472"/>
                <a:gd name="connsiteY0" fmla="*/ 47804 h 139004"/>
                <a:gd name="connsiteX1" fmla="*/ 67931 w 71472"/>
                <a:gd name="connsiteY1" fmla="*/ 47804 h 139004"/>
                <a:gd name="connsiteX2" fmla="*/ 67931 w 71472"/>
                <a:gd name="connsiteY2" fmla="*/ 40920 h 139004"/>
                <a:gd name="connsiteX3" fmla="*/ 35278 w 71472"/>
                <a:gd name="connsiteY3" fmla="*/ 40920 h 139004"/>
                <a:gd name="connsiteX4" fmla="*/ 35278 w 71472"/>
                <a:gd name="connsiteY4" fmla="*/ 63 h 139004"/>
                <a:gd name="connsiteX5" fmla="*/ 29569 w 71472"/>
                <a:gd name="connsiteY5" fmla="*/ 63 h 139004"/>
                <a:gd name="connsiteX6" fmla="*/ 113 w 71472"/>
                <a:gd name="connsiteY6" fmla="*/ 42919 h 139004"/>
                <a:gd name="connsiteX7" fmla="*/ 113 w 71472"/>
                <a:gd name="connsiteY7" fmla="*/ 47804 h 139004"/>
                <a:gd name="connsiteX8" fmla="*/ 19522 w 71472"/>
                <a:gd name="connsiteY8" fmla="*/ 47804 h 139004"/>
                <a:gd name="connsiteX9" fmla="*/ 19522 w 71472"/>
                <a:gd name="connsiteY9" fmla="*/ 109090 h 139004"/>
                <a:gd name="connsiteX10" fmla="*/ 48978 w 71472"/>
                <a:gd name="connsiteY10" fmla="*/ 139068 h 139004"/>
                <a:gd name="connsiteX11" fmla="*/ 71585 w 71472"/>
                <a:gd name="connsiteY11" fmla="*/ 109090 h 139004"/>
                <a:gd name="connsiteX12" fmla="*/ 71585 w 71472"/>
                <a:gd name="connsiteY12" fmla="*/ 96433 h 139004"/>
                <a:gd name="connsiteX13" fmla="*/ 65876 w 71472"/>
                <a:gd name="connsiteY13" fmla="*/ 96433 h 139004"/>
                <a:gd name="connsiteX14" fmla="*/ 65876 w 71472"/>
                <a:gd name="connsiteY14" fmla="*/ 108646 h 139004"/>
                <a:gd name="connsiteX15" fmla="*/ 50577 w 71472"/>
                <a:gd name="connsiteY15" fmla="*/ 133516 h 139004"/>
                <a:gd name="connsiteX16" fmla="*/ 35278 w 71472"/>
                <a:gd name="connsiteY16" fmla="*/ 109535 h 139004"/>
                <a:gd name="connsiteX17" fmla="*/ 35278 w 71472"/>
                <a:gd name="connsiteY17" fmla="*/ 47804 h 139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1472" h="139004">
                  <a:moveTo>
                    <a:pt x="35278" y="47804"/>
                  </a:moveTo>
                  <a:lnTo>
                    <a:pt x="67931" y="47804"/>
                  </a:lnTo>
                  <a:lnTo>
                    <a:pt x="67931" y="40920"/>
                  </a:lnTo>
                  <a:lnTo>
                    <a:pt x="35278" y="40920"/>
                  </a:lnTo>
                  <a:lnTo>
                    <a:pt x="35278" y="63"/>
                  </a:lnTo>
                  <a:lnTo>
                    <a:pt x="29569" y="63"/>
                  </a:lnTo>
                  <a:cubicBezTo>
                    <a:pt x="29341" y="18271"/>
                    <a:pt x="22490" y="42031"/>
                    <a:pt x="113" y="42919"/>
                  </a:cubicBezTo>
                  <a:lnTo>
                    <a:pt x="113" y="47804"/>
                  </a:lnTo>
                  <a:lnTo>
                    <a:pt x="19522" y="47804"/>
                  </a:lnTo>
                  <a:lnTo>
                    <a:pt x="19522" y="109090"/>
                  </a:lnTo>
                  <a:cubicBezTo>
                    <a:pt x="19522" y="136403"/>
                    <a:pt x="40758" y="139068"/>
                    <a:pt x="48978" y="139068"/>
                  </a:cubicBezTo>
                  <a:cubicBezTo>
                    <a:pt x="65191" y="139068"/>
                    <a:pt x="71585" y="123302"/>
                    <a:pt x="71585" y="109090"/>
                  </a:cubicBezTo>
                  <a:lnTo>
                    <a:pt x="71585" y="96433"/>
                  </a:lnTo>
                  <a:lnTo>
                    <a:pt x="65876" y="96433"/>
                  </a:lnTo>
                  <a:lnTo>
                    <a:pt x="65876" y="108646"/>
                  </a:lnTo>
                  <a:cubicBezTo>
                    <a:pt x="65876" y="125078"/>
                    <a:pt x="59026" y="133516"/>
                    <a:pt x="50577" y="133516"/>
                  </a:cubicBezTo>
                  <a:cubicBezTo>
                    <a:pt x="35278" y="133516"/>
                    <a:pt x="35278" y="113309"/>
                    <a:pt x="35278" y="109535"/>
                  </a:cubicBezTo>
                  <a:lnTo>
                    <a:pt x="35278" y="47804"/>
                  </a:lnTo>
                  <a:close/>
                </a:path>
              </a:pathLst>
            </a:custGeom>
            <a:solidFill>
              <a:srgbClr val="000000"/>
            </a:solidFill>
            <a:ln w="2286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588BF641-3431-7069-3AF3-C38A66E4E8A5}"/>
                </a:ext>
              </a:extLst>
            </p:cNvPr>
            <p:cNvSpPr/>
            <p:nvPr>
              <p:custDataLst>
                <p:tags r:id="rId93"/>
              </p:custDataLst>
            </p:nvPr>
          </p:nvSpPr>
          <p:spPr>
            <a:xfrm>
              <a:off x="3386698" y="4111669"/>
              <a:ext cx="88369" cy="101922"/>
            </a:xfrm>
            <a:custGeom>
              <a:avLst/>
              <a:gdLst>
                <a:gd name="connsiteX0" fmla="*/ 19297 w 88369"/>
                <a:gd name="connsiteY0" fmla="*/ 43585 h 101922"/>
                <a:gd name="connsiteX1" fmla="*/ 47612 w 88369"/>
                <a:gd name="connsiteY1" fmla="*/ 4948 h 101922"/>
                <a:gd name="connsiteX2" fmla="*/ 73415 w 88369"/>
                <a:gd name="connsiteY2" fmla="*/ 43585 h 101922"/>
                <a:gd name="connsiteX3" fmla="*/ 19297 w 88369"/>
                <a:gd name="connsiteY3" fmla="*/ 43585 h 101922"/>
                <a:gd name="connsiteX4" fmla="*/ 19069 w 88369"/>
                <a:gd name="connsiteY4" fmla="*/ 48248 h 101922"/>
                <a:gd name="connsiteX5" fmla="*/ 82777 w 88369"/>
                <a:gd name="connsiteY5" fmla="*/ 48248 h 101922"/>
                <a:gd name="connsiteX6" fmla="*/ 88486 w 88369"/>
                <a:gd name="connsiteY6" fmla="*/ 43585 h 101922"/>
                <a:gd name="connsiteX7" fmla="*/ 47612 w 88369"/>
                <a:gd name="connsiteY7" fmla="*/ 63 h 101922"/>
                <a:gd name="connsiteX8" fmla="*/ 116 w 88369"/>
                <a:gd name="connsiteY8" fmla="*/ 50691 h 101922"/>
                <a:gd name="connsiteX9" fmla="*/ 50352 w 88369"/>
                <a:gd name="connsiteY9" fmla="*/ 101985 h 101922"/>
                <a:gd name="connsiteX10" fmla="*/ 88486 w 88369"/>
                <a:gd name="connsiteY10" fmla="*/ 73118 h 101922"/>
                <a:gd name="connsiteX11" fmla="*/ 85518 w 88369"/>
                <a:gd name="connsiteY11" fmla="*/ 70453 h 101922"/>
                <a:gd name="connsiteX12" fmla="*/ 82549 w 88369"/>
                <a:gd name="connsiteY12" fmla="*/ 73562 h 101922"/>
                <a:gd name="connsiteX13" fmla="*/ 51722 w 88369"/>
                <a:gd name="connsiteY13" fmla="*/ 96433 h 101922"/>
                <a:gd name="connsiteX14" fmla="*/ 25919 w 88369"/>
                <a:gd name="connsiteY14" fmla="*/ 81556 h 101922"/>
                <a:gd name="connsiteX15" fmla="*/ 19069 w 88369"/>
                <a:gd name="connsiteY15" fmla="*/ 48248 h 10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69" h="101922">
                  <a:moveTo>
                    <a:pt x="19297" y="43585"/>
                  </a:moveTo>
                  <a:cubicBezTo>
                    <a:pt x="20668" y="10499"/>
                    <a:pt x="39849" y="4948"/>
                    <a:pt x="47612" y="4948"/>
                  </a:cubicBezTo>
                  <a:cubicBezTo>
                    <a:pt x="71132" y="4948"/>
                    <a:pt x="73415" y="34925"/>
                    <a:pt x="73415" y="43585"/>
                  </a:cubicBezTo>
                  <a:lnTo>
                    <a:pt x="19297" y="43585"/>
                  </a:lnTo>
                  <a:close/>
                  <a:moveTo>
                    <a:pt x="19069" y="48248"/>
                  </a:moveTo>
                  <a:lnTo>
                    <a:pt x="82777" y="48248"/>
                  </a:lnTo>
                  <a:cubicBezTo>
                    <a:pt x="87801" y="48248"/>
                    <a:pt x="88486" y="48248"/>
                    <a:pt x="88486" y="43585"/>
                  </a:cubicBezTo>
                  <a:cubicBezTo>
                    <a:pt x="88486" y="21602"/>
                    <a:pt x="76155" y="63"/>
                    <a:pt x="47612" y="63"/>
                  </a:cubicBezTo>
                  <a:cubicBezTo>
                    <a:pt x="21124" y="63"/>
                    <a:pt x="116" y="22934"/>
                    <a:pt x="116" y="50691"/>
                  </a:cubicBezTo>
                  <a:cubicBezTo>
                    <a:pt x="116" y="80446"/>
                    <a:pt x="24093" y="101985"/>
                    <a:pt x="50352" y="101985"/>
                  </a:cubicBezTo>
                  <a:cubicBezTo>
                    <a:pt x="78211" y="101985"/>
                    <a:pt x="88486" y="77337"/>
                    <a:pt x="88486" y="73118"/>
                  </a:cubicBezTo>
                  <a:cubicBezTo>
                    <a:pt x="88486" y="70897"/>
                    <a:pt x="86659" y="70453"/>
                    <a:pt x="85518" y="70453"/>
                  </a:cubicBezTo>
                  <a:cubicBezTo>
                    <a:pt x="83462" y="70453"/>
                    <a:pt x="83006" y="71786"/>
                    <a:pt x="82549" y="73562"/>
                  </a:cubicBezTo>
                  <a:cubicBezTo>
                    <a:pt x="74557" y="96433"/>
                    <a:pt x="54006" y="96433"/>
                    <a:pt x="51722" y="96433"/>
                  </a:cubicBezTo>
                  <a:cubicBezTo>
                    <a:pt x="40305" y="96433"/>
                    <a:pt x="31171" y="89772"/>
                    <a:pt x="25919" y="81556"/>
                  </a:cubicBezTo>
                  <a:cubicBezTo>
                    <a:pt x="19069" y="70897"/>
                    <a:pt x="19069" y="56242"/>
                    <a:pt x="19069" y="48248"/>
                  </a:cubicBezTo>
                  <a:close/>
                </a:path>
              </a:pathLst>
            </a:custGeom>
            <a:solidFill>
              <a:srgbClr val="000000"/>
            </a:solidFill>
            <a:ln w="2286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21637665-AF46-AC05-D861-F3B1A30E91C7}"/>
                </a:ext>
              </a:extLst>
            </p:cNvPr>
            <p:cNvSpPr/>
            <p:nvPr>
              <p:custDataLst>
                <p:tags r:id="rId94"/>
              </p:custDataLst>
            </p:nvPr>
          </p:nvSpPr>
          <p:spPr>
            <a:xfrm>
              <a:off x="3565442" y="4060152"/>
              <a:ext cx="131755" cy="150995"/>
            </a:xfrm>
            <a:custGeom>
              <a:avLst/>
              <a:gdLst>
                <a:gd name="connsiteX0" fmla="*/ 125486 w 131755"/>
                <a:gd name="connsiteY0" fmla="*/ 63 h 150995"/>
                <a:gd name="connsiteX1" fmla="*/ 124 w 131755"/>
                <a:gd name="connsiteY1" fmla="*/ 63 h 150995"/>
                <a:gd name="connsiteX2" fmla="*/ 124 w 131755"/>
                <a:gd name="connsiteY2" fmla="*/ 6946 h 150995"/>
                <a:gd name="connsiteX3" fmla="*/ 5604 w 131755"/>
                <a:gd name="connsiteY3" fmla="*/ 6946 h 150995"/>
                <a:gd name="connsiteX4" fmla="*/ 23644 w 131755"/>
                <a:gd name="connsiteY4" fmla="*/ 17383 h 150995"/>
                <a:gd name="connsiteX5" fmla="*/ 23644 w 131755"/>
                <a:gd name="connsiteY5" fmla="*/ 133738 h 150995"/>
                <a:gd name="connsiteX6" fmla="*/ 5604 w 131755"/>
                <a:gd name="connsiteY6" fmla="*/ 144175 h 150995"/>
                <a:gd name="connsiteX7" fmla="*/ 124 w 131755"/>
                <a:gd name="connsiteY7" fmla="*/ 144175 h 150995"/>
                <a:gd name="connsiteX8" fmla="*/ 124 w 131755"/>
                <a:gd name="connsiteY8" fmla="*/ 151058 h 150995"/>
                <a:gd name="connsiteX9" fmla="*/ 34833 w 131755"/>
                <a:gd name="connsiteY9" fmla="*/ 150392 h 150995"/>
                <a:gd name="connsiteX10" fmla="*/ 73195 w 131755"/>
                <a:gd name="connsiteY10" fmla="*/ 151058 h 150995"/>
                <a:gd name="connsiteX11" fmla="*/ 73195 w 131755"/>
                <a:gd name="connsiteY11" fmla="*/ 144175 h 150995"/>
                <a:gd name="connsiteX12" fmla="*/ 65659 w 131755"/>
                <a:gd name="connsiteY12" fmla="*/ 144175 h 150995"/>
                <a:gd name="connsiteX13" fmla="*/ 43967 w 131755"/>
                <a:gd name="connsiteY13" fmla="*/ 133516 h 150995"/>
                <a:gd name="connsiteX14" fmla="*/ 43967 w 131755"/>
                <a:gd name="connsiteY14" fmla="*/ 78891 h 150995"/>
                <a:gd name="connsiteX15" fmla="*/ 63604 w 131755"/>
                <a:gd name="connsiteY15" fmla="*/ 78891 h 150995"/>
                <a:gd name="connsiteX16" fmla="*/ 87809 w 131755"/>
                <a:gd name="connsiteY16" fmla="*/ 104871 h 150995"/>
                <a:gd name="connsiteX17" fmla="*/ 93517 w 131755"/>
                <a:gd name="connsiteY17" fmla="*/ 104871 h 150995"/>
                <a:gd name="connsiteX18" fmla="*/ 93517 w 131755"/>
                <a:gd name="connsiteY18" fmla="*/ 46028 h 150995"/>
                <a:gd name="connsiteX19" fmla="*/ 87809 w 131755"/>
                <a:gd name="connsiteY19" fmla="*/ 46028 h 150995"/>
                <a:gd name="connsiteX20" fmla="*/ 63604 w 131755"/>
                <a:gd name="connsiteY20" fmla="*/ 72008 h 150995"/>
                <a:gd name="connsiteX21" fmla="*/ 43967 w 131755"/>
                <a:gd name="connsiteY21" fmla="*/ 72008 h 150995"/>
                <a:gd name="connsiteX22" fmla="*/ 43967 w 131755"/>
                <a:gd name="connsiteY22" fmla="*/ 15828 h 150995"/>
                <a:gd name="connsiteX23" fmla="*/ 55155 w 131755"/>
                <a:gd name="connsiteY23" fmla="*/ 6946 h 150995"/>
                <a:gd name="connsiteX24" fmla="*/ 82557 w 131755"/>
                <a:gd name="connsiteY24" fmla="*/ 6946 h 150995"/>
                <a:gd name="connsiteX25" fmla="*/ 126171 w 131755"/>
                <a:gd name="connsiteY25" fmla="*/ 50025 h 150995"/>
                <a:gd name="connsiteX26" fmla="*/ 131879 w 131755"/>
                <a:gd name="connsiteY26" fmla="*/ 50025 h 150995"/>
                <a:gd name="connsiteX27" fmla="*/ 125486 w 131755"/>
                <a:gd name="connsiteY27" fmla="*/ 63 h 150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1755" h="150995">
                  <a:moveTo>
                    <a:pt x="125486" y="63"/>
                  </a:moveTo>
                  <a:lnTo>
                    <a:pt x="124" y="63"/>
                  </a:lnTo>
                  <a:lnTo>
                    <a:pt x="124" y="6946"/>
                  </a:lnTo>
                  <a:lnTo>
                    <a:pt x="5604" y="6946"/>
                  </a:lnTo>
                  <a:cubicBezTo>
                    <a:pt x="23187" y="6946"/>
                    <a:pt x="23644" y="9389"/>
                    <a:pt x="23644" y="17383"/>
                  </a:cubicBezTo>
                  <a:lnTo>
                    <a:pt x="23644" y="133738"/>
                  </a:lnTo>
                  <a:cubicBezTo>
                    <a:pt x="23644" y="141732"/>
                    <a:pt x="23187" y="144175"/>
                    <a:pt x="5604" y="144175"/>
                  </a:cubicBezTo>
                  <a:lnTo>
                    <a:pt x="124" y="144175"/>
                  </a:lnTo>
                  <a:lnTo>
                    <a:pt x="124" y="151058"/>
                  </a:lnTo>
                  <a:cubicBezTo>
                    <a:pt x="8116" y="150392"/>
                    <a:pt x="25927" y="150392"/>
                    <a:pt x="34833" y="150392"/>
                  </a:cubicBezTo>
                  <a:cubicBezTo>
                    <a:pt x="44195" y="150392"/>
                    <a:pt x="64974" y="150392"/>
                    <a:pt x="73195" y="151058"/>
                  </a:cubicBezTo>
                  <a:lnTo>
                    <a:pt x="73195" y="144175"/>
                  </a:lnTo>
                  <a:lnTo>
                    <a:pt x="65659" y="144175"/>
                  </a:lnTo>
                  <a:cubicBezTo>
                    <a:pt x="43967" y="144175"/>
                    <a:pt x="43967" y="141288"/>
                    <a:pt x="43967" y="133516"/>
                  </a:cubicBezTo>
                  <a:lnTo>
                    <a:pt x="43967" y="78891"/>
                  </a:lnTo>
                  <a:lnTo>
                    <a:pt x="63604" y="78891"/>
                  </a:lnTo>
                  <a:cubicBezTo>
                    <a:pt x="85525" y="78891"/>
                    <a:pt x="87809" y="85997"/>
                    <a:pt x="87809" y="104871"/>
                  </a:cubicBezTo>
                  <a:lnTo>
                    <a:pt x="93517" y="104871"/>
                  </a:lnTo>
                  <a:lnTo>
                    <a:pt x="93517" y="46028"/>
                  </a:lnTo>
                  <a:lnTo>
                    <a:pt x="87809" y="46028"/>
                  </a:lnTo>
                  <a:cubicBezTo>
                    <a:pt x="87809" y="64680"/>
                    <a:pt x="85525" y="72008"/>
                    <a:pt x="63604" y="72008"/>
                  </a:cubicBezTo>
                  <a:lnTo>
                    <a:pt x="43967" y="72008"/>
                  </a:lnTo>
                  <a:lnTo>
                    <a:pt x="43967" y="15828"/>
                  </a:lnTo>
                  <a:cubicBezTo>
                    <a:pt x="43967" y="8501"/>
                    <a:pt x="44423" y="6946"/>
                    <a:pt x="55155" y="6946"/>
                  </a:cubicBezTo>
                  <a:lnTo>
                    <a:pt x="82557" y="6946"/>
                  </a:lnTo>
                  <a:cubicBezTo>
                    <a:pt x="116809" y="6946"/>
                    <a:pt x="122517" y="19381"/>
                    <a:pt x="126171" y="50025"/>
                  </a:cubicBezTo>
                  <a:lnTo>
                    <a:pt x="131879" y="50025"/>
                  </a:lnTo>
                  <a:lnTo>
                    <a:pt x="125486" y="63"/>
                  </a:lnTo>
                  <a:close/>
                </a:path>
              </a:pathLst>
            </a:custGeom>
            <a:solidFill>
              <a:srgbClr val="000000"/>
            </a:solidFill>
            <a:ln w="2286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D4CEF352-83B5-A061-CD48-A56F9C5E56B1}"/>
                </a:ext>
              </a:extLst>
            </p:cNvPr>
            <p:cNvSpPr/>
            <p:nvPr>
              <p:custDataLst>
                <p:tags r:id="rId95"/>
              </p:custDataLst>
            </p:nvPr>
          </p:nvSpPr>
          <p:spPr>
            <a:xfrm>
              <a:off x="3695244" y="4113001"/>
              <a:ext cx="114857" cy="100589"/>
            </a:xfrm>
            <a:custGeom>
              <a:avLst/>
              <a:gdLst>
                <a:gd name="connsiteX0" fmla="*/ 82106 w 114857"/>
                <a:gd name="connsiteY0" fmla="*/ 80668 h 100589"/>
                <a:gd name="connsiteX1" fmla="*/ 82106 w 114857"/>
                <a:gd name="connsiteY1" fmla="*/ 100652 h 100589"/>
                <a:gd name="connsiteX2" fmla="*/ 114988 w 114857"/>
                <a:gd name="connsiteY2" fmla="*/ 98210 h 100589"/>
                <a:gd name="connsiteX3" fmla="*/ 114988 w 114857"/>
                <a:gd name="connsiteY3" fmla="*/ 91326 h 100589"/>
                <a:gd name="connsiteX4" fmla="*/ 97177 w 114857"/>
                <a:gd name="connsiteY4" fmla="*/ 78891 h 100589"/>
                <a:gd name="connsiteX5" fmla="*/ 97177 w 114857"/>
                <a:gd name="connsiteY5" fmla="*/ 63 h 100589"/>
                <a:gd name="connsiteX6" fmla="*/ 63610 w 114857"/>
                <a:gd name="connsiteY6" fmla="*/ 2505 h 100589"/>
                <a:gd name="connsiteX7" fmla="*/ 63610 w 114857"/>
                <a:gd name="connsiteY7" fmla="*/ 9389 h 100589"/>
                <a:gd name="connsiteX8" fmla="*/ 81421 w 114857"/>
                <a:gd name="connsiteY8" fmla="*/ 21824 h 100589"/>
                <a:gd name="connsiteX9" fmla="*/ 81421 w 114857"/>
                <a:gd name="connsiteY9" fmla="*/ 61349 h 100589"/>
                <a:gd name="connsiteX10" fmla="*/ 53791 w 114857"/>
                <a:gd name="connsiteY10" fmla="*/ 95767 h 100589"/>
                <a:gd name="connsiteX11" fmla="*/ 33697 w 114857"/>
                <a:gd name="connsiteY11" fmla="*/ 73784 h 100589"/>
                <a:gd name="connsiteX12" fmla="*/ 33697 w 114857"/>
                <a:gd name="connsiteY12" fmla="*/ 63 h 100589"/>
                <a:gd name="connsiteX13" fmla="*/ 130 w 114857"/>
                <a:gd name="connsiteY13" fmla="*/ 2505 h 100589"/>
                <a:gd name="connsiteX14" fmla="*/ 130 w 114857"/>
                <a:gd name="connsiteY14" fmla="*/ 9389 h 100589"/>
                <a:gd name="connsiteX15" fmla="*/ 17941 w 114857"/>
                <a:gd name="connsiteY15" fmla="*/ 29818 h 100589"/>
                <a:gd name="connsiteX16" fmla="*/ 17941 w 114857"/>
                <a:gd name="connsiteY16" fmla="*/ 63126 h 100589"/>
                <a:gd name="connsiteX17" fmla="*/ 52649 w 114857"/>
                <a:gd name="connsiteY17" fmla="*/ 100652 h 100589"/>
                <a:gd name="connsiteX18" fmla="*/ 82106 w 114857"/>
                <a:gd name="connsiteY18" fmla="*/ 80668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4857" h="100589">
                  <a:moveTo>
                    <a:pt x="82106" y="80668"/>
                  </a:moveTo>
                  <a:lnTo>
                    <a:pt x="82106" y="100652"/>
                  </a:lnTo>
                  <a:lnTo>
                    <a:pt x="114988" y="98210"/>
                  </a:lnTo>
                  <a:lnTo>
                    <a:pt x="114988" y="91326"/>
                  </a:lnTo>
                  <a:cubicBezTo>
                    <a:pt x="99003" y="91326"/>
                    <a:pt x="97177" y="89772"/>
                    <a:pt x="97177" y="78891"/>
                  </a:cubicBezTo>
                  <a:lnTo>
                    <a:pt x="97177" y="63"/>
                  </a:lnTo>
                  <a:lnTo>
                    <a:pt x="63610" y="2505"/>
                  </a:lnTo>
                  <a:lnTo>
                    <a:pt x="63610" y="9389"/>
                  </a:lnTo>
                  <a:cubicBezTo>
                    <a:pt x="79594" y="9389"/>
                    <a:pt x="81421" y="10943"/>
                    <a:pt x="81421" y="21824"/>
                  </a:cubicBezTo>
                  <a:lnTo>
                    <a:pt x="81421" y="61349"/>
                  </a:lnTo>
                  <a:cubicBezTo>
                    <a:pt x="81421" y="80668"/>
                    <a:pt x="70460" y="95767"/>
                    <a:pt x="53791" y="95767"/>
                  </a:cubicBezTo>
                  <a:cubicBezTo>
                    <a:pt x="34610" y="95767"/>
                    <a:pt x="33697" y="85331"/>
                    <a:pt x="33697" y="73784"/>
                  </a:cubicBezTo>
                  <a:lnTo>
                    <a:pt x="33697" y="63"/>
                  </a:lnTo>
                  <a:lnTo>
                    <a:pt x="130" y="2505"/>
                  </a:lnTo>
                  <a:lnTo>
                    <a:pt x="130" y="9389"/>
                  </a:lnTo>
                  <a:cubicBezTo>
                    <a:pt x="17941" y="9389"/>
                    <a:pt x="17941" y="10055"/>
                    <a:pt x="17941" y="29818"/>
                  </a:cubicBezTo>
                  <a:lnTo>
                    <a:pt x="17941" y="63126"/>
                  </a:lnTo>
                  <a:cubicBezTo>
                    <a:pt x="17941" y="80446"/>
                    <a:pt x="17941" y="100652"/>
                    <a:pt x="52649" y="100652"/>
                  </a:cubicBezTo>
                  <a:cubicBezTo>
                    <a:pt x="65437" y="100652"/>
                    <a:pt x="75484" y="94435"/>
                    <a:pt x="82106" y="80668"/>
                  </a:cubicBezTo>
                  <a:close/>
                </a:path>
              </a:pathLst>
            </a:custGeom>
            <a:solidFill>
              <a:srgbClr val="000000"/>
            </a:solidFill>
            <a:ln w="2286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93D420F-5568-E68D-0A67-0679A369C4F8}"/>
                </a:ext>
              </a:extLst>
            </p:cNvPr>
            <p:cNvSpPr/>
            <p:nvPr>
              <p:custDataLst>
                <p:tags r:id="rId96"/>
              </p:custDataLst>
            </p:nvPr>
          </p:nvSpPr>
          <p:spPr>
            <a:xfrm>
              <a:off x="3822103" y="4113001"/>
              <a:ext cx="114857" cy="98147"/>
            </a:xfrm>
            <a:custGeom>
              <a:avLst/>
              <a:gdLst>
                <a:gd name="connsiteX0" fmla="*/ 17946 w 114857"/>
                <a:gd name="connsiteY0" fmla="*/ 21824 h 98147"/>
                <a:gd name="connsiteX1" fmla="*/ 17946 w 114857"/>
                <a:gd name="connsiteY1" fmla="*/ 81334 h 98147"/>
                <a:gd name="connsiteX2" fmla="*/ 135 w 114857"/>
                <a:gd name="connsiteY2" fmla="*/ 91326 h 98147"/>
                <a:gd name="connsiteX3" fmla="*/ 135 w 114857"/>
                <a:gd name="connsiteY3" fmla="*/ 98210 h 98147"/>
                <a:gd name="connsiteX4" fmla="*/ 25938 w 114857"/>
                <a:gd name="connsiteY4" fmla="*/ 97544 h 98147"/>
                <a:gd name="connsiteX5" fmla="*/ 51513 w 114857"/>
                <a:gd name="connsiteY5" fmla="*/ 98210 h 98147"/>
                <a:gd name="connsiteX6" fmla="*/ 51513 w 114857"/>
                <a:gd name="connsiteY6" fmla="*/ 91326 h 98147"/>
                <a:gd name="connsiteX7" fmla="*/ 33702 w 114857"/>
                <a:gd name="connsiteY7" fmla="*/ 81334 h 98147"/>
                <a:gd name="connsiteX8" fmla="*/ 33702 w 114857"/>
                <a:gd name="connsiteY8" fmla="*/ 40476 h 98147"/>
                <a:gd name="connsiteX9" fmla="*/ 64529 w 114857"/>
                <a:gd name="connsiteY9" fmla="*/ 4948 h 98147"/>
                <a:gd name="connsiteX10" fmla="*/ 81426 w 114857"/>
                <a:gd name="connsiteY10" fmla="*/ 29596 h 98147"/>
                <a:gd name="connsiteX11" fmla="*/ 81426 w 114857"/>
                <a:gd name="connsiteY11" fmla="*/ 81334 h 98147"/>
                <a:gd name="connsiteX12" fmla="*/ 63615 w 114857"/>
                <a:gd name="connsiteY12" fmla="*/ 91326 h 98147"/>
                <a:gd name="connsiteX13" fmla="*/ 63615 w 114857"/>
                <a:gd name="connsiteY13" fmla="*/ 98210 h 98147"/>
                <a:gd name="connsiteX14" fmla="*/ 89418 w 114857"/>
                <a:gd name="connsiteY14" fmla="*/ 97544 h 98147"/>
                <a:gd name="connsiteX15" fmla="*/ 114993 w 114857"/>
                <a:gd name="connsiteY15" fmla="*/ 98210 h 98147"/>
                <a:gd name="connsiteX16" fmla="*/ 114993 w 114857"/>
                <a:gd name="connsiteY16" fmla="*/ 91326 h 98147"/>
                <a:gd name="connsiteX17" fmla="*/ 97182 w 114857"/>
                <a:gd name="connsiteY17" fmla="*/ 84665 h 98147"/>
                <a:gd name="connsiteX18" fmla="*/ 97182 w 114857"/>
                <a:gd name="connsiteY18" fmla="*/ 42253 h 98147"/>
                <a:gd name="connsiteX19" fmla="*/ 90103 w 114857"/>
                <a:gd name="connsiteY19" fmla="*/ 8279 h 98147"/>
                <a:gd name="connsiteX20" fmla="*/ 66127 w 114857"/>
                <a:gd name="connsiteY20" fmla="*/ 63 h 98147"/>
                <a:gd name="connsiteX21" fmla="*/ 32332 w 114857"/>
                <a:gd name="connsiteY21" fmla="*/ 23378 h 98147"/>
                <a:gd name="connsiteX22" fmla="*/ 32332 w 114857"/>
                <a:gd name="connsiteY22" fmla="*/ 63 h 98147"/>
                <a:gd name="connsiteX23" fmla="*/ 135 w 114857"/>
                <a:gd name="connsiteY23" fmla="*/ 2505 h 98147"/>
                <a:gd name="connsiteX24" fmla="*/ 135 w 114857"/>
                <a:gd name="connsiteY24" fmla="*/ 9389 h 98147"/>
                <a:gd name="connsiteX25" fmla="*/ 17946 w 114857"/>
                <a:gd name="connsiteY25" fmla="*/ 21824 h 98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4857" h="98147">
                  <a:moveTo>
                    <a:pt x="17946" y="21824"/>
                  </a:moveTo>
                  <a:lnTo>
                    <a:pt x="17946" y="81334"/>
                  </a:lnTo>
                  <a:cubicBezTo>
                    <a:pt x="17946" y="91326"/>
                    <a:pt x="15435" y="91326"/>
                    <a:pt x="135" y="91326"/>
                  </a:cubicBezTo>
                  <a:lnTo>
                    <a:pt x="135" y="98210"/>
                  </a:lnTo>
                  <a:cubicBezTo>
                    <a:pt x="8128" y="97988"/>
                    <a:pt x="19773" y="97544"/>
                    <a:pt x="25938" y="97544"/>
                  </a:cubicBezTo>
                  <a:cubicBezTo>
                    <a:pt x="31875" y="97544"/>
                    <a:pt x="43749" y="97988"/>
                    <a:pt x="51513" y="98210"/>
                  </a:cubicBezTo>
                  <a:lnTo>
                    <a:pt x="51513" y="91326"/>
                  </a:lnTo>
                  <a:cubicBezTo>
                    <a:pt x="36214" y="91326"/>
                    <a:pt x="33702" y="91326"/>
                    <a:pt x="33702" y="81334"/>
                  </a:cubicBezTo>
                  <a:lnTo>
                    <a:pt x="33702" y="40476"/>
                  </a:lnTo>
                  <a:cubicBezTo>
                    <a:pt x="33702" y="17383"/>
                    <a:pt x="49915" y="4948"/>
                    <a:pt x="64529" y="4948"/>
                  </a:cubicBezTo>
                  <a:cubicBezTo>
                    <a:pt x="78915" y="4948"/>
                    <a:pt x="81426" y="16939"/>
                    <a:pt x="81426" y="29596"/>
                  </a:cubicBezTo>
                  <a:lnTo>
                    <a:pt x="81426" y="81334"/>
                  </a:lnTo>
                  <a:cubicBezTo>
                    <a:pt x="81426" y="91326"/>
                    <a:pt x="78915" y="91326"/>
                    <a:pt x="63615" y="91326"/>
                  </a:cubicBezTo>
                  <a:lnTo>
                    <a:pt x="63615" y="98210"/>
                  </a:lnTo>
                  <a:cubicBezTo>
                    <a:pt x="71607" y="97988"/>
                    <a:pt x="83253" y="97544"/>
                    <a:pt x="89418" y="97544"/>
                  </a:cubicBezTo>
                  <a:cubicBezTo>
                    <a:pt x="95355" y="97544"/>
                    <a:pt x="107229" y="97988"/>
                    <a:pt x="114993" y="98210"/>
                  </a:cubicBezTo>
                  <a:lnTo>
                    <a:pt x="114993" y="91326"/>
                  </a:lnTo>
                  <a:cubicBezTo>
                    <a:pt x="103119" y="91326"/>
                    <a:pt x="97411" y="91326"/>
                    <a:pt x="97182" y="84665"/>
                  </a:cubicBezTo>
                  <a:lnTo>
                    <a:pt x="97182" y="42253"/>
                  </a:lnTo>
                  <a:cubicBezTo>
                    <a:pt x="97182" y="23156"/>
                    <a:pt x="97182" y="16273"/>
                    <a:pt x="90103" y="8279"/>
                  </a:cubicBezTo>
                  <a:cubicBezTo>
                    <a:pt x="86907" y="4504"/>
                    <a:pt x="79371" y="63"/>
                    <a:pt x="66127" y="63"/>
                  </a:cubicBezTo>
                  <a:cubicBezTo>
                    <a:pt x="49458" y="63"/>
                    <a:pt x="38726" y="9611"/>
                    <a:pt x="32332" y="23378"/>
                  </a:cubicBezTo>
                  <a:lnTo>
                    <a:pt x="32332" y="63"/>
                  </a:lnTo>
                  <a:lnTo>
                    <a:pt x="135" y="2505"/>
                  </a:lnTo>
                  <a:lnTo>
                    <a:pt x="135" y="9389"/>
                  </a:lnTo>
                  <a:cubicBezTo>
                    <a:pt x="16120" y="9389"/>
                    <a:pt x="17946" y="10943"/>
                    <a:pt x="17946" y="21824"/>
                  </a:cubicBezTo>
                  <a:close/>
                </a:path>
              </a:pathLst>
            </a:custGeom>
            <a:solidFill>
              <a:srgbClr val="000000"/>
            </a:solidFill>
            <a:ln w="22860"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4E13F80-6378-F603-2154-173DEF6A937F}"/>
                </a:ext>
              </a:extLst>
            </p:cNvPr>
            <p:cNvSpPr/>
            <p:nvPr>
              <p:custDataLst>
                <p:tags r:id="rId97"/>
              </p:custDataLst>
            </p:nvPr>
          </p:nvSpPr>
          <p:spPr>
            <a:xfrm>
              <a:off x="3949418" y="4111669"/>
              <a:ext cx="86999" cy="101922"/>
            </a:xfrm>
            <a:custGeom>
              <a:avLst/>
              <a:gdLst>
                <a:gd name="connsiteX0" fmla="*/ 19094 w 86999"/>
                <a:gd name="connsiteY0" fmla="*/ 51135 h 101922"/>
                <a:gd name="connsiteX1" fmla="*/ 49920 w 86999"/>
                <a:gd name="connsiteY1" fmla="*/ 5614 h 101922"/>
                <a:gd name="connsiteX2" fmla="*/ 74353 w 86999"/>
                <a:gd name="connsiteY2" fmla="*/ 13830 h 101922"/>
                <a:gd name="connsiteX3" fmla="*/ 63621 w 86999"/>
                <a:gd name="connsiteY3" fmla="*/ 24044 h 101922"/>
                <a:gd name="connsiteX4" fmla="*/ 74125 w 86999"/>
                <a:gd name="connsiteY4" fmla="*/ 34259 h 101922"/>
                <a:gd name="connsiteX5" fmla="*/ 84629 w 86999"/>
                <a:gd name="connsiteY5" fmla="*/ 23822 h 101922"/>
                <a:gd name="connsiteX6" fmla="*/ 49692 w 86999"/>
                <a:gd name="connsiteY6" fmla="*/ 63 h 101922"/>
                <a:gd name="connsiteX7" fmla="*/ 141 w 86999"/>
                <a:gd name="connsiteY7" fmla="*/ 51579 h 101922"/>
                <a:gd name="connsiteX8" fmla="*/ 49235 w 86999"/>
                <a:gd name="connsiteY8" fmla="*/ 101985 h 101922"/>
                <a:gd name="connsiteX9" fmla="*/ 87141 w 86999"/>
                <a:gd name="connsiteY9" fmla="*/ 73118 h 101922"/>
                <a:gd name="connsiteX10" fmla="*/ 84172 w 86999"/>
                <a:gd name="connsiteY10" fmla="*/ 70897 h 101922"/>
                <a:gd name="connsiteX11" fmla="*/ 81204 w 86999"/>
                <a:gd name="connsiteY11" fmla="*/ 73118 h 101922"/>
                <a:gd name="connsiteX12" fmla="*/ 51290 w 86999"/>
                <a:gd name="connsiteY12" fmla="*/ 96433 h 101922"/>
                <a:gd name="connsiteX13" fmla="*/ 19094 w 86999"/>
                <a:gd name="connsiteY13" fmla="*/ 51135 h 10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999" h="101922">
                  <a:moveTo>
                    <a:pt x="19094" y="51135"/>
                  </a:moveTo>
                  <a:cubicBezTo>
                    <a:pt x="19094" y="14940"/>
                    <a:pt x="37818" y="5614"/>
                    <a:pt x="49920" y="5614"/>
                  </a:cubicBezTo>
                  <a:cubicBezTo>
                    <a:pt x="51975" y="5614"/>
                    <a:pt x="66361" y="5836"/>
                    <a:pt x="74353" y="13830"/>
                  </a:cubicBezTo>
                  <a:cubicBezTo>
                    <a:pt x="64991" y="14496"/>
                    <a:pt x="63621" y="21158"/>
                    <a:pt x="63621" y="24044"/>
                  </a:cubicBezTo>
                  <a:cubicBezTo>
                    <a:pt x="63621" y="29818"/>
                    <a:pt x="67731" y="34259"/>
                    <a:pt x="74125" y="34259"/>
                  </a:cubicBezTo>
                  <a:cubicBezTo>
                    <a:pt x="80062" y="34259"/>
                    <a:pt x="84629" y="30484"/>
                    <a:pt x="84629" y="23822"/>
                  </a:cubicBezTo>
                  <a:cubicBezTo>
                    <a:pt x="84629" y="8723"/>
                    <a:pt x="67274" y="63"/>
                    <a:pt x="49692" y="63"/>
                  </a:cubicBezTo>
                  <a:cubicBezTo>
                    <a:pt x="21149" y="63"/>
                    <a:pt x="141" y="24044"/>
                    <a:pt x="141" y="51579"/>
                  </a:cubicBezTo>
                  <a:cubicBezTo>
                    <a:pt x="141" y="80002"/>
                    <a:pt x="22747" y="101985"/>
                    <a:pt x="49235" y="101985"/>
                  </a:cubicBezTo>
                  <a:cubicBezTo>
                    <a:pt x="79833" y="101985"/>
                    <a:pt x="87141" y="75339"/>
                    <a:pt x="87141" y="73118"/>
                  </a:cubicBezTo>
                  <a:cubicBezTo>
                    <a:pt x="87141" y="70897"/>
                    <a:pt x="84857" y="70897"/>
                    <a:pt x="84172" y="70897"/>
                  </a:cubicBezTo>
                  <a:cubicBezTo>
                    <a:pt x="82117" y="70897"/>
                    <a:pt x="81660" y="71786"/>
                    <a:pt x="81204" y="73118"/>
                  </a:cubicBezTo>
                  <a:cubicBezTo>
                    <a:pt x="74581" y="93769"/>
                    <a:pt x="59739" y="96433"/>
                    <a:pt x="51290" y="96433"/>
                  </a:cubicBezTo>
                  <a:cubicBezTo>
                    <a:pt x="39188" y="96433"/>
                    <a:pt x="19094" y="86885"/>
                    <a:pt x="19094" y="51135"/>
                  </a:cubicBezTo>
                  <a:close/>
                </a:path>
              </a:pathLst>
            </a:custGeom>
            <a:solidFill>
              <a:srgbClr val="000000"/>
            </a:solidFill>
            <a:ln w="22860"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F2C34421-0BC5-CEC7-2C83-EAD412A7D46E}"/>
                </a:ext>
              </a:extLst>
            </p:cNvPr>
            <p:cNvSpPr/>
            <p:nvPr>
              <p:custDataLst>
                <p:tags r:id="rId98"/>
              </p:custDataLst>
            </p:nvPr>
          </p:nvSpPr>
          <p:spPr>
            <a:xfrm>
              <a:off x="4062779" y="4187610"/>
              <a:ext cx="24204" cy="23537"/>
            </a:xfrm>
            <a:custGeom>
              <a:avLst/>
              <a:gdLst>
                <a:gd name="connsiteX0" fmla="*/ 24350 w 24204"/>
                <a:gd name="connsiteY0" fmla="*/ 11832 h 23537"/>
                <a:gd name="connsiteX1" fmla="*/ 12248 w 24204"/>
                <a:gd name="connsiteY1" fmla="*/ 63 h 23537"/>
                <a:gd name="connsiteX2" fmla="*/ 145 w 24204"/>
                <a:gd name="connsiteY2" fmla="*/ 11832 h 23537"/>
                <a:gd name="connsiteX3" fmla="*/ 12248 w 24204"/>
                <a:gd name="connsiteY3" fmla="*/ 23600 h 23537"/>
                <a:gd name="connsiteX4" fmla="*/ 24350 w 24204"/>
                <a:gd name="connsiteY4" fmla="*/ 11832 h 23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04" h="23537">
                  <a:moveTo>
                    <a:pt x="24350" y="11832"/>
                  </a:moveTo>
                  <a:cubicBezTo>
                    <a:pt x="24350" y="5392"/>
                    <a:pt x="18870" y="63"/>
                    <a:pt x="12248" y="63"/>
                  </a:cubicBezTo>
                  <a:cubicBezTo>
                    <a:pt x="5626" y="63"/>
                    <a:pt x="145" y="5392"/>
                    <a:pt x="145" y="11832"/>
                  </a:cubicBezTo>
                  <a:cubicBezTo>
                    <a:pt x="145" y="18271"/>
                    <a:pt x="5626" y="23600"/>
                    <a:pt x="12248" y="23600"/>
                  </a:cubicBezTo>
                  <a:cubicBezTo>
                    <a:pt x="18870" y="23600"/>
                    <a:pt x="24350" y="18271"/>
                    <a:pt x="24350" y="11832"/>
                  </a:cubicBezTo>
                  <a:close/>
                </a:path>
              </a:pathLst>
            </a:custGeom>
            <a:solidFill>
              <a:srgbClr val="000000"/>
            </a:solidFill>
            <a:ln w="22860"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AE4A9011-9F40-BB9B-444F-EFC65572815A}"/>
                </a:ext>
              </a:extLst>
            </p:cNvPr>
            <p:cNvSpPr/>
            <p:nvPr>
              <p:custDataLst>
                <p:tags r:id="rId99"/>
              </p:custDataLst>
            </p:nvPr>
          </p:nvSpPr>
          <p:spPr>
            <a:xfrm>
              <a:off x="4220615" y="4057044"/>
              <a:ext cx="112117" cy="156546"/>
            </a:xfrm>
            <a:custGeom>
              <a:avLst/>
              <a:gdLst>
                <a:gd name="connsiteX0" fmla="*/ 53129 w 112117"/>
                <a:gd name="connsiteY0" fmla="*/ 2505 h 156546"/>
                <a:gd name="connsiteX1" fmla="*/ 50160 w 112117"/>
                <a:gd name="connsiteY1" fmla="*/ 63 h 156546"/>
                <a:gd name="connsiteX2" fmla="*/ 22302 w 112117"/>
                <a:gd name="connsiteY2" fmla="*/ 2283 h 156546"/>
                <a:gd name="connsiteX3" fmla="*/ 17964 w 112117"/>
                <a:gd name="connsiteY3" fmla="*/ 6724 h 156546"/>
                <a:gd name="connsiteX4" fmla="*/ 23444 w 112117"/>
                <a:gd name="connsiteY4" fmla="*/ 9389 h 156546"/>
                <a:gd name="connsiteX5" fmla="*/ 34861 w 112117"/>
                <a:gd name="connsiteY5" fmla="*/ 13164 h 156546"/>
                <a:gd name="connsiteX6" fmla="*/ 34176 w 112117"/>
                <a:gd name="connsiteY6" fmla="*/ 17605 h 156546"/>
                <a:gd name="connsiteX7" fmla="*/ 1066 w 112117"/>
                <a:gd name="connsiteY7" fmla="*/ 145507 h 156546"/>
                <a:gd name="connsiteX8" fmla="*/ 153 w 112117"/>
                <a:gd name="connsiteY8" fmla="*/ 150392 h 156546"/>
                <a:gd name="connsiteX9" fmla="*/ 6775 w 112117"/>
                <a:gd name="connsiteY9" fmla="*/ 156610 h 156546"/>
                <a:gd name="connsiteX10" fmla="*/ 15223 w 112117"/>
                <a:gd name="connsiteY10" fmla="*/ 150836 h 156546"/>
                <a:gd name="connsiteX11" fmla="*/ 19562 w 112117"/>
                <a:gd name="connsiteY11" fmla="*/ 133960 h 156546"/>
                <a:gd name="connsiteX12" fmla="*/ 24586 w 112117"/>
                <a:gd name="connsiteY12" fmla="*/ 113976 h 156546"/>
                <a:gd name="connsiteX13" fmla="*/ 28467 w 112117"/>
                <a:gd name="connsiteY13" fmla="*/ 99098 h 156546"/>
                <a:gd name="connsiteX14" fmla="*/ 30979 w 112117"/>
                <a:gd name="connsiteY14" fmla="*/ 89106 h 156546"/>
                <a:gd name="connsiteX15" fmla="*/ 46507 w 112117"/>
                <a:gd name="connsiteY15" fmla="*/ 68677 h 156546"/>
                <a:gd name="connsiteX16" fmla="*/ 68428 w 112117"/>
                <a:gd name="connsiteY16" fmla="*/ 60905 h 156546"/>
                <a:gd name="connsiteX17" fmla="*/ 80758 w 112117"/>
                <a:gd name="connsiteY17" fmla="*/ 76449 h 156546"/>
                <a:gd name="connsiteX18" fmla="*/ 66601 w 112117"/>
                <a:gd name="connsiteY18" fmla="*/ 126188 h 156546"/>
                <a:gd name="connsiteX19" fmla="*/ 63633 w 112117"/>
                <a:gd name="connsiteY19" fmla="*/ 138401 h 156546"/>
                <a:gd name="connsiteX20" fmla="*/ 82357 w 112117"/>
                <a:gd name="connsiteY20" fmla="*/ 156610 h 156546"/>
                <a:gd name="connsiteX21" fmla="*/ 112270 w 112117"/>
                <a:gd name="connsiteY21" fmla="*/ 122414 h 156546"/>
                <a:gd name="connsiteX22" fmla="*/ 109530 w 112117"/>
                <a:gd name="connsiteY22" fmla="*/ 120193 h 156546"/>
                <a:gd name="connsiteX23" fmla="*/ 106105 w 112117"/>
                <a:gd name="connsiteY23" fmla="*/ 124190 h 156546"/>
                <a:gd name="connsiteX24" fmla="*/ 82814 w 112117"/>
                <a:gd name="connsiteY24" fmla="*/ 151724 h 156546"/>
                <a:gd name="connsiteX25" fmla="*/ 77333 w 112117"/>
                <a:gd name="connsiteY25" fmla="*/ 144397 h 156546"/>
                <a:gd name="connsiteX26" fmla="*/ 81443 w 112117"/>
                <a:gd name="connsiteY26" fmla="*/ 128631 h 156546"/>
                <a:gd name="connsiteX27" fmla="*/ 95373 w 112117"/>
                <a:gd name="connsiteY27" fmla="*/ 79780 h 156546"/>
                <a:gd name="connsiteX28" fmla="*/ 69113 w 112117"/>
                <a:gd name="connsiteY28" fmla="*/ 56020 h 156546"/>
                <a:gd name="connsiteX29" fmla="*/ 35318 w 112117"/>
                <a:gd name="connsiteY29" fmla="*/ 73118 h 156546"/>
                <a:gd name="connsiteX30" fmla="*/ 53129 w 112117"/>
                <a:gd name="connsiteY30" fmla="*/ 2505 h 15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2117" h="156546">
                  <a:moveTo>
                    <a:pt x="53129" y="2505"/>
                  </a:moveTo>
                  <a:cubicBezTo>
                    <a:pt x="53129" y="2283"/>
                    <a:pt x="53129" y="63"/>
                    <a:pt x="50160" y="63"/>
                  </a:cubicBezTo>
                  <a:cubicBezTo>
                    <a:pt x="44908" y="63"/>
                    <a:pt x="28239" y="1839"/>
                    <a:pt x="22302" y="2283"/>
                  </a:cubicBezTo>
                  <a:cubicBezTo>
                    <a:pt x="20475" y="2505"/>
                    <a:pt x="17964" y="2727"/>
                    <a:pt x="17964" y="6724"/>
                  </a:cubicBezTo>
                  <a:cubicBezTo>
                    <a:pt x="17964" y="9389"/>
                    <a:pt x="20019" y="9389"/>
                    <a:pt x="23444" y="9389"/>
                  </a:cubicBezTo>
                  <a:cubicBezTo>
                    <a:pt x="34404" y="9389"/>
                    <a:pt x="34861" y="10943"/>
                    <a:pt x="34861" y="13164"/>
                  </a:cubicBezTo>
                  <a:lnTo>
                    <a:pt x="34176" y="17605"/>
                  </a:lnTo>
                  <a:lnTo>
                    <a:pt x="1066" y="145507"/>
                  </a:lnTo>
                  <a:cubicBezTo>
                    <a:pt x="153" y="148616"/>
                    <a:pt x="153" y="149060"/>
                    <a:pt x="153" y="150392"/>
                  </a:cubicBezTo>
                  <a:cubicBezTo>
                    <a:pt x="153" y="155499"/>
                    <a:pt x="4719" y="156610"/>
                    <a:pt x="6775" y="156610"/>
                  </a:cubicBezTo>
                  <a:cubicBezTo>
                    <a:pt x="10428" y="156610"/>
                    <a:pt x="14082" y="153945"/>
                    <a:pt x="15223" y="150836"/>
                  </a:cubicBezTo>
                  <a:lnTo>
                    <a:pt x="19562" y="133960"/>
                  </a:lnTo>
                  <a:lnTo>
                    <a:pt x="24586" y="113976"/>
                  </a:lnTo>
                  <a:cubicBezTo>
                    <a:pt x="25956" y="109090"/>
                    <a:pt x="27326" y="104205"/>
                    <a:pt x="28467" y="99098"/>
                  </a:cubicBezTo>
                  <a:cubicBezTo>
                    <a:pt x="28924" y="97766"/>
                    <a:pt x="30751" y="90438"/>
                    <a:pt x="30979" y="89106"/>
                  </a:cubicBezTo>
                  <a:cubicBezTo>
                    <a:pt x="31664" y="87107"/>
                    <a:pt x="38743" y="74672"/>
                    <a:pt x="46507" y="68677"/>
                  </a:cubicBezTo>
                  <a:cubicBezTo>
                    <a:pt x="51530" y="65124"/>
                    <a:pt x="58609" y="60905"/>
                    <a:pt x="68428" y="60905"/>
                  </a:cubicBezTo>
                  <a:cubicBezTo>
                    <a:pt x="78247" y="60905"/>
                    <a:pt x="80758" y="68455"/>
                    <a:pt x="80758" y="76449"/>
                  </a:cubicBezTo>
                  <a:cubicBezTo>
                    <a:pt x="80758" y="88440"/>
                    <a:pt x="72081" y="112643"/>
                    <a:pt x="66601" y="126188"/>
                  </a:cubicBezTo>
                  <a:cubicBezTo>
                    <a:pt x="64774" y="131296"/>
                    <a:pt x="63633" y="133960"/>
                    <a:pt x="63633" y="138401"/>
                  </a:cubicBezTo>
                  <a:cubicBezTo>
                    <a:pt x="63633" y="148838"/>
                    <a:pt x="71625" y="156610"/>
                    <a:pt x="82357" y="156610"/>
                  </a:cubicBezTo>
                  <a:cubicBezTo>
                    <a:pt x="103821" y="156610"/>
                    <a:pt x="112270" y="124190"/>
                    <a:pt x="112270" y="122414"/>
                  </a:cubicBezTo>
                  <a:cubicBezTo>
                    <a:pt x="112270" y="120193"/>
                    <a:pt x="110215" y="120193"/>
                    <a:pt x="109530" y="120193"/>
                  </a:cubicBezTo>
                  <a:cubicBezTo>
                    <a:pt x="107247" y="120193"/>
                    <a:pt x="107247" y="120859"/>
                    <a:pt x="106105" y="124190"/>
                  </a:cubicBezTo>
                  <a:cubicBezTo>
                    <a:pt x="102680" y="135959"/>
                    <a:pt x="95373" y="151724"/>
                    <a:pt x="82814" y="151724"/>
                  </a:cubicBezTo>
                  <a:cubicBezTo>
                    <a:pt x="78932" y="151724"/>
                    <a:pt x="77333" y="149504"/>
                    <a:pt x="77333" y="144397"/>
                  </a:cubicBezTo>
                  <a:cubicBezTo>
                    <a:pt x="77333" y="138845"/>
                    <a:pt x="79388" y="133516"/>
                    <a:pt x="81443" y="128631"/>
                  </a:cubicBezTo>
                  <a:cubicBezTo>
                    <a:pt x="85097" y="119083"/>
                    <a:pt x="95373" y="92659"/>
                    <a:pt x="95373" y="79780"/>
                  </a:cubicBezTo>
                  <a:cubicBezTo>
                    <a:pt x="95373" y="65346"/>
                    <a:pt x="86239" y="56020"/>
                    <a:pt x="69113" y="56020"/>
                  </a:cubicBezTo>
                  <a:cubicBezTo>
                    <a:pt x="54727" y="56020"/>
                    <a:pt x="43767" y="62904"/>
                    <a:pt x="35318" y="73118"/>
                  </a:cubicBezTo>
                  <a:lnTo>
                    <a:pt x="53129" y="2505"/>
                  </a:lnTo>
                  <a:close/>
                </a:path>
              </a:pathLst>
            </a:custGeom>
            <a:solidFill>
              <a:srgbClr val="000000"/>
            </a:solidFill>
            <a:ln w="22860"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11851DB1-FEB2-D026-991A-90C8B7AF89E1}"/>
                </a:ext>
              </a:extLst>
            </p:cNvPr>
            <p:cNvSpPr/>
            <p:nvPr>
              <p:custDataLst>
                <p:tags r:id="rId100"/>
              </p:custDataLst>
            </p:nvPr>
          </p:nvSpPr>
          <p:spPr>
            <a:xfrm>
              <a:off x="4362225" y="4044609"/>
              <a:ext cx="52976" cy="222052"/>
            </a:xfrm>
            <a:custGeom>
              <a:avLst/>
              <a:gdLst>
                <a:gd name="connsiteX0" fmla="*/ 53134 w 52976"/>
                <a:gd name="connsiteY0" fmla="*/ 219895 h 222052"/>
                <a:gd name="connsiteX1" fmla="*/ 49253 w 52976"/>
                <a:gd name="connsiteY1" fmla="*/ 215009 h 222052"/>
                <a:gd name="connsiteX2" fmla="*/ 13402 w 52976"/>
                <a:gd name="connsiteY2" fmla="*/ 111089 h 222052"/>
                <a:gd name="connsiteX3" fmla="*/ 50166 w 52976"/>
                <a:gd name="connsiteY3" fmla="*/ 6058 h 222052"/>
                <a:gd name="connsiteX4" fmla="*/ 53134 w 52976"/>
                <a:gd name="connsiteY4" fmla="*/ 2283 h 222052"/>
                <a:gd name="connsiteX5" fmla="*/ 50851 w 52976"/>
                <a:gd name="connsiteY5" fmla="*/ 63 h 222052"/>
                <a:gd name="connsiteX6" fmla="*/ 14544 w 52976"/>
                <a:gd name="connsiteY6" fmla="*/ 43363 h 222052"/>
                <a:gd name="connsiteX7" fmla="*/ 158 w 52976"/>
                <a:gd name="connsiteY7" fmla="*/ 111089 h 222052"/>
                <a:gd name="connsiteX8" fmla="*/ 15229 w 52976"/>
                <a:gd name="connsiteY8" fmla="*/ 180369 h 222052"/>
                <a:gd name="connsiteX9" fmla="*/ 50851 w 52976"/>
                <a:gd name="connsiteY9" fmla="*/ 222115 h 222052"/>
                <a:gd name="connsiteX10" fmla="*/ 53134 w 52976"/>
                <a:gd name="connsiteY10" fmla="*/ 219895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76" h="222052">
                  <a:moveTo>
                    <a:pt x="53134" y="219895"/>
                  </a:moveTo>
                  <a:cubicBezTo>
                    <a:pt x="53134" y="219228"/>
                    <a:pt x="53134" y="218784"/>
                    <a:pt x="49253" y="215009"/>
                  </a:cubicBezTo>
                  <a:cubicBezTo>
                    <a:pt x="20709" y="187031"/>
                    <a:pt x="13402" y="145063"/>
                    <a:pt x="13402" y="111089"/>
                  </a:cubicBezTo>
                  <a:cubicBezTo>
                    <a:pt x="13402" y="72452"/>
                    <a:pt x="22079" y="33815"/>
                    <a:pt x="50166" y="6058"/>
                  </a:cubicBezTo>
                  <a:cubicBezTo>
                    <a:pt x="53134" y="3394"/>
                    <a:pt x="53134" y="2949"/>
                    <a:pt x="53134" y="2283"/>
                  </a:cubicBezTo>
                  <a:cubicBezTo>
                    <a:pt x="53134" y="729"/>
                    <a:pt x="52221" y="63"/>
                    <a:pt x="50851" y="63"/>
                  </a:cubicBezTo>
                  <a:cubicBezTo>
                    <a:pt x="48568" y="63"/>
                    <a:pt x="28016" y="15162"/>
                    <a:pt x="14544" y="43363"/>
                  </a:cubicBezTo>
                  <a:cubicBezTo>
                    <a:pt x="2898" y="67789"/>
                    <a:pt x="158" y="92437"/>
                    <a:pt x="158" y="111089"/>
                  </a:cubicBezTo>
                  <a:cubicBezTo>
                    <a:pt x="158" y="128409"/>
                    <a:pt x="2670" y="155277"/>
                    <a:pt x="15229" y="180369"/>
                  </a:cubicBezTo>
                  <a:cubicBezTo>
                    <a:pt x="28930" y="207682"/>
                    <a:pt x="48568" y="222115"/>
                    <a:pt x="50851" y="222115"/>
                  </a:cubicBezTo>
                  <a:cubicBezTo>
                    <a:pt x="52221" y="222115"/>
                    <a:pt x="53134" y="221449"/>
                    <a:pt x="53134" y="219895"/>
                  </a:cubicBezTo>
                  <a:close/>
                </a:path>
              </a:pathLst>
            </a:custGeom>
            <a:solidFill>
              <a:srgbClr val="000000"/>
            </a:solidFill>
            <a:ln w="2286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BE3A7736-D8E0-71CB-F733-6D73C947A09B}"/>
                </a:ext>
              </a:extLst>
            </p:cNvPr>
            <p:cNvSpPr/>
            <p:nvPr>
              <p:custDataLst>
                <p:tags r:id="rId101"/>
              </p:custDataLst>
            </p:nvPr>
          </p:nvSpPr>
          <p:spPr>
            <a:xfrm>
              <a:off x="4435042" y="4113001"/>
              <a:ext cx="113715" cy="100589"/>
            </a:xfrm>
            <a:custGeom>
              <a:avLst/>
              <a:gdLst>
                <a:gd name="connsiteX0" fmla="*/ 69807 w 113715"/>
                <a:gd name="connsiteY0" fmla="*/ 31150 h 100589"/>
                <a:gd name="connsiteX1" fmla="*/ 92414 w 113715"/>
                <a:gd name="connsiteY1" fmla="*/ 4948 h 100589"/>
                <a:gd name="connsiteX2" fmla="*/ 103831 w 113715"/>
                <a:gd name="connsiteY2" fmla="*/ 7835 h 100589"/>
                <a:gd name="connsiteX3" fmla="*/ 92870 w 113715"/>
                <a:gd name="connsiteY3" fmla="*/ 19825 h 100589"/>
                <a:gd name="connsiteX4" fmla="*/ 101547 w 113715"/>
                <a:gd name="connsiteY4" fmla="*/ 27597 h 100589"/>
                <a:gd name="connsiteX5" fmla="*/ 113878 w 113715"/>
                <a:gd name="connsiteY5" fmla="*/ 14718 h 100589"/>
                <a:gd name="connsiteX6" fmla="*/ 92642 w 113715"/>
                <a:gd name="connsiteY6" fmla="*/ 63 h 100589"/>
                <a:gd name="connsiteX7" fmla="*/ 68666 w 113715"/>
                <a:gd name="connsiteY7" fmla="*/ 16939 h 100589"/>
                <a:gd name="connsiteX8" fmla="*/ 44004 w 113715"/>
                <a:gd name="connsiteY8" fmla="*/ 63 h 100589"/>
                <a:gd name="connsiteX9" fmla="*/ 7241 w 113715"/>
                <a:gd name="connsiteY9" fmla="*/ 34259 h 100589"/>
                <a:gd name="connsiteX10" fmla="*/ 9981 w 113715"/>
                <a:gd name="connsiteY10" fmla="*/ 36479 h 100589"/>
                <a:gd name="connsiteX11" fmla="*/ 12949 w 113715"/>
                <a:gd name="connsiteY11" fmla="*/ 34037 h 100589"/>
                <a:gd name="connsiteX12" fmla="*/ 43548 w 113715"/>
                <a:gd name="connsiteY12" fmla="*/ 4948 h 100589"/>
                <a:gd name="connsiteX13" fmla="*/ 55878 w 113715"/>
                <a:gd name="connsiteY13" fmla="*/ 19825 h 100589"/>
                <a:gd name="connsiteX14" fmla="*/ 43548 w 113715"/>
                <a:gd name="connsiteY14" fmla="*/ 72674 h 100589"/>
                <a:gd name="connsiteX15" fmla="*/ 21855 w 113715"/>
                <a:gd name="connsiteY15" fmla="*/ 95767 h 100589"/>
                <a:gd name="connsiteX16" fmla="*/ 10438 w 113715"/>
                <a:gd name="connsiteY16" fmla="*/ 92881 h 100589"/>
                <a:gd name="connsiteX17" fmla="*/ 21170 w 113715"/>
                <a:gd name="connsiteY17" fmla="*/ 80890 h 100589"/>
                <a:gd name="connsiteX18" fmla="*/ 12721 w 113715"/>
                <a:gd name="connsiteY18" fmla="*/ 73118 h 100589"/>
                <a:gd name="connsiteX19" fmla="*/ 162 w 113715"/>
                <a:gd name="connsiteY19" fmla="*/ 85997 h 100589"/>
                <a:gd name="connsiteX20" fmla="*/ 21627 w 113715"/>
                <a:gd name="connsiteY20" fmla="*/ 100652 h 100589"/>
                <a:gd name="connsiteX21" fmla="*/ 45603 w 113715"/>
                <a:gd name="connsiteY21" fmla="*/ 83776 h 100589"/>
                <a:gd name="connsiteX22" fmla="*/ 70264 w 113715"/>
                <a:gd name="connsiteY22" fmla="*/ 100652 h 100589"/>
                <a:gd name="connsiteX23" fmla="*/ 106799 w 113715"/>
                <a:gd name="connsiteY23" fmla="*/ 66456 h 100589"/>
                <a:gd name="connsiteX24" fmla="*/ 104059 w 113715"/>
                <a:gd name="connsiteY24" fmla="*/ 64236 h 100589"/>
                <a:gd name="connsiteX25" fmla="*/ 101091 w 113715"/>
                <a:gd name="connsiteY25" fmla="*/ 66678 h 100589"/>
                <a:gd name="connsiteX26" fmla="*/ 70721 w 113715"/>
                <a:gd name="connsiteY26" fmla="*/ 95767 h 100589"/>
                <a:gd name="connsiteX27" fmla="*/ 58162 w 113715"/>
                <a:gd name="connsiteY27" fmla="*/ 81112 h 100589"/>
                <a:gd name="connsiteX28" fmla="*/ 62044 w 113715"/>
                <a:gd name="connsiteY28" fmla="*/ 61571 h 100589"/>
                <a:gd name="connsiteX29" fmla="*/ 69807 w 113715"/>
                <a:gd name="connsiteY29" fmla="*/ 31150 h 10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3715" h="100589">
                  <a:moveTo>
                    <a:pt x="69807" y="31150"/>
                  </a:moveTo>
                  <a:cubicBezTo>
                    <a:pt x="71178" y="25377"/>
                    <a:pt x="76429" y="4948"/>
                    <a:pt x="92414" y="4948"/>
                  </a:cubicBezTo>
                  <a:cubicBezTo>
                    <a:pt x="93555" y="4948"/>
                    <a:pt x="99036" y="4948"/>
                    <a:pt x="103831" y="7835"/>
                  </a:cubicBezTo>
                  <a:cubicBezTo>
                    <a:pt x="97437" y="8945"/>
                    <a:pt x="92870" y="14496"/>
                    <a:pt x="92870" y="19825"/>
                  </a:cubicBezTo>
                  <a:cubicBezTo>
                    <a:pt x="92870" y="23378"/>
                    <a:pt x="95382" y="27597"/>
                    <a:pt x="101547" y="27597"/>
                  </a:cubicBezTo>
                  <a:cubicBezTo>
                    <a:pt x="106571" y="27597"/>
                    <a:pt x="113878" y="23600"/>
                    <a:pt x="113878" y="14718"/>
                  </a:cubicBezTo>
                  <a:cubicBezTo>
                    <a:pt x="113878" y="3172"/>
                    <a:pt x="100406" y="63"/>
                    <a:pt x="92642" y="63"/>
                  </a:cubicBezTo>
                  <a:cubicBezTo>
                    <a:pt x="79398" y="63"/>
                    <a:pt x="71406" y="11832"/>
                    <a:pt x="68666" y="16939"/>
                  </a:cubicBezTo>
                  <a:cubicBezTo>
                    <a:pt x="62957" y="2283"/>
                    <a:pt x="50626" y="63"/>
                    <a:pt x="44004" y="63"/>
                  </a:cubicBezTo>
                  <a:cubicBezTo>
                    <a:pt x="20257" y="63"/>
                    <a:pt x="7241" y="28708"/>
                    <a:pt x="7241" y="34259"/>
                  </a:cubicBezTo>
                  <a:cubicBezTo>
                    <a:pt x="7241" y="36479"/>
                    <a:pt x="9524" y="36479"/>
                    <a:pt x="9981" y="36479"/>
                  </a:cubicBezTo>
                  <a:cubicBezTo>
                    <a:pt x="11808" y="36479"/>
                    <a:pt x="12493" y="36035"/>
                    <a:pt x="12949" y="34037"/>
                  </a:cubicBezTo>
                  <a:cubicBezTo>
                    <a:pt x="20713" y="10499"/>
                    <a:pt x="35784" y="4948"/>
                    <a:pt x="43548" y="4948"/>
                  </a:cubicBezTo>
                  <a:cubicBezTo>
                    <a:pt x="47886" y="4948"/>
                    <a:pt x="55878" y="6946"/>
                    <a:pt x="55878" y="19825"/>
                  </a:cubicBezTo>
                  <a:cubicBezTo>
                    <a:pt x="55878" y="26709"/>
                    <a:pt x="51997" y="41587"/>
                    <a:pt x="43548" y="72674"/>
                  </a:cubicBezTo>
                  <a:cubicBezTo>
                    <a:pt x="39894" y="86441"/>
                    <a:pt x="31902" y="95767"/>
                    <a:pt x="21855" y="95767"/>
                  </a:cubicBezTo>
                  <a:cubicBezTo>
                    <a:pt x="20485" y="95767"/>
                    <a:pt x="15233" y="95767"/>
                    <a:pt x="10438" y="92881"/>
                  </a:cubicBezTo>
                  <a:cubicBezTo>
                    <a:pt x="16146" y="91770"/>
                    <a:pt x="21170" y="87107"/>
                    <a:pt x="21170" y="80890"/>
                  </a:cubicBezTo>
                  <a:cubicBezTo>
                    <a:pt x="21170" y="74894"/>
                    <a:pt x="16146" y="73118"/>
                    <a:pt x="12721" y="73118"/>
                  </a:cubicBezTo>
                  <a:cubicBezTo>
                    <a:pt x="5871" y="73118"/>
                    <a:pt x="162" y="78891"/>
                    <a:pt x="162" y="85997"/>
                  </a:cubicBezTo>
                  <a:cubicBezTo>
                    <a:pt x="162" y="96211"/>
                    <a:pt x="11579" y="100652"/>
                    <a:pt x="21627" y="100652"/>
                  </a:cubicBezTo>
                  <a:cubicBezTo>
                    <a:pt x="36697" y="100652"/>
                    <a:pt x="44918" y="85109"/>
                    <a:pt x="45603" y="83776"/>
                  </a:cubicBezTo>
                  <a:cubicBezTo>
                    <a:pt x="48343" y="91992"/>
                    <a:pt x="56563" y="100652"/>
                    <a:pt x="70264" y="100652"/>
                  </a:cubicBezTo>
                  <a:cubicBezTo>
                    <a:pt x="93784" y="100652"/>
                    <a:pt x="106799" y="72008"/>
                    <a:pt x="106799" y="66456"/>
                  </a:cubicBezTo>
                  <a:cubicBezTo>
                    <a:pt x="106799" y="64236"/>
                    <a:pt x="104744" y="64236"/>
                    <a:pt x="104059" y="64236"/>
                  </a:cubicBezTo>
                  <a:cubicBezTo>
                    <a:pt x="102004" y="64236"/>
                    <a:pt x="101547" y="65124"/>
                    <a:pt x="101091" y="66678"/>
                  </a:cubicBezTo>
                  <a:cubicBezTo>
                    <a:pt x="93555" y="90438"/>
                    <a:pt x="78028" y="95767"/>
                    <a:pt x="70721" y="95767"/>
                  </a:cubicBezTo>
                  <a:cubicBezTo>
                    <a:pt x="61815" y="95767"/>
                    <a:pt x="58162" y="88662"/>
                    <a:pt x="58162" y="81112"/>
                  </a:cubicBezTo>
                  <a:cubicBezTo>
                    <a:pt x="58162" y="76227"/>
                    <a:pt x="59532" y="71342"/>
                    <a:pt x="62044" y="61571"/>
                  </a:cubicBezTo>
                  <a:lnTo>
                    <a:pt x="69807" y="31150"/>
                  </a:lnTo>
                  <a:close/>
                </a:path>
              </a:pathLst>
            </a:custGeom>
            <a:solidFill>
              <a:srgbClr val="000000"/>
            </a:solidFill>
            <a:ln w="2286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2ADE6D3-8F22-A138-8F39-BB40EB98ADC3}"/>
                </a:ext>
              </a:extLst>
            </p:cNvPr>
            <p:cNvSpPr/>
            <p:nvPr>
              <p:custDataLst>
                <p:tags r:id="rId102"/>
              </p:custDataLst>
            </p:nvPr>
          </p:nvSpPr>
          <p:spPr>
            <a:xfrm>
              <a:off x="4571942" y="4044609"/>
              <a:ext cx="52976" cy="222052"/>
            </a:xfrm>
            <a:custGeom>
              <a:avLst/>
              <a:gdLst>
                <a:gd name="connsiteX0" fmla="*/ 53144 w 52976"/>
                <a:gd name="connsiteY0" fmla="*/ 111089 h 222052"/>
                <a:gd name="connsiteX1" fmla="*/ 38073 w 52976"/>
                <a:gd name="connsiteY1" fmla="*/ 41809 h 222052"/>
                <a:gd name="connsiteX2" fmla="*/ 2451 w 52976"/>
                <a:gd name="connsiteY2" fmla="*/ 63 h 222052"/>
                <a:gd name="connsiteX3" fmla="*/ 168 w 52976"/>
                <a:gd name="connsiteY3" fmla="*/ 2283 h 222052"/>
                <a:gd name="connsiteX4" fmla="*/ 4506 w 52976"/>
                <a:gd name="connsiteY4" fmla="*/ 7390 h 222052"/>
                <a:gd name="connsiteX5" fmla="*/ 39900 w 52976"/>
                <a:gd name="connsiteY5" fmla="*/ 111089 h 222052"/>
                <a:gd name="connsiteX6" fmla="*/ 3136 w 52976"/>
                <a:gd name="connsiteY6" fmla="*/ 216120 h 222052"/>
                <a:gd name="connsiteX7" fmla="*/ 168 w 52976"/>
                <a:gd name="connsiteY7" fmla="*/ 219895 h 222052"/>
                <a:gd name="connsiteX8" fmla="*/ 2451 w 52976"/>
                <a:gd name="connsiteY8" fmla="*/ 222115 h 222052"/>
                <a:gd name="connsiteX9" fmla="*/ 38758 w 52976"/>
                <a:gd name="connsiteY9" fmla="*/ 178815 h 222052"/>
                <a:gd name="connsiteX10" fmla="*/ 53144 w 52976"/>
                <a:gd name="connsiteY10" fmla="*/ 111089 h 22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76" h="222052">
                  <a:moveTo>
                    <a:pt x="53144" y="111089"/>
                  </a:moveTo>
                  <a:cubicBezTo>
                    <a:pt x="53144" y="93769"/>
                    <a:pt x="50632" y="66901"/>
                    <a:pt x="38073" y="41809"/>
                  </a:cubicBezTo>
                  <a:cubicBezTo>
                    <a:pt x="24372" y="14496"/>
                    <a:pt x="4735" y="63"/>
                    <a:pt x="2451" y="63"/>
                  </a:cubicBezTo>
                  <a:cubicBezTo>
                    <a:pt x="1081" y="63"/>
                    <a:pt x="168" y="951"/>
                    <a:pt x="168" y="2283"/>
                  </a:cubicBezTo>
                  <a:cubicBezTo>
                    <a:pt x="168" y="2949"/>
                    <a:pt x="168" y="3394"/>
                    <a:pt x="4506" y="7390"/>
                  </a:cubicBezTo>
                  <a:cubicBezTo>
                    <a:pt x="26884" y="29374"/>
                    <a:pt x="39900" y="64680"/>
                    <a:pt x="39900" y="111089"/>
                  </a:cubicBezTo>
                  <a:cubicBezTo>
                    <a:pt x="39900" y="149060"/>
                    <a:pt x="31451" y="188141"/>
                    <a:pt x="3136" y="216120"/>
                  </a:cubicBezTo>
                  <a:cubicBezTo>
                    <a:pt x="168" y="218784"/>
                    <a:pt x="168" y="219228"/>
                    <a:pt x="168" y="219895"/>
                  </a:cubicBezTo>
                  <a:cubicBezTo>
                    <a:pt x="168" y="221227"/>
                    <a:pt x="1081" y="222115"/>
                    <a:pt x="2451" y="222115"/>
                  </a:cubicBezTo>
                  <a:cubicBezTo>
                    <a:pt x="4735" y="222115"/>
                    <a:pt x="25286" y="207016"/>
                    <a:pt x="38758" y="178815"/>
                  </a:cubicBezTo>
                  <a:cubicBezTo>
                    <a:pt x="50404" y="154389"/>
                    <a:pt x="53144" y="129741"/>
                    <a:pt x="53144" y="111089"/>
                  </a:cubicBezTo>
                  <a:close/>
                </a:path>
              </a:pathLst>
            </a:custGeom>
            <a:solidFill>
              <a:srgbClr val="000000"/>
            </a:solidFill>
            <a:ln w="22860" cap="flat">
              <a:noFill/>
              <a:prstDash val="solid"/>
              <a:miter/>
            </a:ln>
          </p:spPr>
          <p:txBody>
            <a:bodyPr rtlCol="0" anchor="ctr"/>
            <a:lstStyle/>
            <a:p>
              <a:endParaRPr lang="en-US"/>
            </a:p>
          </p:txBody>
        </p:sp>
      </p:grpSp>
      <p:grpSp>
        <p:nvGrpSpPr>
          <p:cNvPr id="63" name="Group 62" descr="\documentclass{article}&#10;\usepackage{amsmath}&#10;\pagestyle{empty}&#10;\begin{document}&#10;&#10;&#10;$x_0$&#10;&#10;\end{document}" title="IguanaTex Vector Display">
            <a:extLst>
              <a:ext uri="{FF2B5EF4-FFF2-40B4-BE49-F238E27FC236}">
                <a16:creationId xmlns:a16="http://schemas.microsoft.com/office/drawing/2014/main" id="{F54F090A-58E9-3136-F065-6F43EBA13635}"/>
              </a:ext>
            </a:extLst>
          </p:cNvPr>
          <p:cNvGrpSpPr>
            <a:grpSpLocks noChangeAspect="1"/>
          </p:cNvGrpSpPr>
          <p:nvPr>
            <p:custDataLst>
              <p:tags r:id="rId2"/>
            </p:custDataLst>
          </p:nvPr>
        </p:nvGrpSpPr>
        <p:grpSpPr>
          <a:xfrm>
            <a:off x="5995663" y="5067484"/>
            <a:ext cx="200674" cy="138013"/>
            <a:chOff x="4256242" y="3874135"/>
            <a:chExt cx="200674" cy="138013"/>
          </a:xfrm>
        </p:grpSpPr>
        <p:sp>
          <p:nvSpPr>
            <p:cNvPr id="61" name="Freeform: Shape 60">
              <a:extLst>
                <a:ext uri="{FF2B5EF4-FFF2-40B4-BE49-F238E27FC236}">
                  <a16:creationId xmlns:a16="http://schemas.microsoft.com/office/drawing/2014/main" id="{04C46973-614F-108D-3AA1-65294041575A}"/>
                </a:ext>
              </a:extLst>
            </p:cNvPr>
            <p:cNvSpPr/>
            <p:nvPr>
              <p:custDataLst>
                <p:tags r:id="rId84"/>
              </p:custDataLst>
            </p:nvPr>
          </p:nvSpPr>
          <p:spPr>
            <a:xfrm>
              <a:off x="4256242" y="3874135"/>
              <a:ext cx="110582" cy="103168"/>
            </a:xfrm>
            <a:custGeom>
              <a:avLst/>
              <a:gdLst>
                <a:gd name="connsiteX0" fmla="*/ 67803 w 110582"/>
                <a:gd name="connsiteY0" fmla="*/ 31947 h 103168"/>
                <a:gd name="connsiteX1" fmla="*/ 89786 w 110582"/>
                <a:gd name="connsiteY1" fmla="*/ 5073 h 103168"/>
                <a:gd name="connsiteX2" fmla="*/ 100888 w 110582"/>
                <a:gd name="connsiteY2" fmla="*/ 8034 h 103168"/>
                <a:gd name="connsiteX3" fmla="*/ 90230 w 110582"/>
                <a:gd name="connsiteY3" fmla="*/ 20332 h 103168"/>
                <a:gd name="connsiteX4" fmla="*/ 98668 w 110582"/>
                <a:gd name="connsiteY4" fmla="*/ 28303 h 103168"/>
                <a:gd name="connsiteX5" fmla="*/ 110659 w 110582"/>
                <a:gd name="connsiteY5" fmla="*/ 15094 h 103168"/>
                <a:gd name="connsiteX6" fmla="*/ 90008 w 110582"/>
                <a:gd name="connsiteY6" fmla="*/ 63 h 103168"/>
                <a:gd name="connsiteX7" fmla="*/ 66692 w 110582"/>
                <a:gd name="connsiteY7" fmla="*/ 17371 h 103168"/>
                <a:gd name="connsiteX8" fmla="*/ 42711 w 110582"/>
                <a:gd name="connsiteY8" fmla="*/ 63 h 103168"/>
                <a:gd name="connsiteX9" fmla="*/ 6960 w 110582"/>
                <a:gd name="connsiteY9" fmla="*/ 35136 h 103168"/>
                <a:gd name="connsiteX10" fmla="*/ 9625 w 110582"/>
                <a:gd name="connsiteY10" fmla="*/ 37413 h 103168"/>
                <a:gd name="connsiteX11" fmla="*/ 12512 w 110582"/>
                <a:gd name="connsiteY11" fmla="*/ 34908 h 103168"/>
                <a:gd name="connsiteX12" fmla="*/ 42267 w 110582"/>
                <a:gd name="connsiteY12" fmla="*/ 5073 h 103168"/>
                <a:gd name="connsiteX13" fmla="*/ 54257 w 110582"/>
                <a:gd name="connsiteY13" fmla="*/ 20332 h 103168"/>
                <a:gd name="connsiteX14" fmla="*/ 42267 w 110582"/>
                <a:gd name="connsiteY14" fmla="*/ 74536 h 103168"/>
                <a:gd name="connsiteX15" fmla="*/ 21172 w 110582"/>
                <a:gd name="connsiteY15" fmla="*/ 98221 h 103168"/>
                <a:gd name="connsiteX16" fmla="*/ 10069 w 110582"/>
                <a:gd name="connsiteY16" fmla="*/ 95261 h 103168"/>
                <a:gd name="connsiteX17" fmla="*/ 20506 w 110582"/>
                <a:gd name="connsiteY17" fmla="*/ 82962 h 103168"/>
                <a:gd name="connsiteX18" fmla="*/ 12290 w 110582"/>
                <a:gd name="connsiteY18" fmla="*/ 74991 h 103168"/>
                <a:gd name="connsiteX19" fmla="*/ 77 w 110582"/>
                <a:gd name="connsiteY19" fmla="*/ 88200 h 103168"/>
                <a:gd name="connsiteX20" fmla="*/ 20950 w 110582"/>
                <a:gd name="connsiteY20" fmla="*/ 103232 h 103168"/>
                <a:gd name="connsiteX21" fmla="*/ 44265 w 110582"/>
                <a:gd name="connsiteY21" fmla="*/ 85923 h 103168"/>
                <a:gd name="connsiteX22" fmla="*/ 68247 w 110582"/>
                <a:gd name="connsiteY22" fmla="*/ 103232 h 103168"/>
                <a:gd name="connsiteX23" fmla="*/ 103775 w 110582"/>
                <a:gd name="connsiteY23" fmla="*/ 68159 h 103168"/>
                <a:gd name="connsiteX24" fmla="*/ 101111 w 110582"/>
                <a:gd name="connsiteY24" fmla="*/ 65881 h 103168"/>
                <a:gd name="connsiteX25" fmla="*/ 98224 w 110582"/>
                <a:gd name="connsiteY25" fmla="*/ 68387 h 103168"/>
                <a:gd name="connsiteX26" fmla="*/ 68691 w 110582"/>
                <a:gd name="connsiteY26" fmla="*/ 98221 h 103168"/>
                <a:gd name="connsiteX27" fmla="*/ 56478 w 110582"/>
                <a:gd name="connsiteY27" fmla="*/ 83190 h 103168"/>
                <a:gd name="connsiteX28" fmla="*/ 60253 w 110582"/>
                <a:gd name="connsiteY28" fmla="*/ 63148 h 103168"/>
                <a:gd name="connsiteX29" fmla="*/ 67803 w 110582"/>
                <a:gd name="connsiteY29" fmla="*/ 31947 h 10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0582" h="103168">
                  <a:moveTo>
                    <a:pt x="67803" y="31947"/>
                  </a:moveTo>
                  <a:cubicBezTo>
                    <a:pt x="69135" y="26026"/>
                    <a:pt x="74242" y="5073"/>
                    <a:pt x="89786" y="5073"/>
                  </a:cubicBezTo>
                  <a:cubicBezTo>
                    <a:pt x="90896" y="5073"/>
                    <a:pt x="96225" y="5073"/>
                    <a:pt x="100888" y="8034"/>
                  </a:cubicBezTo>
                  <a:cubicBezTo>
                    <a:pt x="94671" y="9173"/>
                    <a:pt x="90230" y="14866"/>
                    <a:pt x="90230" y="20332"/>
                  </a:cubicBezTo>
                  <a:cubicBezTo>
                    <a:pt x="90230" y="23976"/>
                    <a:pt x="92673" y="28303"/>
                    <a:pt x="98668" y="28303"/>
                  </a:cubicBezTo>
                  <a:cubicBezTo>
                    <a:pt x="103553" y="28303"/>
                    <a:pt x="110659" y="24204"/>
                    <a:pt x="110659" y="15094"/>
                  </a:cubicBezTo>
                  <a:cubicBezTo>
                    <a:pt x="110659" y="3251"/>
                    <a:pt x="97558" y="63"/>
                    <a:pt x="90008" y="63"/>
                  </a:cubicBezTo>
                  <a:cubicBezTo>
                    <a:pt x="77129" y="63"/>
                    <a:pt x="69357" y="12133"/>
                    <a:pt x="66692" y="17371"/>
                  </a:cubicBezTo>
                  <a:cubicBezTo>
                    <a:pt x="61141" y="2340"/>
                    <a:pt x="49150" y="63"/>
                    <a:pt x="42711" y="63"/>
                  </a:cubicBezTo>
                  <a:cubicBezTo>
                    <a:pt x="19617" y="63"/>
                    <a:pt x="6960" y="29442"/>
                    <a:pt x="6960" y="35136"/>
                  </a:cubicBezTo>
                  <a:cubicBezTo>
                    <a:pt x="6960" y="37413"/>
                    <a:pt x="9181" y="37413"/>
                    <a:pt x="9625" y="37413"/>
                  </a:cubicBezTo>
                  <a:cubicBezTo>
                    <a:pt x="11401" y="37413"/>
                    <a:pt x="12068" y="36958"/>
                    <a:pt x="12512" y="34908"/>
                  </a:cubicBezTo>
                  <a:cubicBezTo>
                    <a:pt x="20061" y="10767"/>
                    <a:pt x="34717" y="5073"/>
                    <a:pt x="42267" y="5073"/>
                  </a:cubicBezTo>
                  <a:cubicBezTo>
                    <a:pt x="46486" y="5073"/>
                    <a:pt x="54257" y="7123"/>
                    <a:pt x="54257" y="20332"/>
                  </a:cubicBezTo>
                  <a:cubicBezTo>
                    <a:pt x="54257" y="27392"/>
                    <a:pt x="50483" y="42651"/>
                    <a:pt x="42267" y="74536"/>
                  </a:cubicBezTo>
                  <a:cubicBezTo>
                    <a:pt x="38714" y="88656"/>
                    <a:pt x="30942" y="98221"/>
                    <a:pt x="21172" y="98221"/>
                  </a:cubicBezTo>
                  <a:cubicBezTo>
                    <a:pt x="19839" y="98221"/>
                    <a:pt x="14732" y="98221"/>
                    <a:pt x="10069" y="95261"/>
                  </a:cubicBezTo>
                  <a:cubicBezTo>
                    <a:pt x="15620" y="94122"/>
                    <a:pt x="20506" y="89339"/>
                    <a:pt x="20506" y="82962"/>
                  </a:cubicBezTo>
                  <a:cubicBezTo>
                    <a:pt x="20506" y="76813"/>
                    <a:pt x="15620" y="74991"/>
                    <a:pt x="12290" y="74991"/>
                  </a:cubicBezTo>
                  <a:cubicBezTo>
                    <a:pt x="5628" y="74991"/>
                    <a:pt x="77" y="80913"/>
                    <a:pt x="77" y="88200"/>
                  </a:cubicBezTo>
                  <a:cubicBezTo>
                    <a:pt x="77" y="98677"/>
                    <a:pt x="11179" y="103232"/>
                    <a:pt x="20950" y="103232"/>
                  </a:cubicBezTo>
                  <a:cubicBezTo>
                    <a:pt x="35605" y="103232"/>
                    <a:pt x="43599" y="87289"/>
                    <a:pt x="44265" y="85923"/>
                  </a:cubicBezTo>
                  <a:cubicBezTo>
                    <a:pt x="46930" y="94350"/>
                    <a:pt x="54924" y="103232"/>
                    <a:pt x="68247" y="103232"/>
                  </a:cubicBezTo>
                  <a:cubicBezTo>
                    <a:pt x="91118" y="103232"/>
                    <a:pt x="103775" y="73852"/>
                    <a:pt x="103775" y="68159"/>
                  </a:cubicBezTo>
                  <a:cubicBezTo>
                    <a:pt x="103775" y="65881"/>
                    <a:pt x="101777" y="65881"/>
                    <a:pt x="101111" y="65881"/>
                  </a:cubicBezTo>
                  <a:cubicBezTo>
                    <a:pt x="99112" y="65881"/>
                    <a:pt x="98668" y="66792"/>
                    <a:pt x="98224" y="68387"/>
                  </a:cubicBezTo>
                  <a:cubicBezTo>
                    <a:pt x="90896" y="92755"/>
                    <a:pt x="75797" y="98221"/>
                    <a:pt x="68691" y="98221"/>
                  </a:cubicBezTo>
                  <a:cubicBezTo>
                    <a:pt x="60031" y="98221"/>
                    <a:pt x="56478" y="90933"/>
                    <a:pt x="56478" y="83190"/>
                  </a:cubicBezTo>
                  <a:cubicBezTo>
                    <a:pt x="56478" y="78180"/>
                    <a:pt x="57810" y="73169"/>
                    <a:pt x="60253" y="63148"/>
                  </a:cubicBezTo>
                  <a:lnTo>
                    <a:pt x="67803" y="31947"/>
                  </a:lnTo>
                  <a:close/>
                </a:path>
              </a:pathLst>
            </a:custGeom>
            <a:solidFill>
              <a:srgbClr val="000000"/>
            </a:solidFill>
            <a:ln w="21907"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CB7ABF00-6B53-715E-019D-5FA7AD80AB5D}"/>
                </a:ext>
              </a:extLst>
            </p:cNvPr>
            <p:cNvSpPr/>
            <p:nvPr>
              <p:custDataLst>
                <p:tags r:id="rId85"/>
              </p:custDataLst>
            </p:nvPr>
          </p:nvSpPr>
          <p:spPr>
            <a:xfrm>
              <a:off x="4384794" y="3903104"/>
              <a:ext cx="72122" cy="109044"/>
            </a:xfrm>
            <a:custGeom>
              <a:avLst/>
              <a:gdLst>
                <a:gd name="connsiteX0" fmla="*/ 72205 w 72122"/>
                <a:gd name="connsiteY0" fmla="*/ 55065 h 109044"/>
                <a:gd name="connsiteX1" fmla="*/ 63034 w 72122"/>
                <a:gd name="connsiteY1" fmla="*/ 13775 h 109044"/>
                <a:gd name="connsiteX2" fmla="*/ 36144 w 72122"/>
                <a:gd name="connsiteY2" fmla="*/ 64 h 109044"/>
                <a:gd name="connsiteX3" fmla="*/ 82 w 72122"/>
                <a:gd name="connsiteY3" fmla="*/ 55065 h 109044"/>
                <a:gd name="connsiteX4" fmla="*/ 36144 w 72122"/>
                <a:gd name="connsiteY4" fmla="*/ 109109 h 109044"/>
                <a:gd name="connsiteX5" fmla="*/ 72205 w 72122"/>
                <a:gd name="connsiteY5" fmla="*/ 55065 h 109044"/>
                <a:gd name="connsiteX6" fmla="*/ 36144 w 72122"/>
                <a:gd name="connsiteY6" fmla="*/ 104645 h 109044"/>
                <a:gd name="connsiteX7" fmla="*/ 16403 w 72122"/>
                <a:gd name="connsiteY7" fmla="*/ 87268 h 109044"/>
                <a:gd name="connsiteX8" fmla="*/ 14227 w 72122"/>
                <a:gd name="connsiteY8" fmla="*/ 52992 h 109044"/>
                <a:gd name="connsiteX9" fmla="*/ 16559 w 72122"/>
                <a:gd name="connsiteY9" fmla="*/ 20470 h 109044"/>
                <a:gd name="connsiteX10" fmla="*/ 36144 w 72122"/>
                <a:gd name="connsiteY10" fmla="*/ 4528 h 109044"/>
                <a:gd name="connsiteX11" fmla="*/ 55418 w 72122"/>
                <a:gd name="connsiteY11" fmla="*/ 19035 h 109044"/>
                <a:gd name="connsiteX12" fmla="*/ 58060 w 72122"/>
                <a:gd name="connsiteY12" fmla="*/ 52992 h 109044"/>
                <a:gd name="connsiteX13" fmla="*/ 56040 w 72122"/>
                <a:gd name="connsiteY13" fmla="*/ 86630 h 109044"/>
                <a:gd name="connsiteX14" fmla="*/ 36144 w 72122"/>
                <a:gd name="connsiteY14" fmla="*/ 104645 h 10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22" h="109044">
                  <a:moveTo>
                    <a:pt x="72205" y="55065"/>
                  </a:moveTo>
                  <a:cubicBezTo>
                    <a:pt x="72205" y="37528"/>
                    <a:pt x="70184" y="24934"/>
                    <a:pt x="63034" y="13775"/>
                  </a:cubicBezTo>
                  <a:cubicBezTo>
                    <a:pt x="58216" y="6441"/>
                    <a:pt x="48579" y="64"/>
                    <a:pt x="36144" y="64"/>
                  </a:cubicBezTo>
                  <a:cubicBezTo>
                    <a:pt x="82" y="64"/>
                    <a:pt x="82" y="43586"/>
                    <a:pt x="82" y="55065"/>
                  </a:cubicBezTo>
                  <a:cubicBezTo>
                    <a:pt x="82" y="66543"/>
                    <a:pt x="82" y="109109"/>
                    <a:pt x="36144" y="109109"/>
                  </a:cubicBezTo>
                  <a:cubicBezTo>
                    <a:pt x="72205" y="109109"/>
                    <a:pt x="72205" y="66543"/>
                    <a:pt x="72205" y="55065"/>
                  </a:cubicBezTo>
                  <a:close/>
                  <a:moveTo>
                    <a:pt x="36144" y="104645"/>
                  </a:moveTo>
                  <a:cubicBezTo>
                    <a:pt x="28994" y="104645"/>
                    <a:pt x="19512" y="100341"/>
                    <a:pt x="16403" y="87268"/>
                  </a:cubicBezTo>
                  <a:cubicBezTo>
                    <a:pt x="14227" y="77862"/>
                    <a:pt x="14227" y="64790"/>
                    <a:pt x="14227" y="52992"/>
                  </a:cubicBezTo>
                  <a:cubicBezTo>
                    <a:pt x="14227" y="41355"/>
                    <a:pt x="14227" y="29239"/>
                    <a:pt x="16559" y="20470"/>
                  </a:cubicBezTo>
                  <a:cubicBezTo>
                    <a:pt x="19823" y="7876"/>
                    <a:pt x="29771" y="4528"/>
                    <a:pt x="36144" y="4528"/>
                  </a:cubicBezTo>
                  <a:cubicBezTo>
                    <a:pt x="44537" y="4528"/>
                    <a:pt x="52620" y="9789"/>
                    <a:pt x="55418" y="19035"/>
                  </a:cubicBezTo>
                  <a:cubicBezTo>
                    <a:pt x="57905" y="27644"/>
                    <a:pt x="58060" y="39123"/>
                    <a:pt x="58060" y="52992"/>
                  </a:cubicBezTo>
                  <a:cubicBezTo>
                    <a:pt x="58060" y="64790"/>
                    <a:pt x="58060" y="76587"/>
                    <a:pt x="56040" y="86630"/>
                  </a:cubicBezTo>
                  <a:cubicBezTo>
                    <a:pt x="52931" y="101138"/>
                    <a:pt x="42361" y="104645"/>
                    <a:pt x="36144" y="104645"/>
                  </a:cubicBezTo>
                  <a:close/>
                </a:path>
              </a:pathLst>
            </a:custGeom>
            <a:solidFill>
              <a:srgbClr val="000000"/>
            </a:solidFill>
            <a:ln w="21907" cap="flat">
              <a:noFill/>
              <a:prstDash val="solid"/>
              <a:miter/>
            </a:ln>
          </p:spPr>
          <p:txBody>
            <a:bodyPr rtlCol="0" anchor="ctr"/>
            <a:lstStyle/>
            <a:p>
              <a:endParaRPr lang="en-US"/>
            </a:p>
          </p:txBody>
        </p:sp>
      </p:grpSp>
      <p:grpSp>
        <p:nvGrpSpPr>
          <p:cNvPr id="69" name="Group 68" descr="\documentclass{article}&#10;\usepackage{amsmath}&#10;\pagestyle{empty}&#10;\begin{document}&#10;&#10;$x_1$&#10;&#10;&#10;\end{document}" title="IguanaTex Vector Display">
            <a:extLst>
              <a:ext uri="{FF2B5EF4-FFF2-40B4-BE49-F238E27FC236}">
                <a16:creationId xmlns:a16="http://schemas.microsoft.com/office/drawing/2014/main" id="{4E4641F3-0D73-DDB6-BA86-88688B839C71}"/>
              </a:ext>
            </a:extLst>
          </p:cNvPr>
          <p:cNvGrpSpPr>
            <a:grpSpLocks noChangeAspect="1"/>
          </p:cNvGrpSpPr>
          <p:nvPr>
            <p:custDataLst>
              <p:tags r:id="rId3"/>
            </p:custDataLst>
          </p:nvPr>
        </p:nvGrpSpPr>
        <p:grpSpPr>
          <a:xfrm>
            <a:off x="45947" y="4029657"/>
            <a:ext cx="193990" cy="134825"/>
            <a:chOff x="4256242" y="3874135"/>
            <a:chExt cx="193990" cy="134825"/>
          </a:xfrm>
        </p:grpSpPr>
        <p:sp>
          <p:nvSpPr>
            <p:cNvPr id="67" name="Freeform: Shape 66">
              <a:extLst>
                <a:ext uri="{FF2B5EF4-FFF2-40B4-BE49-F238E27FC236}">
                  <a16:creationId xmlns:a16="http://schemas.microsoft.com/office/drawing/2014/main" id="{7CC8BCFD-D2A2-2A92-5A36-731784FD7E10}"/>
                </a:ext>
              </a:extLst>
            </p:cNvPr>
            <p:cNvSpPr/>
            <p:nvPr>
              <p:custDataLst>
                <p:tags r:id="rId82"/>
              </p:custDataLst>
            </p:nvPr>
          </p:nvSpPr>
          <p:spPr>
            <a:xfrm>
              <a:off x="4256242" y="3874135"/>
              <a:ext cx="110582" cy="103168"/>
            </a:xfrm>
            <a:custGeom>
              <a:avLst/>
              <a:gdLst>
                <a:gd name="connsiteX0" fmla="*/ 67803 w 110582"/>
                <a:gd name="connsiteY0" fmla="*/ 31947 h 103168"/>
                <a:gd name="connsiteX1" fmla="*/ 89786 w 110582"/>
                <a:gd name="connsiteY1" fmla="*/ 5073 h 103168"/>
                <a:gd name="connsiteX2" fmla="*/ 100888 w 110582"/>
                <a:gd name="connsiteY2" fmla="*/ 8034 h 103168"/>
                <a:gd name="connsiteX3" fmla="*/ 90230 w 110582"/>
                <a:gd name="connsiteY3" fmla="*/ 20332 h 103168"/>
                <a:gd name="connsiteX4" fmla="*/ 98668 w 110582"/>
                <a:gd name="connsiteY4" fmla="*/ 28303 h 103168"/>
                <a:gd name="connsiteX5" fmla="*/ 110659 w 110582"/>
                <a:gd name="connsiteY5" fmla="*/ 15094 h 103168"/>
                <a:gd name="connsiteX6" fmla="*/ 90008 w 110582"/>
                <a:gd name="connsiteY6" fmla="*/ 63 h 103168"/>
                <a:gd name="connsiteX7" fmla="*/ 66692 w 110582"/>
                <a:gd name="connsiteY7" fmla="*/ 17371 h 103168"/>
                <a:gd name="connsiteX8" fmla="*/ 42711 w 110582"/>
                <a:gd name="connsiteY8" fmla="*/ 63 h 103168"/>
                <a:gd name="connsiteX9" fmla="*/ 6960 w 110582"/>
                <a:gd name="connsiteY9" fmla="*/ 35136 h 103168"/>
                <a:gd name="connsiteX10" fmla="*/ 9625 w 110582"/>
                <a:gd name="connsiteY10" fmla="*/ 37413 h 103168"/>
                <a:gd name="connsiteX11" fmla="*/ 12512 w 110582"/>
                <a:gd name="connsiteY11" fmla="*/ 34908 h 103168"/>
                <a:gd name="connsiteX12" fmla="*/ 42267 w 110582"/>
                <a:gd name="connsiteY12" fmla="*/ 5073 h 103168"/>
                <a:gd name="connsiteX13" fmla="*/ 54257 w 110582"/>
                <a:gd name="connsiteY13" fmla="*/ 20332 h 103168"/>
                <a:gd name="connsiteX14" fmla="*/ 42267 w 110582"/>
                <a:gd name="connsiteY14" fmla="*/ 74536 h 103168"/>
                <a:gd name="connsiteX15" fmla="*/ 21172 w 110582"/>
                <a:gd name="connsiteY15" fmla="*/ 98221 h 103168"/>
                <a:gd name="connsiteX16" fmla="*/ 10069 w 110582"/>
                <a:gd name="connsiteY16" fmla="*/ 95261 h 103168"/>
                <a:gd name="connsiteX17" fmla="*/ 20506 w 110582"/>
                <a:gd name="connsiteY17" fmla="*/ 82962 h 103168"/>
                <a:gd name="connsiteX18" fmla="*/ 12290 w 110582"/>
                <a:gd name="connsiteY18" fmla="*/ 74991 h 103168"/>
                <a:gd name="connsiteX19" fmla="*/ 77 w 110582"/>
                <a:gd name="connsiteY19" fmla="*/ 88200 h 103168"/>
                <a:gd name="connsiteX20" fmla="*/ 20950 w 110582"/>
                <a:gd name="connsiteY20" fmla="*/ 103232 h 103168"/>
                <a:gd name="connsiteX21" fmla="*/ 44265 w 110582"/>
                <a:gd name="connsiteY21" fmla="*/ 85923 h 103168"/>
                <a:gd name="connsiteX22" fmla="*/ 68247 w 110582"/>
                <a:gd name="connsiteY22" fmla="*/ 103232 h 103168"/>
                <a:gd name="connsiteX23" fmla="*/ 103775 w 110582"/>
                <a:gd name="connsiteY23" fmla="*/ 68159 h 103168"/>
                <a:gd name="connsiteX24" fmla="*/ 101111 w 110582"/>
                <a:gd name="connsiteY24" fmla="*/ 65881 h 103168"/>
                <a:gd name="connsiteX25" fmla="*/ 98224 w 110582"/>
                <a:gd name="connsiteY25" fmla="*/ 68387 h 103168"/>
                <a:gd name="connsiteX26" fmla="*/ 68691 w 110582"/>
                <a:gd name="connsiteY26" fmla="*/ 98221 h 103168"/>
                <a:gd name="connsiteX27" fmla="*/ 56478 w 110582"/>
                <a:gd name="connsiteY27" fmla="*/ 83190 h 103168"/>
                <a:gd name="connsiteX28" fmla="*/ 60253 w 110582"/>
                <a:gd name="connsiteY28" fmla="*/ 63148 h 103168"/>
                <a:gd name="connsiteX29" fmla="*/ 67803 w 110582"/>
                <a:gd name="connsiteY29" fmla="*/ 31947 h 10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0582" h="103168">
                  <a:moveTo>
                    <a:pt x="67803" y="31947"/>
                  </a:moveTo>
                  <a:cubicBezTo>
                    <a:pt x="69135" y="26026"/>
                    <a:pt x="74242" y="5073"/>
                    <a:pt x="89786" y="5073"/>
                  </a:cubicBezTo>
                  <a:cubicBezTo>
                    <a:pt x="90896" y="5073"/>
                    <a:pt x="96225" y="5073"/>
                    <a:pt x="100888" y="8034"/>
                  </a:cubicBezTo>
                  <a:cubicBezTo>
                    <a:pt x="94671" y="9173"/>
                    <a:pt x="90230" y="14866"/>
                    <a:pt x="90230" y="20332"/>
                  </a:cubicBezTo>
                  <a:cubicBezTo>
                    <a:pt x="90230" y="23976"/>
                    <a:pt x="92673" y="28303"/>
                    <a:pt x="98668" y="28303"/>
                  </a:cubicBezTo>
                  <a:cubicBezTo>
                    <a:pt x="103553" y="28303"/>
                    <a:pt x="110659" y="24204"/>
                    <a:pt x="110659" y="15094"/>
                  </a:cubicBezTo>
                  <a:cubicBezTo>
                    <a:pt x="110659" y="3251"/>
                    <a:pt x="97558" y="63"/>
                    <a:pt x="90008" y="63"/>
                  </a:cubicBezTo>
                  <a:cubicBezTo>
                    <a:pt x="77129" y="63"/>
                    <a:pt x="69357" y="12133"/>
                    <a:pt x="66692" y="17371"/>
                  </a:cubicBezTo>
                  <a:cubicBezTo>
                    <a:pt x="61141" y="2340"/>
                    <a:pt x="49150" y="63"/>
                    <a:pt x="42711" y="63"/>
                  </a:cubicBezTo>
                  <a:cubicBezTo>
                    <a:pt x="19617" y="63"/>
                    <a:pt x="6960" y="29442"/>
                    <a:pt x="6960" y="35136"/>
                  </a:cubicBezTo>
                  <a:cubicBezTo>
                    <a:pt x="6960" y="37413"/>
                    <a:pt x="9181" y="37413"/>
                    <a:pt x="9625" y="37413"/>
                  </a:cubicBezTo>
                  <a:cubicBezTo>
                    <a:pt x="11401" y="37413"/>
                    <a:pt x="12068" y="36958"/>
                    <a:pt x="12512" y="34908"/>
                  </a:cubicBezTo>
                  <a:cubicBezTo>
                    <a:pt x="20061" y="10767"/>
                    <a:pt x="34717" y="5073"/>
                    <a:pt x="42267" y="5073"/>
                  </a:cubicBezTo>
                  <a:cubicBezTo>
                    <a:pt x="46486" y="5073"/>
                    <a:pt x="54257" y="7123"/>
                    <a:pt x="54257" y="20332"/>
                  </a:cubicBezTo>
                  <a:cubicBezTo>
                    <a:pt x="54257" y="27392"/>
                    <a:pt x="50483" y="42651"/>
                    <a:pt x="42267" y="74536"/>
                  </a:cubicBezTo>
                  <a:cubicBezTo>
                    <a:pt x="38714" y="88656"/>
                    <a:pt x="30942" y="98221"/>
                    <a:pt x="21172" y="98221"/>
                  </a:cubicBezTo>
                  <a:cubicBezTo>
                    <a:pt x="19839" y="98221"/>
                    <a:pt x="14732" y="98221"/>
                    <a:pt x="10069" y="95261"/>
                  </a:cubicBezTo>
                  <a:cubicBezTo>
                    <a:pt x="15620" y="94122"/>
                    <a:pt x="20506" y="89339"/>
                    <a:pt x="20506" y="82962"/>
                  </a:cubicBezTo>
                  <a:cubicBezTo>
                    <a:pt x="20506" y="76813"/>
                    <a:pt x="15620" y="74991"/>
                    <a:pt x="12290" y="74991"/>
                  </a:cubicBezTo>
                  <a:cubicBezTo>
                    <a:pt x="5628" y="74991"/>
                    <a:pt x="77" y="80913"/>
                    <a:pt x="77" y="88200"/>
                  </a:cubicBezTo>
                  <a:cubicBezTo>
                    <a:pt x="77" y="98677"/>
                    <a:pt x="11179" y="103232"/>
                    <a:pt x="20950" y="103232"/>
                  </a:cubicBezTo>
                  <a:cubicBezTo>
                    <a:pt x="35605" y="103232"/>
                    <a:pt x="43599" y="87289"/>
                    <a:pt x="44265" y="85923"/>
                  </a:cubicBezTo>
                  <a:cubicBezTo>
                    <a:pt x="46930" y="94350"/>
                    <a:pt x="54924" y="103232"/>
                    <a:pt x="68247" y="103232"/>
                  </a:cubicBezTo>
                  <a:cubicBezTo>
                    <a:pt x="91118" y="103232"/>
                    <a:pt x="103775" y="73852"/>
                    <a:pt x="103775" y="68159"/>
                  </a:cubicBezTo>
                  <a:cubicBezTo>
                    <a:pt x="103775" y="65881"/>
                    <a:pt x="101777" y="65881"/>
                    <a:pt x="101111" y="65881"/>
                  </a:cubicBezTo>
                  <a:cubicBezTo>
                    <a:pt x="99112" y="65881"/>
                    <a:pt x="98668" y="66792"/>
                    <a:pt x="98224" y="68387"/>
                  </a:cubicBezTo>
                  <a:cubicBezTo>
                    <a:pt x="90896" y="92755"/>
                    <a:pt x="75797" y="98221"/>
                    <a:pt x="68691" y="98221"/>
                  </a:cubicBezTo>
                  <a:cubicBezTo>
                    <a:pt x="60031" y="98221"/>
                    <a:pt x="56478" y="90933"/>
                    <a:pt x="56478" y="83190"/>
                  </a:cubicBezTo>
                  <a:cubicBezTo>
                    <a:pt x="56478" y="78180"/>
                    <a:pt x="57810" y="73169"/>
                    <a:pt x="60253" y="63148"/>
                  </a:cubicBezTo>
                  <a:lnTo>
                    <a:pt x="67803" y="31947"/>
                  </a:lnTo>
                  <a:close/>
                </a:path>
              </a:pathLst>
            </a:custGeom>
            <a:solidFill>
              <a:srgbClr val="000000"/>
            </a:solidFill>
            <a:ln w="21907"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155EEF7-989D-E553-8948-58EF3780D4F2}"/>
                </a:ext>
              </a:extLst>
            </p:cNvPr>
            <p:cNvSpPr/>
            <p:nvPr>
              <p:custDataLst>
                <p:tags r:id="rId83"/>
              </p:custDataLst>
            </p:nvPr>
          </p:nvSpPr>
          <p:spPr>
            <a:xfrm>
              <a:off x="4393654" y="3903104"/>
              <a:ext cx="56578" cy="105856"/>
            </a:xfrm>
            <a:custGeom>
              <a:avLst/>
              <a:gdLst>
                <a:gd name="connsiteX0" fmla="*/ 35211 w 56578"/>
                <a:gd name="connsiteY0" fmla="*/ 4528 h 105856"/>
                <a:gd name="connsiteX1" fmla="*/ 30548 w 56578"/>
                <a:gd name="connsiteY1" fmla="*/ 64 h 105856"/>
                <a:gd name="connsiteX2" fmla="*/ 82 w 56578"/>
                <a:gd name="connsiteY2" fmla="*/ 10267 h 105856"/>
                <a:gd name="connsiteX3" fmla="*/ 82 w 56578"/>
                <a:gd name="connsiteY3" fmla="*/ 16006 h 105856"/>
                <a:gd name="connsiteX4" fmla="*/ 22621 w 56578"/>
                <a:gd name="connsiteY4" fmla="*/ 11543 h 105856"/>
                <a:gd name="connsiteX5" fmla="*/ 22621 w 56578"/>
                <a:gd name="connsiteY5" fmla="*/ 92848 h 105856"/>
                <a:gd name="connsiteX6" fmla="*/ 7077 w 56578"/>
                <a:gd name="connsiteY6" fmla="*/ 100181 h 105856"/>
                <a:gd name="connsiteX7" fmla="*/ 1170 w 56578"/>
                <a:gd name="connsiteY7" fmla="*/ 100181 h 105856"/>
                <a:gd name="connsiteX8" fmla="*/ 1170 w 56578"/>
                <a:gd name="connsiteY8" fmla="*/ 105921 h 105856"/>
                <a:gd name="connsiteX9" fmla="*/ 28838 w 56578"/>
                <a:gd name="connsiteY9" fmla="*/ 105283 h 105856"/>
                <a:gd name="connsiteX10" fmla="*/ 56661 w 56578"/>
                <a:gd name="connsiteY10" fmla="*/ 105921 h 105856"/>
                <a:gd name="connsiteX11" fmla="*/ 56661 w 56578"/>
                <a:gd name="connsiteY11" fmla="*/ 100181 h 105856"/>
                <a:gd name="connsiteX12" fmla="*/ 50755 w 56578"/>
                <a:gd name="connsiteY12" fmla="*/ 100181 h 105856"/>
                <a:gd name="connsiteX13" fmla="*/ 35211 w 56578"/>
                <a:gd name="connsiteY13" fmla="*/ 92848 h 105856"/>
                <a:gd name="connsiteX14" fmla="*/ 35211 w 56578"/>
                <a:gd name="connsiteY14" fmla="*/ 4528 h 10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6578" h="105856">
                  <a:moveTo>
                    <a:pt x="35211" y="4528"/>
                  </a:moveTo>
                  <a:cubicBezTo>
                    <a:pt x="35211" y="224"/>
                    <a:pt x="34900" y="64"/>
                    <a:pt x="30548" y="64"/>
                  </a:cubicBezTo>
                  <a:cubicBezTo>
                    <a:pt x="20600" y="10108"/>
                    <a:pt x="6455" y="10267"/>
                    <a:pt x="82" y="10267"/>
                  </a:cubicBezTo>
                  <a:lnTo>
                    <a:pt x="82" y="16006"/>
                  </a:lnTo>
                  <a:cubicBezTo>
                    <a:pt x="3813" y="16006"/>
                    <a:pt x="14072" y="16006"/>
                    <a:pt x="22621" y="11543"/>
                  </a:cubicBezTo>
                  <a:lnTo>
                    <a:pt x="22621" y="92848"/>
                  </a:lnTo>
                  <a:cubicBezTo>
                    <a:pt x="22621" y="98109"/>
                    <a:pt x="22621" y="100181"/>
                    <a:pt x="7077" y="100181"/>
                  </a:cubicBezTo>
                  <a:lnTo>
                    <a:pt x="1170" y="100181"/>
                  </a:lnTo>
                  <a:lnTo>
                    <a:pt x="1170" y="105921"/>
                  </a:lnTo>
                  <a:cubicBezTo>
                    <a:pt x="3968" y="105761"/>
                    <a:pt x="23087" y="105283"/>
                    <a:pt x="28838" y="105283"/>
                  </a:cubicBezTo>
                  <a:cubicBezTo>
                    <a:pt x="33657" y="105283"/>
                    <a:pt x="53242" y="105761"/>
                    <a:pt x="56661" y="105921"/>
                  </a:cubicBezTo>
                  <a:lnTo>
                    <a:pt x="56661" y="100181"/>
                  </a:lnTo>
                  <a:lnTo>
                    <a:pt x="50755" y="100181"/>
                  </a:lnTo>
                  <a:cubicBezTo>
                    <a:pt x="35211" y="100181"/>
                    <a:pt x="35211" y="98109"/>
                    <a:pt x="35211" y="92848"/>
                  </a:cubicBezTo>
                  <a:lnTo>
                    <a:pt x="35211" y="4528"/>
                  </a:lnTo>
                  <a:close/>
                </a:path>
              </a:pathLst>
            </a:custGeom>
            <a:solidFill>
              <a:srgbClr val="000000"/>
            </a:solidFill>
            <a:ln w="21907" cap="flat">
              <a:noFill/>
              <a:prstDash val="solid"/>
              <a:miter/>
            </a:ln>
          </p:spPr>
          <p:txBody>
            <a:bodyPr rtlCol="0" anchor="ctr"/>
            <a:lstStyle/>
            <a:p>
              <a:endParaRPr lang="en-US"/>
            </a:p>
          </p:txBody>
        </p:sp>
      </p:grpSp>
      <p:grpSp>
        <p:nvGrpSpPr>
          <p:cNvPr id="105" name="Group 104" descr="\documentclass{article}&#10;\usepackage{amsmath}&#10;\pagestyle{empty}&#10;\begin{document}&#10;&#10;&#10;$\text{CPH } \hat{h}(x)$&#10;&#10;\end{document}" title="IguanaTex Vector Display">
            <a:extLst>
              <a:ext uri="{FF2B5EF4-FFF2-40B4-BE49-F238E27FC236}">
                <a16:creationId xmlns:a16="http://schemas.microsoft.com/office/drawing/2014/main" id="{C970A2A0-4AD3-7212-5E3A-BD1E9A9D17A7}"/>
              </a:ext>
            </a:extLst>
          </p:cNvPr>
          <p:cNvGrpSpPr>
            <a:grpSpLocks noChangeAspect="1"/>
          </p:cNvGrpSpPr>
          <p:nvPr>
            <p:custDataLst>
              <p:tags r:id="rId4"/>
            </p:custDataLst>
          </p:nvPr>
        </p:nvGrpSpPr>
        <p:grpSpPr>
          <a:xfrm>
            <a:off x="5655594" y="2835880"/>
            <a:ext cx="657290" cy="185504"/>
            <a:chOff x="4316433" y="3756643"/>
            <a:chExt cx="974724" cy="275092"/>
          </a:xfrm>
        </p:grpSpPr>
        <p:sp>
          <p:nvSpPr>
            <p:cNvPr id="97" name="Freeform: Shape 96">
              <a:extLst>
                <a:ext uri="{FF2B5EF4-FFF2-40B4-BE49-F238E27FC236}">
                  <a16:creationId xmlns:a16="http://schemas.microsoft.com/office/drawing/2014/main" id="{1F4F427F-245D-0173-4361-CE7DD4149D58}"/>
                </a:ext>
              </a:extLst>
            </p:cNvPr>
            <p:cNvSpPr/>
            <p:nvPr>
              <p:custDataLst>
                <p:tags r:id="rId74"/>
              </p:custDataLst>
            </p:nvPr>
          </p:nvSpPr>
          <p:spPr>
            <a:xfrm>
              <a:off x="4316433" y="3814238"/>
              <a:ext cx="139485" cy="165571"/>
            </a:xfrm>
            <a:custGeom>
              <a:avLst/>
              <a:gdLst>
                <a:gd name="connsiteX0" fmla="*/ 77 w 139485"/>
                <a:gd name="connsiteY0" fmla="*/ 82735 h 165571"/>
                <a:gd name="connsiteX1" fmla="*/ 79783 w 139485"/>
                <a:gd name="connsiteY1" fmla="*/ 165634 h 165571"/>
                <a:gd name="connsiteX2" fmla="*/ 139562 w 139485"/>
                <a:gd name="connsiteY2" fmla="*/ 107559 h 165571"/>
                <a:gd name="connsiteX3" fmla="*/ 136585 w 139485"/>
                <a:gd name="connsiteY3" fmla="*/ 103687 h 165571"/>
                <a:gd name="connsiteX4" fmla="*/ 133836 w 139485"/>
                <a:gd name="connsiteY4" fmla="*/ 107331 h 165571"/>
                <a:gd name="connsiteX5" fmla="*/ 82531 w 139485"/>
                <a:gd name="connsiteY5" fmla="*/ 158574 h 165571"/>
                <a:gd name="connsiteX6" fmla="*/ 23668 w 139485"/>
                <a:gd name="connsiteY6" fmla="*/ 82962 h 165571"/>
                <a:gd name="connsiteX7" fmla="*/ 82302 w 139485"/>
                <a:gd name="connsiteY7" fmla="*/ 7123 h 165571"/>
                <a:gd name="connsiteX8" fmla="*/ 132233 w 139485"/>
                <a:gd name="connsiteY8" fmla="*/ 61099 h 165571"/>
                <a:gd name="connsiteX9" fmla="*/ 135897 w 139485"/>
                <a:gd name="connsiteY9" fmla="*/ 64970 h 165571"/>
                <a:gd name="connsiteX10" fmla="*/ 139562 w 139485"/>
                <a:gd name="connsiteY10" fmla="*/ 59504 h 165571"/>
                <a:gd name="connsiteX11" fmla="*/ 139562 w 139485"/>
                <a:gd name="connsiteY11" fmla="*/ 5529 h 165571"/>
                <a:gd name="connsiteX12" fmla="*/ 137043 w 139485"/>
                <a:gd name="connsiteY12" fmla="*/ 63 h 165571"/>
                <a:gd name="connsiteX13" fmla="*/ 133378 w 139485"/>
                <a:gd name="connsiteY13" fmla="*/ 2796 h 165571"/>
                <a:gd name="connsiteX14" fmla="*/ 121926 w 139485"/>
                <a:gd name="connsiteY14" fmla="*/ 19649 h 165571"/>
                <a:gd name="connsiteX15" fmla="*/ 79783 w 139485"/>
                <a:gd name="connsiteY15" fmla="*/ 63 h 165571"/>
                <a:gd name="connsiteX16" fmla="*/ 77 w 139485"/>
                <a:gd name="connsiteY16" fmla="*/ 82735 h 165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485" h="165571">
                  <a:moveTo>
                    <a:pt x="77" y="82735"/>
                  </a:moveTo>
                  <a:cubicBezTo>
                    <a:pt x="77" y="129878"/>
                    <a:pt x="37181" y="165634"/>
                    <a:pt x="79783" y="165634"/>
                  </a:cubicBezTo>
                  <a:cubicBezTo>
                    <a:pt x="117116" y="165634"/>
                    <a:pt x="139562" y="133977"/>
                    <a:pt x="139562" y="107559"/>
                  </a:cubicBezTo>
                  <a:cubicBezTo>
                    <a:pt x="139562" y="105281"/>
                    <a:pt x="139562" y="103687"/>
                    <a:pt x="136585" y="103687"/>
                  </a:cubicBezTo>
                  <a:cubicBezTo>
                    <a:pt x="134065" y="103687"/>
                    <a:pt x="134065" y="105054"/>
                    <a:pt x="133836" y="107331"/>
                  </a:cubicBezTo>
                  <a:cubicBezTo>
                    <a:pt x="132004" y="139899"/>
                    <a:pt x="107496" y="158574"/>
                    <a:pt x="82531" y="158574"/>
                  </a:cubicBezTo>
                  <a:cubicBezTo>
                    <a:pt x="68560" y="158574"/>
                    <a:pt x="23668" y="150831"/>
                    <a:pt x="23668" y="82962"/>
                  </a:cubicBezTo>
                  <a:cubicBezTo>
                    <a:pt x="23668" y="14866"/>
                    <a:pt x="68331" y="7123"/>
                    <a:pt x="82302" y="7123"/>
                  </a:cubicBezTo>
                  <a:cubicBezTo>
                    <a:pt x="107267" y="7123"/>
                    <a:pt x="127652" y="27848"/>
                    <a:pt x="132233" y="61099"/>
                  </a:cubicBezTo>
                  <a:cubicBezTo>
                    <a:pt x="132691" y="64287"/>
                    <a:pt x="132691" y="64970"/>
                    <a:pt x="135897" y="64970"/>
                  </a:cubicBezTo>
                  <a:cubicBezTo>
                    <a:pt x="139562" y="64970"/>
                    <a:pt x="139562" y="64287"/>
                    <a:pt x="139562" y="59504"/>
                  </a:cubicBezTo>
                  <a:lnTo>
                    <a:pt x="139562" y="5529"/>
                  </a:lnTo>
                  <a:cubicBezTo>
                    <a:pt x="139562" y="1657"/>
                    <a:pt x="139562" y="63"/>
                    <a:pt x="137043" y="63"/>
                  </a:cubicBezTo>
                  <a:cubicBezTo>
                    <a:pt x="136126" y="63"/>
                    <a:pt x="135210" y="63"/>
                    <a:pt x="133378" y="2796"/>
                  </a:cubicBezTo>
                  <a:lnTo>
                    <a:pt x="121926" y="19649"/>
                  </a:lnTo>
                  <a:cubicBezTo>
                    <a:pt x="113452" y="11450"/>
                    <a:pt x="101770" y="63"/>
                    <a:pt x="79783" y="63"/>
                  </a:cubicBezTo>
                  <a:cubicBezTo>
                    <a:pt x="36952" y="63"/>
                    <a:pt x="77" y="36274"/>
                    <a:pt x="77" y="82735"/>
                  </a:cubicBezTo>
                  <a:close/>
                </a:path>
              </a:pathLst>
            </a:custGeom>
            <a:solidFill>
              <a:srgbClr val="000000"/>
            </a:solidFill>
            <a:ln w="22947"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F45711F1-0349-165D-A75F-30B3B5AE2BFA}"/>
                </a:ext>
              </a:extLst>
            </p:cNvPr>
            <p:cNvSpPr/>
            <p:nvPr>
              <p:custDataLst>
                <p:tags r:id="rId75"/>
              </p:custDataLst>
            </p:nvPr>
          </p:nvSpPr>
          <p:spPr>
            <a:xfrm>
              <a:off x="4477042" y="3819249"/>
              <a:ext cx="134904" cy="155550"/>
            </a:xfrm>
            <a:custGeom>
              <a:avLst/>
              <a:gdLst>
                <a:gd name="connsiteX0" fmla="*/ 44060 w 134904"/>
                <a:gd name="connsiteY0" fmla="*/ 83646 h 155550"/>
                <a:gd name="connsiteX1" fmla="*/ 82767 w 134904"/>
                <a:gd name="connsiteY1" fmla="*/ 83646 h 155550"/>
                <a:gd name="connsiteX2" fmla="*/ 134988 w 134904"/>
                <a:gd name="connsiteY2" fmla="*/ 42424 h 155550"/>
                <a:gd name="connsiteX3" fmla="*/ 80935 w 134904"/>
                <a:gd name="connsiteY3" fmla="*/ 63 h 155550"/>
                <a:gd name="connsiteX4" fmla="*/ 84 w 134904"/>
                <a:gd name="connsiteY4" fmla="*/ 63 h 155550"/>
                <a:gd name="connsiteX5" fmla="*/ 84 w 134904"/>
                <a:gd name="connsiteY5" fmla="*/ 7123 h 155550"/>
                <a:gd name="connsiteX6" fmla="*/ 5581 w 134904"/>
                <a:gd name="connsiteY6" fmla="*/ 7123 h 155550"/>
                <a:gd name="connsiteX7" fmla="*/ 23675 w 134904"/>
                <a:gd name="connsiteY7" fmla="*/ 17827 h 155550"/>
                <a:gd name="connsiteX8" fmla="*/ 23675 w 134904"/>
                <a:gd name="connsiteY8" fmla="*/ 137849 h 155550"/>
                <a:gd name="connsiteX9" fmla="*/ 5581 w 134904"/>
                <a:gd name="connsiteY9" fmla="*/ 148553 h 155550"/>
                <a:gd name="connsiteX10" fmla="*/ 84 w 134904"/>
                <a:gd name="connsiteY10" fmla="*/ 148553 h 155550"/>
                <a:gd name="connsiteX11" fmla="*/ 84 w 134904"/>
                <a:gd name="connsiteY11" fmla="*/ 155613 h 155550"/>
                <a:gd name="connsiteX12" fmla="*/ 33753 w 134904"/>
                <a:gd name="connsiteY12" fmla="*/ 154930 h 155550"/>
                <a:gd name="connsiteX13" fmla="*/ 67651 w 134904"/>
                <a:gd name="connsiteY13" fmla="*/ 155613 h 155550"/>
                <a:gd name="connsiteX14" fmla="*/ 67651 w 134904"/>
                <a:gd name="connsiteY14" fmla="*/ 148553 h 155550"/>
                <a:gd name="connsiteX15" fmla="*/ 62154 w 134904"/>
                <a:gd name="connsiteY15" fmla="*/ 148553 h 155550"/>
                <a:gd name="connsiteX16" fmla="*/ 44060 w 134904"/>
                <a:gd name="connsiteY16" fmla="*/ 137849 h 155550"/>
                <a:gd name="connsiteX17" fmla="*/ 44060 w 134904"/>
                <a:gd name="connsiteY17" fmla="*/ 83646 h 155550"/>
                <a:gd name="connsiteX18" fmla="*/ 43372 w 134904"/>
                <a:gd name="connsiteY18" fmla="*/ 77724 h 155550"/>
                <a:gd name="connsiteX19" fmla="*/ 43372 w 134904"/>
                <a:gd name="connsiteY19" fmla="*/ 16233 h 155550"/>
                <a:gd name="connsiteX20" fmla="*/ 54595 w 134904"/>
                <a:gd name="connsiteY20" fmla="*/ 7123 h 155550"/>
                <a:gd name="connsiteX21" fmla="*/ 74980 w 134904"/>
                <a:gd name="connsiteY21" fmla="*/ 7123 h 155550"/>
                <a:gd name="connsiteX22" fmla="*/ 111397 w 134904"/>
                <a:gd name="connsiteY22" fmla="*/ 42424 h 155550"/>
                <a:gd name="connsiteX23" fmla="*/ 74980 w 134904"/>
                <a:gd name="connsiteY23" fmla="*/ 77724 h 155550"/>
                <a:gd name="connsiteX24" fmla="*/ 43372 w 134904"/>
                <a:gd name="connsiteY24" fmla="*/ 77724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4904" h="155550">
                  <a:moveTo>
                    <a:pt x="44060" y="83646"/>
                  </a:moveTo>
                  <a:lnTo>
                    <a:pt x="82767" y="83646"/>
                  </a:lnTo>
                  <a:cubicBezTo>
                    <a:pt x="110252" y="83646"/>
                    <a:pt x="134988" y="65198"/>
                    <a:pt x="134988" y="42424"/>
                  </a:cubicBezTo>
                  <a:cubicBezTo>
                    <a:pt x="134988" y="20104"/>
                    <a:pt x="112313" y="63"/>
                    <a:pt x="80935" y="63"/>
                  </a:cubicBezTo>
                  <a:lnTo>
                    <a:pt x="84" y="63"/>
                  </a:lnTo>
                  <a:lnTo>
                    <a:pt x="84" y="7123"/>
                  </a:lnTo>
                  <a:lnTo>
                    <a:pt x="5581" y="7123"/>
                  </a:lnTo>
                  <a:cubicBezTo>
                    <a:pt x="23217" y="7123"/>
                    <a:pt x="23675" y="9628"/>
                    <a:pt x="23675" y="17827"/>
                  </a:cubicBezTo>
                  <a:lnTo>
                    <a:pt x="23675" y="137849"/>
                  </a:lnTo>
                  <a:cubicBezTo>
                    <a:pt x="23675" y="146048"/>
                    <a:pt x="23217" y="148553"/>
                    <a:pt x="5581" y="148553"/>
                  </a:cubicBezTo>
                  <a:lnTo>
                    <a:pt x="84" y="148553"/>
                  </a:lnTo>
                  <a:lnTo>
                    <a:pt x="84" y="155613"/>
                  </a:lnTo>
                  <a:cubicBezTo>
                    <a:pt x="8100" y="154930"/>
                    <a:pt x="25049" y="154930"/>
                    <a:pt x="33753" y="154930"/>
                  </a:cubicBezTo>
                  <a:cubicBezTo>
                    <a:pt x="42456" y="154930"/>
                    <a:pt x="59634" y="154930"/>
                    <a:pt x="67651" y="155613"/>
                  </a:cubicBezTo>
                  <a:lnTo>
                    <a:pt x="67651" y="148553"/>
                  </a:lnTo>
                  <a:lnTo>
                    <a:pt x="62154" y="148553"/>
                  </a:lnTo>
                  <a:cubicBezTo>
                    <a:pt x="44518" y="148553"/>
                    <a:pt x="44060" y="146048"/>
                    <a:pt x="44060" y="137849"/>
                  </a:cubicBezTo>
                  <a:lnTo>
                    <a:pt x="44060" y="83646"/>
                  </a:lnTo>
                  <a:close/>
                  <a:moveTo>
                    <a:pt x="43372" y="77724"/>
                  </a:moveTo>
                  <a:lnTo>
                    <a:pt x="43372" y="16233"/>
                  </a:lnTo>
                  <a:cubicBezTo>
                    <a:pt x="43372" y="8717"/>
                    <a:pt x="43831" y="7123"/>
                    <a:pt x="54595" y="7123"/>
                  </a:cubicBezTo>
                  <a:lnTo>
                    <a:pt x="74980" y="7123"/>
                  </a:lnTo>
                  <a:cubicBezTo>
                    <a:pt x="111397" y="7123"/>
                    <a:pt x="111397" y="31264"/>
                    <a:pt x="111397" y="42424"/>
                  </a:cubicBezTo>
                  <a:cubicBezTo>
                    <a:pt x="111397" y="53128"/>
                    <a:pt x="111397" y="77724"/>
                    <a:pt x="74980" y="77724"/>
                  </a:cubicBezTo>
                  <a:lnTo>
                    <a:pt x="43372" y="77724"/>
                  </a:lnTo>
                  <a:close/>
                </a:path>
              </a:pathLst>
            </a:custGeom>
            <a:solidFill>
              <a:srgbClr val="000000"/>
            </a:solidFill>
            <a:ln w="22947"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44CEE114-036A-0A00-9DB2-776274A0473A}"/>
                </a:ext>
              </a:extLst>
            </p:cNvPr>
            <p:cNvSpPr/>
            <p:nvPr>
              <p:custDataLst>
                <p:tags r:id="rId76"/>
              </p:custDataLst>
            </p:nvPr>
          </p:nvSpPr>
          <p:spPr>
            <a:xfrm>
              <a:off x="4632459" y="3819249"/>
              <a:ext cx="156434" cy="155550"/>
            </a:xfrm>
            <a:custGeom>
              <a:avLst/>
              <a:gdLst>
                <a:gd name="connsiteX0" fmla="*/ 132934 w 156434"/>
                <a:gd name="connsiteY0" fmla="*/ 17827 h 155550"/>
                <a:gd name="connsiteX1" fmla="*/ 151028 w 156434"/>
                <a:gd name="connsiteY1" fmla="*/ 7123 h 155550"/>
                <a:gd name="connsiteX2" fmla="*/ 156525 w 156434"/>
                <a:gd name="connsiteY2" fmla="*/ 7123 h 155550"/>
                <a:gd name="connsiteX3" fmla="*/ 156525 w 156434"/>
                <a:gd name="connsiteY3" fmla="*/ 63 h 155550"/>
                <a:gd name="connsiteX4" fmla="*/ 122856 w 156434"/>
                <a:gd name="connsiteY4" fmla="*/ 746 h 155550"/>
                <a:gd name="connsiteX5" fmla="*/ 88958 w 156434"/>
                <a:gd name="connsiteY5" fmla="*/ 63 h 155550"/>
                <a:gd name="connsiteX6" fmla="*/ 88958 w 156434"/>
                <a:gd name="connsiteY6" fmla="*/ 7123 h 155550"/>
                <a:gd name="connsiteX7" fmla="*/ 94455 w 156434"/>
                <a:gd name="connsiteY7" fmla="*/ 7123 h 155550"/>
                <a:gd name="connsiteX8" fmla="*/ 112549 w 156434"/>
                <a:gd name="connsiteY8" fmla="*/ 17827 h 155550"/>
                <a:gd name="connsiteX9" fmla="*/ 112549 w 156434"/>
                <a:gd name="connsiteY9" fmla="*/ 71120 h 155550"/>
                <a:gd name="connsiteX10" fmla="*/ 44066 w 156434"/>
                <a:gd name="connsiteY10" fmla="*/ 71120 h 155550"/>
                <a:gd name="connsiteX11" fmla="*/ 44066 w 156434"/>
                <a:gd name="connsiteY11" fmla="*/ 17827 h 155550"/>
                <a:gd name="connsiteX12" fmla="*/ 62161 w 156434"/>
                <a:gd name="connsiteY12" fmla="*/ 7123 h 155550"/>
                <a:gd name="connsiteX13" fmla="*/ 67657 w 156434"/>
                <a:gd name="connsiteY13" fmla="*/ 7123 h 155550"/>
                <a:gd name="connsiteX14" fmla="*/ 67657 w 156434"/>
                <a:gd name="connsiteY14" fmla="*/ 63 h 155550"/>
                <a:gd name="connsiteX15" fmla="*/ 33989 w 156434"/>
                <a:gd name="connsiteY15" fmla="*/ 746 h 155550"/>
                <a:gd name="connsiteX16" fmla="*/ 91 w 156434"/>
                <a:gd name="connsiteY16" fmla="*/ 63 h 155550"/>
                <a:gd name="connsiteX17" fmla="*/ 91 w 156434"/>
                <a:gd name="connsiteY17" fmla="*/ 7123 h 155550"/>
                <a:gd name="connsiteX18" fmla="*/ 5588 w 156434"/>
                <a:gd name="connsiteY18" fmla="*/ 7123 h 155550"/>
                <a:gd name="connsiteX19" fmla="*/ 23682 w 156434"/>
                <a:gd name="connsiteY19" fmla="*/ 17827 h 155550"/>
                <a:gd name="connsiteX20" fmla="*/ 23682 w 156434"/>
                <a:gd name="connsiteY20" fmla="*/ 137849 h 155550"/>
                <a:gd name="connsiteX21" fmla="*/ 5588 w 156434"/>
                <a:gd name="connsiteY21" fmla="*/ 148553 h 155550"/>
                <a:gd name="connsiteX22" fmla="*/ 91 w 156434"/>
                <a:gd name="connsiteY22" fmla="*/ 148553 h 155550"/>
                <a:gd name="connsiteX23" fmla="*/ 91 w 156434"/>
                <a:gd name="connsiteY23" fmla="*/ 155613 h 155550"/>
                <a:gd name="connsiteX24" fmla="*/ 33760 w 156434"/>
                <a:gd name="connsiteY24" fmla="*/ 154930 h 155550"/>
                <a:gd name="connsiteX25" fmla="*/ 67657 w 156434"/>
                <a:gd name="connsiteY25" fmla="*/ 155613 h 155550"/>
                <a:gd name="connsiteX26" fmla="*/ 67657 w 156434"/>
                <a:gd name="connsiteY26" fmla="*/ 148553 h 155550"/>
                <a:gd name="connsiteX27" fmla="*/ 62161 w 156434"/>
                <a:gd name="connsiteY27" fmla="*/ 148553 h 155550"/>
                <a:gd name="connsiteX28" fmla="*/ 44066 w 156434"/>
                <a:gd name="connsiteY28" fmla="*/ 137849 h 155550"/>
                <a:gd name="connsiteX29" fmla="*/ 44066 w 156434"/>
                <a:gd name="connsiteY29" fmla="*/ 78180 h 155550"/>
                <a:gd name="connsiteX30" fmla="*/ 112549 w 156434"/>
                <a:gd name="connsiteY30" fmla="*/ 78180 h 155550"/>
                <a:gd name="connsiteX31" fmla="*/ 112549 w 156434"/>
                <a:gd name="connsiteY31" fmla="*/ 137849 h 155550"/>
                <a:gd name="connsiteX32" fmla="*/ 94455 w 156434"/>
                <a:gd name="connsiteY32" fmla="*/ 148553 h 155550"/>
                <a:gd name="connsiteX33" fmla="*/ 88958 w 156434"/>
                <a:gd name="connsiteY33" fmla="*/ 148553 h 155550"/>
                <a:gd name="connsiteX34" fmla="*/ 88958 w 156434"/>
                <a:gd name="connsiteY34" fmla="*/ 155613 h 155550"/>
                <a:gd name="connsiteX35" fmla="*/ 122627 w 156434"/>
                <a:gd name="connsiteY35" fmla="*/ 154930 h 155550"/>
                <a:gd name="connsiteX36" fmla="*/ 156525 w 156434"/>
                <a:gd name="connsiteY36" fmla="*/ 155613 h 155550"/>
                <a:gd name="connsiteX37" fmla="*/ 156525 w 156434"/>
                <a:gd name="connsiteY37" fmla="*/ 148553 h 155550"/>
                <a:gd name="connsiteX38" fmla="*/ 151028 w 156434"/>
                <a:gd name="connsiteY38" fmla="*/ 148553 h 155550"/>
                <a:gd name="connsiteX39" fmla="*/ 132934 w 156434"/>
                <a:gd name="connsiteY39" fmla="*/ 137849 h 155550"/>
                <a:gd name="connsiteX40" fmla="*/ 132934 w 156434"/>
                <a:gd name="connsiteY40" fmla="*/ 17827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6434" h="155550">
                  <a:moveTo>
                    <a:pt x="132934" y="17827"/>
                  </a:moveTo>
                  <a:cubicBezTo>
                    <a:pt x="132934" y="9628"/>
                    <a:pt x="133392" y="7123"/>
                    <a:pt x="151028" y="7123"/>
                  </a:cubicBezTo>
                  <a:lnTo>
                    <a:pt x="156525" y="7123"/>
                  </a:lnTo>
                  <a:lnTo>
                    <a:pt x="156525" y="63"/>
                  </a:lnTo>
                  <a:cubicBezTo>
                    <a:pt x="148509" y="746"/>
                    <a:pt x="131560" y="746"/>
                    <a:pt x="122856" y="746"/>
                  </a:cubicBezTo>
                  <a:cubicBezTo>
                    <a:pt x="114153" y="746"/>
                    <a:pt x="96975" y="746"/>
                    <a:pt x="88958" y="63"/>
                  </a:cubicBezTo>
                  <a:lnTo>
                    <a:pt x="88958" y="7123"/>
                  </a:lnTo>
                  <a:lnTo>
                    <a:pt x="94455" y="7123"/>
                  </a:lnTo>
                  <a:cubicBezTo>
                    <a:pt x="112091" y="7123"/>
                    <a:pt x="112549" y="9628"/>
                    <a:pt x="112549" y="17827"/>
                  </a:cubicBezTo>
                  <a:lnTo>
                    <a:pt x="112549" y="71120"/>
                  </a:lnTo>
                  <a:lnTo>
                    <a:pt x="44066" y="71120"/>
                  </a:lnTo>
                  <a:lnTo>
                    <a:pt x="44066" y="17827"/>
                  </a:lnTo>
                  <a:cubicBezTo>
                    <a:pt x="44066" y="9628"/>
                    <a:pt x="44524" y="7123"/>
                    <a:pt x="62161" y="7123"/>
                  </a:cubicBezTo>
                  <a:lnTo>
                    <a:pt x="67657" y="7123"/>
                  </a:lnTo>
                  <a:lnTo>
                    <a:pt x="67657" y="63"/>
                  </a:lnTo>
                  <a:cubicBezTo>
                    <a:pt x="59641" y="746"/>
                    <a:pt x="42692" y="746"/>
                    <a:pt x="33989" y="746"/>
                  </a:cubicBezTo>
                  <a:cubicBezTo>
                    <a:pt x="25285" y="746"/>
                    <a:pt x="8107" y="746"/>
                    <a:pt x="91" y="63"/>
                  </a:cubicBezTo>
                  <a:lnTo>
                    <a:pt x="91" y="7123"/>
                  </a:lnTo>
                  <a:lnTo>
                    <a:pt x="5588" y="7123"/>
                  </a:lnTo>
                  <a:cubicBezTo>
                    <a:pt x="23224" y="7123"/>
                    <a:pt x="23682" y="9628"/>
                    <a:pt x="23682" y="17827"/>
                  </a:cubicBezTo>
                  <a:lnTo>
                    <a:pt x="23682" y="137849"/>
                  </a:lnTo>
                  <a:cubicBezTo>
                    <a:pt x="23682" y="146048"/>
                    <a:pt x="23224" y="148553"/>
                    <a:pt x="5588" y="148553"/>
                  </a:cubicBezTo>
                  <a:lnTo>
                    <a:pt x="91" y="148553"/>
                  </a:lnTo>
                  <a:lnTo>
                    <a:pt x="91" y="155613"/>
                  </a:lnTo>
                  <a:cubicBezTo>
                    <a:pt x="8107" y="154930"/>
                    <a:pt x="25056" y="154930"/>
                    <a:pt x="33760" y="154930"/>
                  </a:cubicBezTo>
                  <a:cubicBezTo>
                    <a:pt x="42463" y="154930"/>
                    <a:pt x="59641" y="154930"/>
                    <a:pt x="67657" y="155613"/>
                  </a:cubicBezTo>
                  <a:lnTo>
                    <a:pt x="67657" y="148553"/>
                  </a:lnTo>
                  <a:lnTo>
                    <a:pt x="62161" y="148553"/>
                  </a:lnTo>
                  <a:cubicBezTo>
                    <a:pt x="44524" y="148553"/>
                    <a:pt x="44066" y="146048"/>
                    <a:pt x="44066" y="137849"/>
                  </a:cubicBezTo>
                  <a:lnTo>
                    <a:pt x="44066" y="78180"/>
                  </a:lnTo>
                  <a:lnTo>
                    <a:pt x="112549" y="78180"/>
                  </a:lnTo>
                  <a:lnTo>
                    <a:pt x="112549" y="137849"/>
                  </a:lnTo>
                  <a:cubicBezTo>
                    <a:pt x="112549" y="146048"/>
                    <a:pt x="112091" y="148553"/>
                    <a:pt x="94455" y="148553"/>
                  </a:cubicBezTo>
                  <a:lnTo>
                    <a:pt x="88958" y="148553"/>
                  </a:lnTo>
                  <a:lnTo>
                    <a:pt x="88958" y="155613"/>
                  </a:lnTo>
                  <a:cubicBezTo>
                    <a:pt x="96975" y="154930"/>
                    <a:pt x="113924" y="154930"/>
                    <a:pt x="122627" y="154930"/>
                  </a:cubicBezTo>
                  <a:cubicBezTo>
                    <a:pt x="131331" y="154930"/>
                    <a:pt x="148509" y="154930"/>
                    <a:pt x="156525" y="155613"/>
                  </a:cubicBezTo>
                  <a:lnTo>
                    <a:pt x="156525" y="148553"/>
                  </a:lnTo>
                  <a:lnTo>
                    <a:pt x="151028" y="148553"/>
                  </a:lnTo>
                  <a:cubicBezTo>
                    <a:pt x="133392" y="148553"/>
                    <a:pt x="132934" y="146048"/>
                    <a:pt x="132934" y="137849"/>
                  </a:cubicBezTo>
                  <a:lnTo>
                    <a:pt x="132934" y="17827"/>
                  </a:lnTo>
                  <a:close/>
                </a:path>
              </a:pathLst>
            </a:custGeom>
            <a:solidFill>
              <a:srgbClr val="000000"/>
            </a:solidFill>
            <a:ln w="22947"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212E3A7A-7ED2-42F5-78EA-C14D769129EF}"/>
                </a:ext>
              </a:extLst>
            </p:cNvPr>
            <p:cNvSpPr/>
            <p:nvPr>
              <p:custDataLst>
                <p:tags r:id="rId77"/>
              </p:custDataLst>
            </p:nvPr>
          </p:nvSpPr>
          <p:spPr>
            <a:xfrm>
              <a:off x="4901954" y="3756643"/>
              <a:ext cx="61153" cy="35072"/>
            </a:xfrm>
            <a:custGeom>
              <a:avLst/>
              <a:gdLst>
                <a:gd name="connsiteX0" fmla="*/ 30793 w 61153"/>
                <a:gd name="connsiteY0" fmla="*/ 60 h 35072"/>
                <a:gd name="connsiteX1" fmla="*/ 102 w 61153"/>
                <a:gd name="connsiteY1" fmla="*/ 31034 h 35072"/>
                <a:gd name="connsiteX2" fmla="*/ 4224 w 61153"/>
                <a:gd name="connsiteY2" fmla="*/ 35133 h 35072"/>
                <a:gd name="connsiteX3" fmla="*/ 30793 w 61153"/>
                <a:gd name="connsiteY3" fmla="*/ 11903 h 35072"/>
                <a:gd name="connsiteX4" fmla="*/ 57133 w 61153"/>
                <a:gd name="connsiteY4" fmla="*/ 35133 h 35072"/>
                <a:gd name="connsiteX5" fmla="*/ 61255 w 61153"/>
                <a:gd name="connsiteY5" fmla="*/ 31034 h 35072"/>
                <a:gd name="connsiteX6" fmla="*/ 30793 w 61153"/>
                <a:gd name="connsiteY6" fmla="*/ 60 h 35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153" h="35072">
                  <a:moveTo>
                    <a:pt x="30793" y="60"/>
                  </a:moveTo>
                  <a:lnTo>
                    <a:pt x="102" y="31034"/>
                  </a:lnTo>
                  <a:lnTo>
                    <a:pt x="4224" y="35133"/>
                  </a:lnTo>
                  <a:lnTo>
                    <a:pt x="30793" y="11903"/>
                  </a:lnTo>
                  <a:lnTo>
                    <a:pt x="57133" y="35133"/>
                  </a:lnTo>
                  <a:lnTo>
                    <a:pt x="61255" y="31034"/>
                  </a:lnTo>
                  <a:lnTo>
                    <a:pt x="30793" y="60"/>
                  </a:lnTo>
                  <a:close/>
                </a:path>
              </a:pathLst>
            </a:custGeom>
            <a:solidFill>
              <a:srgbClr val="000000"/>
            </a:solidFill>
            <a:ln w="22947"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815ED08D-941E-E3B4-9A06-711BD54919B8}"/>
                </a:ext>
              </a:extLst>
            </p:cNvPr>
            <p:cNvSpPr/>
            <p:nvPr>
              <p:custDataLst>
                <p:tags r:id="rId78"/>
              </p:custDataLst>
            </p:nvPr>
          </p:nvSpPr>
          <p:spPr>
            <a:xfrm>
              <a:off x="4885624" y="3816743"/>
              <a:ext cx="112458" cy="160560"/>
            </a:xfrm>
            <a:custGeom>
              <a:avLst/>
              <a:gdLst>
                <a:gd name="connsiteX0" fmla="*/ 53239 w 112458"/>
                <a:gd name="connsiteY0" fmla="*/ 2568 h 160560"/>
                <a:gd name="connsiteX1" fmla="*/ 50261 w 112458"/>
                <a:gd name="connsiteY1" fmla="*/ 63 h 160560"/>
                <a:gd name="connsiteX2" fmla="*/ 22318 w 112458"/>
                <a:gd name="connsiteY2" fmla="*/ 2340 h 160560"/>
                <a:gd name="connsiteX3" fmla="*/ 17967 w 112458"/>
                <a:gd name="connsiteY3" fmla="*/ 6895 h 160560"/>
                <a:gd name="connsiteX4" fmla="*/ 23464 w 112458"/>
                <a:gd name="connsiteY4" fmla="*/ 9628 h 160560"/>
                <a:gd name="connsiteX5" fmla="*/ 34916 w 112458"/>
                <a:gd name="connsiteY5" fmla="*/ 13500 h 160560"/>
                <a:gd name="connsiteX6" fmla="*/ 34228 w 112458"/>
                <a:gd name="connsiteY6" fmla="*/ 18055 h 160560"/>
                <a:gd name="connsiteX7" fmla="*/ 1018 w 112458"/>
                <a:gd name="connsiteY7" fmla="*/ 149236 h 160560"/>
                <a:gd name="connsiteX8" fmla="*/ 101 w 112458"/>
                <a:gd name="connsiteY8" fmla="*/ 154247 h 160560"/>
                <a:gd name="connsiteX9" fmla="*/ 6744 w 112458"/>
                <a:gd name="connsiteY9" fmla="*/ 160624 h 160560"/>
                <a:gd name="connsiteX10" fmla="*/ 15218 w 112458"/>
                <a:gd name="connsiteY10" fmla="*/ 154702 h 160560"/>
                <a:gd name="connsiteX11" fmla="*/ 19570 w 112458"/>
                <a:gd name="connsiteY11" fmla="*/ 137394 h 160560"/>
                <a:gd name="connsiteX12" fmla="*/ 24609 w 112458"/>
                <a:gd name="connsiteY12" fmla="*/ 116896 h 160560"/>
                <a:gd name="connsiteX13" fmla="*/ 28502 w 112458"/>
                <a:gd name="connsiteY13" fmla="*/ 101637 h 160560"/>
                <a:gd name="connsiteX14" fmla="*/ 31022 w 112458"/>
                <a:gd name="connsiteY14" fmla="*/ 91389 h 160560"/>
                <a:gd name="connsiteX15" fmla="*/ 46597 w 112458"/>
                <a:gd name="connsiteY15" fmla="*/ 70436 h 160560"/>
                <a:gd name="connsiteX16" fmla="*/ 68584 w 112458"/>
                <a:gd name="connsiteY16" fmla="*/ 62465 h 160560"/>
                <a:gd name="connsiteX17" fmla="*/ 80953 w 112458"/>
                <a:gd name="connsiteY17" fmla="*/ 78407 h 160560"/>
                <a:gd name="connsiteX18" fmla="*/ 66752 w 112458"/>
                <a:gd name="connsiteY18" fmla="*/ 129422 h 160560"/>
                <a:gd name="connsiteX19" fmla="*/ 63775 w 112458"/>
                <a:gd name="connsiteY19" fmla="*/ 141949 h 160560"/>
                <a:gd name="connsiteX20" fmla="*/ 82556 w 112458"/>
                <a:gd name="connsiteY20" fmla="*/ 160624 h 160560"/>
                <a:gd name="connsiteX21" fmla="*/ 112560 w 112458"/>
                <a:gd name="connsiteY21" fmla="*/ 125551 h 160560"/>
                <a:gd name="connsiteX22" fmla="*/ 109812 w 112458"/>
                <a:gd name="connsiteY22" fmla="*/ 123273 h 160560"/>
                <a:gd name="connsiteX23" fmla="*/ 106376 w 112458"/>
                <a:gd name="connsiteY23" fmla="*/ 127373 h 160560"/>
                <a:gd name="connsiteX24" fmla="*/ 83014 w 112458"/>
                <a:gd name="connsiteY24" fmla="*/ 155613 h 160560"/>
                <a:gd name="connsiteX25" fmla="*/ 77517 w 112458"/>
                <a:gd name="connsiteY25" fmla="*/ 148098 h 160560"/>
                <a:gd name="connsiteX26" fmla="*/ 81640 w 112458"/>
                <a:gd name="connsiteY26" fmla="*/ 131928 h 160560"/>
                <a:gd name="connsiteX27" fmla="*/ 95611 w 112458"/>
                <a:gd name="connsiteY27" fmla="*/ 81824 h 160560"/>
                <a:gd name="connsiteX28" fmla="*/ 69272 w 112458"/>
                <a:gd name="connsiteY28" fmla="*/ 57455 h 160560"/>
                <a:gd name="connsiteX29" fmla="*/ 35374 w 112458"/>
                <a:gd name="connsiteY29" fmla="*/ 74991 h 160560"/>
                <a:gd name="connsiteX30" fmla="*/ 53239 w 112458"/>
                <a:gd name="connsiteY30" fmla="*/ 2568 h 16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2458" h="160560">
                  <a:moveTo>
                    <a:pt x="53239" y="2568"/>
                  </a:moveTo>
                  <a:cubicBezTo>
                    <a:pt x="53239" y="2340"/>
                    <a:pt x="53239" y="63"/>
                    <a:pt x="50261" y="63"/>
                  </a:cubicBezTo>
                  <a:cubicBezTo>
                    <a:pt x="44993" y="63"/>
                    <a:pt x="28273" y="1885"/>
                    <a:pt x="22318" y="2340"/>
                  </a:cubicBezTo>
                  <a:cubicBezTo>
                    <a:pt x="20486" y="2568"/>
                    <a:pt x="17967" y="2796"/>
                    <a:pt x="17967" y="6895"/>
                  </a:cubicBezTo>
                  <a:cubicBezTo>
                    <a:pt x="17967" y="9628"/>
                    <a:pt x="20028" y="9628"/>
                    <a:pt x="23464" y="9628"/>
                  </a:cubicBezTo>
                  <a:cubicBezTo>
                    <a:pt x="34457" y="9628"/>
                    <a:pt x="34916" y="11222"/>
                    <a:pt x="34916" y="13500"/>
                  </a:cubicBezTo>
                  <a:lnTo>
                    <a:pt x="34228" y="18055"/>
                  </a:lnTo>
                  <a:lnTo>
                    <a:pt x="1018" y="149236"/>
                  </a:lnTo>
                  <a:cubicBezTo>
                    <a:pt x="101" y="152425"/>
                    <a:pt x="101" y="152880"/>
                    <a:pt x="101" y="154247"/>
                  </a:cubicBezTo>
                  <a:cubicBezTo>
                    <a:pt x="101" y="159485"/>
                    <a:pt x="4682" y="160624"/>
                    <a:pt x="6744" y="160624"/>
                  </a:cubicBezTo>
                  <a:cubicBezTo>
                    <a:pt x="10408" y="160624"/>
                    <a:pt x="14073" y="157891"/>
                    <a:pt x="15218" y="154702"/>
                  </a:cubicBezTo>
                  <a:lnTo>
                    <a:pt x="19570" y="137394"/>
                  </a:lnTo>
                  <a:lnTo>
                    <a:pt x="24609" y="116896"/>
                  </a:lnTo>
                  <a:cubicBezTo>
                    <a:pt x="25983" y="111886"/>
                    <a:pt x="27357" y="106876"/>
                    <a:pt x="28502" y="101637"/>
                  </a:cubicBezTo>
                  <a:cubicBezTo>
                    <a:pt x="28961" y="100271"/>
                    <a:pt x="30793" y="92755"/>
                    <a:pt x="31022" y="91389"/>
                  </a:cubicBezTo>
                  <a:cubicBezTo>
                    <a:pt x="31709" y="89339"/>
                    <a:pt x="38809" y="76585"/>
                    <a:pt x="46597" y="70436"/>
                  </a:cubicBezTo>
                  <a:cubicBezTo>
                    <a:pt x="51635" y="66792"/>
                    <a:pt x="58736" y="62465"/>
                    <a:pt x="68584" y="62465"/>
                  </a:cubicBezTo>
                  <a:cubicBezTo>
                    <a:pt x="78433" y="62465"/>
                    <a:pt x="80953" y="70209"/>
                    <a:pt x="80953" y="78407"/>
                  </a:cubicBezTo>
                  <a:cubicBezTo>
                    <a:pt x="80953" y="90706"/>
                    <a:pt x="72249" y="115530"/>
                    <a:pt x="66752" y="129422"/>
                  </a:cubicBezTo>
                  <a:cubicBezTo>
                    <a:pt x="64920" y="134661"/>
                    <a:pt x="63775" y="137394"/>
                    <a:pt x="63775" y="141949"/>
                  </a:cubicBezTo>
                  <a:cubicBezTo>
                    <a:pt x="63775" y="152653"/>
                    <a:pt x="71791" y="160624"/>
                    <a:pt x="82556" y="160624"/>
                  </a:cubicBezTo>
                  <a:cubicBezTo>
                    <a:pt x="104086" y="160624"/>
                    <a:pt x="112560" y="127373"/>
                    <a:pt x="112560" y="125551"/>
                  </a:cubicBezTo>
                  <a:cubicBezTo>
                    <a:pt x="112560" y="123273"/>
                    <a:pt x="110499" y="123273"/>
                    <a:pt x="109812" y="123273"/>
                  </a:cubicBezTo>
                  <a:cubicBezTo>
                    <a:pt x="107521" y="123273"/>
                    <a:pt x="107521" y="123957"/>
                    <a:pt x="106376" y="127373"/>
                  </a:cubicBezTo>
                  <a:cubicBezTo>
                    <a:pt x="102940" y="139443"/>
                    <a:pt x="95611" y="155613"/>
                    <a:pt x="83014" y="155613"/>
                  </a:cubicBezTo>
                  <a:cubicBezTo>
                    <a:pt x="79120" y="155613"/>
                    <a:pt x="77517" y="153336"/>
                    <a:pt x="77517" y="148098"/>
                  </a:cubicBezTo>
                  <a:cubicBezTo>
                    <a:pt x="77517" y="142404"/>
                    <a:pt x="79578" y="136938"/>
                    <a:pt x="81640" y="131928"/>
                  </a:cubicBezTo>
                  <a:cubicBezTo>
                    <a:pt x="85304" y="122135"/>
                    <a:pt x="95611" y="95033"/>
                    <a:pt x="95611" y="81824"/>
                  </a:cubicBezTo>
                  <a:cubicBezTo>
                    <a:pt x="95611" y="67020"/>
                    <a:pt x="86450" y="57455"/>
                    <a:pt x="69272" y="57455"/>
                  </a:cubicBezTo>
                  <a:cubicBezTo>
                    <a:pt x="54842" y="57455"/>
                    <a:pt x="43848" y="64515"/>
                    <a:pt x="35374" y="74991"/>
                  </a:cubicBezTo>
                  <a:lnTo>
                    <a:pt x="53239" y="2568"/>
                  </a:lnTo>
                  <a:close/>
                </a:path>
              </a:pathLst>
            </a:custGeom>
            <a:solidFill>
              <a:srgbClr val="000000"/>
            </a:solidFill>
            <a:ln w="22947"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5DE67979-961D-4ED1-448A-E0E7A87E80EF}"/>
                </a:ext>
              </a:extLst>
            </p:cNvPr>
            <p:cNvSpPr/>
            <p:nvPr>
              <p:custDataLst>
                <p:tags r:id="rId79"/>
              </p:custDataLst>
            </p:nvPr>
          </p:nvSpPr>
          <p:spPr>
            <a:xfrm>
              <a:off x="5027665" y="3803990"/>
              <a:ext cx="53137" cy="227745"/>
            </a:xfrm>
            <a:custGeom>
              <a:avLst/>
              <a:gdLst>
                <a:gd name="connsiteX0" fmla="*/ 53245 w 53137"/>
                <a:gd name="connsiteY0" fmla="*/ 225531 h 227745"/>
                <a:gd name="connsiteX1" fmla="*/ 49351 w 53137"/>
                <a:gd name="connsiteY1" fmla="*/ 220521 h 227745"/>
                <a:gd name="connsiteX2" fmla="*/ 13392 w 53137"/>
                <a:gd name="connsiteY2" fmla="*/ 113936 h 227745"/>
                <a:gd name="connsiteX3" fmla="*/ 50267 w 53137"/>
                <a:gd name="connsiteY3" fmla="*/ 6212 h 227745"/>
                <a:gd name="connsiteX4" fmla="*/ 53245 w 53137"/>
                <a:gd name="connsiteY4" fmla="*/ 2340 h 227745"/>
                <a:gd name="connsiteX5" fmla="*/ 50954 w 53137"/>
                <a:gd name="connsiteY5" fmla="*/ 63 h 227745"/>
                <a:gd name="connsiteX6" fmla="*/ 14537 w 53137"/>
                <a:gd name="connsiteY6" fmla="*/ 44473 h 227745"/>
                <a:gd name="connsiteX7" fmla="*/ 107 w 53137"/>
                <a:gd name="connsiteY7" fmla="*/ 113936 h 227745"/>
                <a:gd name="connsiteX8" fmla="*/ 15224 w 53137"/>
                <a:gd name="connsiteY8" fmla="*/ 184992 h 227745"/>
                <a:gd name="connsiteX9" fmla="*/ 50954 w 53137"/>
                <a:gd name="connsiteY9" fmla="*/ 227809 h 227745"/>
                <a:gd name="connsiteX10" fmla="*/ 53245 w 53137"/>
                <a:gd name="connsiteY10" fmla="*/ 225531 h 22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137" h="227745">
                  <a:moveTo>
                    <a:pt x="53245" y="225531"/>
                  </a:moveTo>
                  <a:cubicBezTo>
                    <a:pt x="53245" y="224848"/>
                    <a:pt x="53245" y="224393"/>
                    <a:pt x="49351" y="220521"/>
                  </a:cubicBezTo>
                  <a:cubicBezTo>
                    <a:pt x="20721" y="191825"/>
                    <a:pt x="13392" y="148781"/>
                    <a:pt x="13392" y="113936"/>
                  </a:cubicBezTo>
                  <a:cubicBezTo>
                    <a:pt x="13392" y="74308"/>
                    <a:pt x="22095" y="34680"/>
                    <a:pt x="50267" y="6212"/>
                  </a:cubicBezTo>
                  <a:cubicBezTo>
                    <a:pt x="53245" y="3479"/>
                    <a:pt x="53245" y="3023"/>
                    <a:pt x="53245" y="2340"/>
                  </a:cubicBezTo>
                  <a:cubicBezTo>
                    <a:pt x="53245" y="746"/>
                    <a:pt x="52328" y="63"/>
                    <a:pt x="50954" y="63"/>
                  </a:cubicBezTo>
                  <a:cubicBezTo>
                    <a:pt x="48664" y="63"/>
                    <a:pt x="28050" y="15549"/>
                    <a:pt x="14537" y="44473"/>
                  </a:cubicBezTo>
                  <a:cubicBezTo>
                    <a:pt x="2856" y="69525"/>
                    <a:pt x="107" y="94805"/>
                    <a:pt x="107" y="113936"/>
                  </a:cubicBezTo>
                  <a:cubicBezTo>
                    <a:pt x="107" y="131700"/>
                    <a:pt x="2627" y="159257"/>
                    <a:pt x="15224" y="184992"/>
                  </a:cubicBezTo>
                  <a:cubicBezTo>
                    <a:pt x="28966" y="213005"/>
                    <a:pt x="48664" y="227809"/>
                    <a:pt x="50954" y="227809"/>
                  </a:cubicBezTo>
                  <a:cubicBezTo>
                    <a:pt x="52328" y="227809"/>
                    <a:pt x="53245" y="227125"/>
                    <a:pt x="53245" y="225531"/>
                  </a:cubicBezTo>
                  <a:close/>
                </a:path>
              </a:pathLst>
            </a:custGeom>
            <a:solidFill>
              <a:srgbClr val="000000"/>
            </a:solidFill>
            <a:ln w="22947"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2A89E2BE-960C-91F4-EFE3-B2F758471C05}"/>
                </a:ext>
              </a:extLst>
            </p:cNvPr>
            <p:cNvSpPr/>
            <p:nvPr>
              <p:custDataLst>
                <p:tags r:id="rId80"/>
              </p:custDataLst>
            </p:nvPr>
          </p:nvSpPr>
          <p:spPr>
            <a:xfrm>
              <a:off x="5100704" y="3874135"/>
              <a:ext cx="114061" cy="103168"/>
            </a:xfrm>
            <a:custGeom>
              <a:avLst/>
              <a:gdLst>
                <a:gd name="connsiteX0" fmla="*/ 69968 w 114061"/>
                <a:gd name="connsiteY0" fmla="*/ 31947 h 103168"/>
                <a:gd name="connsiteX1" fmla="*/ 92643 w 114061"/>
                <a:gd name="connsiteY1" fmla="*/ 5073 h 103168"/>
                <a:gd name="connsiteX2" fmla="*/ 104095 w 114061"/>
                <a:gd name="connsiteY2" fmla="*/ 8034 h 103168"/>
                <a:gd name="connsiteX3" fmla="*/ 93101 w 114061"/>
                <a:gd name="connsiteY3" fmla="*/ 20332 h 103168"/>
                <a:gd name="connsiteX4" fmla="*/ 101805 w 114061"/>
                <a:gd name="connsiteY4" fmla="*/ 28303 h 103168"/>
                <a:gd name="connsiteX5" fmla="*/ 114173 w 114061"/>
                <a:gd name="connsiteY5" fmla="*/ 15094 h 103168"/>
                <a:gd name="connsiteX6" fmla="*/ 92872 w 114061"/>
                <a:gd name="connsiteY6" fmla="*/ 63 h 103168"/>
                <a:gd name="connsiteX7" fmla="*/ 68823 w 114061"/>
                <a:gd name="connsiteY7" fmla="*/ 17371 h 103168"/>
                <a:gd name="connsiteX8" fmla="*/ 44087 w 114061"/>
                <a:gd name="connsiteY8" fmla="*/ 63 h 103168"/>
                <a:gd name="connsiteX9" fmla="*/ 7211 w 114061"/>
                <a:gd name="connsiteY9" fmla="*/ 35136 h 103168"/>
                <a:gd name="connsiteX10" fmla="*/ 9960 w 114061"/>
                <a:gd name="connsiteY10" fmla="*/ 37413 h 103168"/>
                <a:gd name="connsiteX11" fmla="*/ 12937 w 114061"/>
                <a:gd name="connsiteY11" fmla="*/ 34908 h 103168"/>
                <a:gd name="connsiteX12" fmla="*/ 43629 w 114061"/>
                <a:gd name="connsiteY12" fmla="*/ 5073 h 103168"/>
                <a:gd name="connsiteX13" fmla="*/ 55997 w 114061"/>
                <a:gd name="connsiteY13" fmla="*/ 20332 h 103168"/>
                <a:gd name="connsiteX14" fmla="*/ 43629 w 114061"/>
                <a:gd name="connsiteY14" fmla="*/ 74536 h 103168"/>
                <a:gd name="connsiteX15" fmla="*/ 21870 w 114061"/>
                <a:gd name="connsiteY15" fmla="*/ 98221 h 103168"/>
                <a:gd name="connsiteX16" fmla="*/ 10418 w 114061"/>
                <a:gd name="connsiteY16" fmla="*/ 95261 h 103168"/>
                <a:gd name="connsiteX17" fmla="*/ 21183 w 114061"/>
                <a:gd name="connsiteY17" fmla="*/ 82962 h 103168"/>
                <a:gd name="connsiteX18" fmla="*/ 12708 w 114061"/>
                <a:gd name="connsiteY18" fmla="*/ 74991 h 103168"/>
                <a:gd name="connsiteX19" fmla="*/ 111 w 114061"/>
                <a:gd name="connsiteY19" fmla="*/ 88200 h 103168"/>
                <a:gd name="connsiteX20" fmla="*/ 21641 w 114061"/>
                <a:gd name="connsiteY20" fmla="*/ 103232 h 103168"/>
                <a:gd name="connsiteX21" fmla="*/ 45690 w 114061"/>
                <a:gd name="connsiteY21" fmla="*/ 85923 h 103168"/>
                <a:gd name="connsiteX22" fmla="*/ 70426 w 114061"/>
                <a:gd name="connsiteY22" fmla="*/ 103232 h 103168"/>
                <a:gd name="connsiteX23" fmla="*/ 107073 w 114061"/>
                <a:gd name="connsiteY23" fmla="*/ 68159 h 103168"/>
                <a:gd name="connsiteX24" fmla="*/ 104324 w 114061"/>
                <a:gd name="connsiteY24" fmla="*/ 65881 h 103168"/>
                <a:gd name="connsiteX25" fmla="*/ 101347 w 114061"/>
                <a:gd name="connsiteY25" fmla="*/ 68387 h 103168"/>
                <a:gd name="connsiteX26" fmla="*/ 70884 w 114061"/>
                <a:gd name="connsiteY26" fmla="*/ 98221 h 103168"/>
                <a:gd name="connsiteX27" fmla="*/ 58287 w 114061"/>
                <a:gd name="connsiteY27" fmla="*/ 83190 h 103168"/>
                <a:gd name="connsiteX28" fmla="*/ 62181 w 114061"/>
                <a:gd name="connsiteY28" fmla="*/ 63148 h 103168"/>
                <a:gd name="connsiteX29" fmla="*/ 69968 w 114061"/>
                <a:gd name="connsiteY29" fmla="*/ 31947 h 10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4061" h="103168">
                  <a:moveTo>
                    <a:pt x="69968" y="31947"/>
                  </a:moveTo>
                  <a:cubicBezTo>
                    <a:pt x="71343" y="26026"/>
                    <a:pt x="76610" y="5073"/>
                    <a:pt x="92643" y="5073"/>
                  </a:cubicBezTo>
                  <a:cubicBezTo>
                    <a:pt x="93788" y="5073"/>
                    <a:pt x="99285" y="5073"/>
                    <a:pt x="104095" y="8034"/>
                  </a:cubicBezTo>
                  <a:cubicBezTo>
                    <a:pt x="97682" y="9173"/>
                    <a:pt x="93101" y="14866"/>
                    <a:pt x="93101" y="20332"/>
                  </a:cubicBezTo>
                  <a:cubicBezTo>
                    <a:pt x="93101" y="23976"/>
                    <a:pt x="95621" y="28303"/>
                    <a:pt x="101805" y="28303"/>
                  </a:cubicBezTo>
                  <a:cubicBezTo>
                    <a:pt x="106844" y="28303"/>
                    <a:pt x="114173" y="24204"/>
                    <a:pt x="114173" y="15094"/>
                  </a:cubicBezTo>
                  <a:cubicBezTo>
                    <a:pt x="114173" y="3251"/>
                    <a:pt x="100660" y="63"/>
                    <a:pt x="92872" y="63"/>
                  </a:cubicBezTo>
                  <a:cubicBezTo>
                    <a:pt x="79588" y="63"/>
                    <a:pt x="71572" y="12133"/>
                    <a:pt x="68823" y="17371"/>
                  </a:cubicBezTo>
                  <a:cubicBezTo>
                    <a:pt x="63097" y="2340"/>
                    <a:pt x="50729" y="63"/>
                    <a:pt x="44087" y="63"/>
                  </a:cubicBezTo>
                  <a:cubicBezTo>
                    <a:pt x="20267" y="63"/>
                    <a:pt x="7211" y="29442"/>
                    <a:pt x="7211" y="35136"/>
                  </a:cubicBezTo>
                  <a:cubicBezTo>
                    <a:pt x="7211" y="37413"/>
                    <a:pt x="9502" y="37413"/>
                    <a:pt x="9960" y="37413"/>
                  </a:cubicBezTo>
                  <a:cubicBezTo>
                    <a:pt x="11792" y="37413"/>
                    <a:pt x="12479" y="36958"/>
                    <a:pt x="12937" y="34908"/>
                  </a:cubicBezTo>
                  <a:cubicBezTo>
                    <a:pt x="20725" y="10767"/>
                    <a:pt x="35841" y="5073"/>
                    <a:pt x="43629" y="5073"/>
                  </a:cubicBezTo>
                  <a:cubicBezTo>
                    <a:pt x="47980" y="5073"/>
                    <a:pt x="55997" y="7123"/>
                    <a:pt x="55997" y="20332"/>
                  </a:cubicBezTo>
                  <a:cubicBezTo>
                    <a:pt x="55997" y="27392"/>
                    <a:pt x="52103" y="42651"/>
                    <a:pt x="43629" y="74536"/>
                  </a:cubicBezTo>
                  <a:cubicBezTo>
                    <a:pt x="39964" y="88656"/>
                    <a:pt x="31948" y="98221"/>
                    <a:pt x="21870" y="98221"/>
                  </a:cubicBezTo>
                  <a:cubicBezTo>
                    <a:pt x="20496" y="98221"/>
                    <a:pt x="15228" y="98221"/>
                    <a:pt x="10418" y="95261"/>
                  </a:cubicBezTo>
                  <a:cubicBezTo>
                    <a:pt x="16144" y="94122"/>
                    <a:pt x="21183" y="89339"/>
                    <a:pt x="21183" y="82962"/>
                  </a:cubicBezTo>
                  <a:cubicBezTo>
                    <a:pt x="21183" y="76813"/>
                    <a:pt x="16144" y="74991"/>
                    <a:pt x="12708" y="74991"/>
                  </a:cubicBezTo>
                  <a:cubicBezTo>
                    <a:pt x="5837" y="74991"/>
                    <a:pt x="111" y="80913"/>
                    <a:pt x="111" y="88200"/>
                  </a:cubicBezTo>
                  <a:cubicBezTo>
                    <a:pt x="111" y="98677"/>
                    <a:pt x="11563" y="103232"/>
                    <a:pt x="21641" y="103232"/>
                  </a:cubicBezTo>
                  <a:cubicBezTo>
                    <a:pt x="36757" y="103232"/>
                    <a:pt x="45003" y="87289"/>
                    <a:pt x="45690" y="85923"/>
                  </a:cubicBezTo>
                  <a:cubicBezTo>
                    <a:pt x="48439" y="94350"/>
                    <a:pt x="56684" y="103232"/>
                    <a:pt x="70426" y="103232"/>
                  </a:cubicBezTo>
                  <a:cubicBezTo>
                    <a:pt x="94017" y="103232"/>
                    <a:pt x="107073" y="73852"/>
                    <a:pt x="107073" y="68159"/>
                  </a:cubicBezTo>
                  <a:cubicBezTo>
                    <a:pt x="107073" y="65881"/>
                    <a:pt x="105011" y="65881"/>
                    <a:pt x="104324" y="65881"/>
                  </a:cubicBezTo>
                  <a:cubicBezTo>
                    <a:pt x="102263" y="65881"/>
                    <a:pt x="101805" y="66792"/>
                    <a:pt x="101347" y="68387"/>
                  </a:cubicBezTo>
                  <a:cubicBezTo>
                    <a:pt x="93788" y="92755"/>
                    <a:pt x="78214" y="98221"/>
                    <a:pt x="70884" y="98221"/>
                  </a:cubicBezTo>
                  <a:cubicBezTo>
                    <a:pt x="61952" y="98221"/>
                    <a:pt x="58287" y="90933"/>
                    <a:pt x="58287" y="83190"/>
                  </a:cubicBezTo>
                  <a:cubicBezTo>
                    <a:pt x="58287" y="78180"/>
                    <a:pt x="59661" y="73169"/>
                    <a:pt x="62181" y="63148"/>
                  </a:cubicBezTo>
                  <a:lnTo>
                    <a:pt x="69968" y="31947"/>
                  </a:lnTo>
                  <a:close/>
                </a:path>
              </a:pathLst>
            </a:custGeom>
            <a:solidFill>
              <a:srgbClr val="000000"/>
            </a:solidFill>
            <a:ln w="22947"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6FFBEE1A-0433-DBB5-2AD1-D6EC4053CAB3}"/>
                </a:ext>
              </a:extLst>
            </p:cNvPr>
            <p:cNvSpPr/>
            <p:nvPr>
              <p:custDataLst>
                <p:tags r:id="rId81"/>
              </p:custDataLst>
            </p:nvPr>
          </p:nvSpPr>
          <p:spPr>
            <a:xfrm>
              <a:off x="5238020" y="3803990"/>
              <a:ext cx="53137" cy="227745"/>
            </a:xfrm>
            <a:custGeom>
              <a:avLst/>
              <a:gdLst>
                <a:gd name="connsiteX0" fmla="*/ 53254 w 53137"/>
                <a:gd name="connsiteY0" fmla="*/ 113936 h 227745"/>
                <a:gd name="connsiteX1" fmla="*/ 38137 w 53137"/>
                <a:gd name="connsiteY1" fmla="*/ 42879 h 227745"/>
                <a:gd name="connsiteX2" fmla="*/ 2407 w 53137"/>
                <a:gd name="connsiteY2" fmla="*/ 63 h 227745"/>
                <a:gd name="connsiteX3" fmla="*/ 117 w 53137"/>
                <a:gd name="connsiteY3" fmla="*/ 2340 h 227745"/>
                <a:gd name="connsiteX4" fmla="*/ 4469 w 53137"/>
                <a:gd name="connsiteY4" fmla="*/ 7578 h 227745"/>
                <a:gd name="connsiteX5" fmla="*/ 39970 w 53137"/>
                <a:gd name="connsiteY5" fmla="*/ 113936 h 227745"/>
                <a:gd name="connsiteX6" fmla="*/ 3094 w 53137"/>
                <a:gd name="connsiteY6" fmla="*/ 221660 h 227745"/>
                <a:gd name="connsiteX7" fmla="*/ 117 w 53137"/>
                <a:gd name="connsiteY7" fmla="*/ 225531 h 227745"/>
                <a:gd name="connsiteX8" fmla="*/ 2407 w 53137"/>
                <a:gd name="connsiteY8" fmla="*/ 227809 h 227745"/>
                <a:gd name="connsiteX9" fmla="*/ 38825 w 53137"/>
                <a:gd name="connsiteY9" fmla="*/ 183398 h 227745"/>
                <a:gd name="connsiteX10" fmla="*/ 53254 w 53137"/>
                <a:gd name="connsiteY10" fmla="*/ 113936 h 22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137" h="227745">
                  <a:moveTo>
                    <a:pt x="53254" y="113936"/>
                  </a:moveTo>
                  <a:cubicBezTo>
                    <a:pt x="53254" y="96172"/>
                    <a:pt x="50735" y="68614"/>
                    <a:pt x="38137" y="42879"/>
                  </a:cubicBezTo>
                  <a:cubicBezTo>
                    <a:pt x="24395" y="14866"/>
                    <a:pt x="4698" y="63"/>
                    <a:pt x="2407" y="63"/>
                  </a:cubicBezTo>
                  <a:cubicBezTo>
                    <a:pt x="1033" y="63"/>
                    <a:pt x="117" y="974"/>
                    <a:pt x="117" y="2340"/>
                  </a:cubicBezTo>
                  <a:cubicBezTo>
                    <a:pt x="117" y="3023"/>
                    <a:pt x="117" y="3479"/>
                    <a:pt x="4469" y="7578"/>
                  </a:cubicBezTo>
                  <a:cubicBezTo>
                    <a:pt x="26914" y="30125"/>
                    <a:pt x="39970" y="66337"/>
                    <a:pt x="39970" y="113936"/>
                  </a:cubicBezTo>
                  <a:cubicBezTo>
                    <a:pt x="39970" y="152880"/>
                    <a:pt x="31495" y="192964"/>
                    <a:pt x="3094" y="221660"/>
                  </a:cubicBezTo>
                  <a:cubicBezTo>
                    <a:pt x="117" y="224393"/>
                    <a:pt x="117" y="224848"/>
                    <a:pt x="117" y="225531"/>
                  </a:cubicBezTo>
                  <a:cubicBezTo>
                    <a:pt x="117" y="226898"/>
                    <a:pt x="1033" y="227809"/>
                    <a:pt x="2407" y="227809"/>
                  </a:cubicBezTo>
                  <a:cubicBezTo>
                    <a:pt x="4698" y="227809"/>
                    <a:pt x="25311" y="212322"/>
                    <a:pt x="38825" y="183398"/>
                  </a:cubicBezTo>
                  <a:cubicBezTo>
                    <a:pt x="50506" y="158346"/>
                    <a:pt x="53254" y="133066"/>
                    <a:pt x="53254" y="113936"/>
                  </a:cubicBezTo>
                  <a:close/>
                </a:path>
              </a:pathLst>
            </a:custGeom>
            <a:solidFill>
              <a:srgbClr val="000000"/>
            </a:solidFill>
            <a:ln w="22947" cap="flat">
              <a:noFill/>
              <a:prstDash val="solid"/>
              <a:miter/>
            </a:ln>
          </p:spPr>
          <p:txBody>
            <a:bodyPr rtlCol="0" anchor="ctr"/>
            <a:lstStyle/>
            <a:p>
              <a:endParaRPr lang="en-US"/>
            </a:p>
          </p:txBody>
        </p:sp>
      </p:grpSp>
      <p:grpSp>
        <p:nvGrpSpPr>
          <p:cNvPr id="143" name="Group 142" descr="\documentclass{article}&#10;\usepackage{amsmath}&#10;\pagestyle{empty}&#10;\begin{document}&#10;&#10;&#10;$\text{DeepSurv } \hat{h}(x)$&#10;&#10;\end{document}" title="IguanaTex Vector Display">
            <a:extLst>
              <a:ext uri="{FF2B5EF4-FFF2-40B4-BE49-F238E27FC236}">
                <a16:creationId xmlns:a16="http://schemas.microsoft.com/office/drawing/2014/main" id="{37301DC7-EF4A-1DA5-79BB-816B0B262794}"/>
              </a:ext>
            </a:extLst>
          </p:cNvPr>
          <p:cNvGrpSpPr>
            <a:grpSpLocks noChangeAspect="1"/>
          </p:cNvGrpSpPr>
          <p:nvPr>
            <p:custDataLst>
              <p:tags r:id="rId5"/>
            </p:custDataLst>
          </p:nvPr>
        </p:nvGrpSpPr>
        <p:grpSpPr>
          <a:xfrm>
            <a:off x="7928022" y="2834007"/>
            <a:ext cx="997140" cy="190760"/>
            <a:chOff x="4288064" y="3756643"/>
            <a:chExt cx="1437956" cy="275092"/>
          </a:xfrm>
        </p:grpSpPr>
        <p:sp>
          <p:nvSpPr>
            <p:cNvPr id="130" name="Freeform: Shape 129">
              <a:extLst>
                <a:ext uri="{FF2B5EF4-FFF2-40B4-BE49-F238E27FC236}">
                  <a16:creationId xmlns:a16="http://schemas.microsoft.com/office/drawing/2014/main" id="{AE3E6651-5B54-0874-9467-01BB88C843F8}"/>
                </a:ext>
              </a:extLst>
            </p:cNvPr>
            <p:cNvSpPr/>
            <p:nvPr>
              <p:custDataLst>
                <p:tags r:id="rId61"/>
              </p:custDataLst>
            </p:nvPr>
          </p:nvSpPr>
          <p:spPr>
            <a:xfrm>
              <a:off x="4288064" y="3819249"/>
              <a:ext cx="151868" cy="155550"/>
            </a:xfrm>
            <a:custGeom>
              <a:avLst/>
              <a:gdLst>
                <a:gd name="connsiteX0" fmla="*/ 77 w 151868"/>
                <a:gd name="connsiteY0" fmla="*/ 63 h 155550"/>
                <a:gd name="connsiteX1" fmla="*/ 77 w 151868"/>
                <a:gd name="connsiteY1" fmla="*/ 7123 h 155550"/>
                <a:gd name="connsiteX2" fmla="*/ 5501 w 151868"/>
                <a:gd name="connsiteY2" fmla="*/ 7123 h 155550"/>
                <a:gd name="connsiteX3" fmla="*/ 23354 w 151868"/>
                <a:gd name="connsiteY3" fmla="*/ 17827 h 155550"/>
                <a:gd name="connsiteX4" fmla="*/ 23354 w 151868"/>
                <a:gd name="connsiteY4" fmla="*/ 137849 h 155550"/>
                <a:gd name="connsiteX5" fmla="*/ 5501 w 151868"/>
                <a:gd name="connsiteY5" fmla="*/ 148553 h 155550"/>
                <a:gd name="connsiteX6" fmla="*/ 77 w 151868"/>
                <a:gd name="connsiteY6" fmla="*/ 148553 h 155550"/>
                <a:gd name="connsiteX7" fmla="*/ 77 w 151868"/>
                <a:gd name="connsiteY7" fmla="*/ 155613 h 155550"/>
                <a:gd name="connsiteX8" fmla="*/ 82791 w 151868"/>
                <a:gd name="connsiteY8" fmla="*/ 155613 h 155550"/>
                <a:gd name="connsiteX9" fmla="*/ 151945 w 151868"/>
                <a:gd name="connsiteY9" fmla="*/ 79091 h 155550"/>
                <a:gd name="connsiteX10" fmla="*/ 82791 w 151868"/>
                <a:gd name="connsiteY10" fmla="*/ 63 h 155550"/>
                <a:gd name="connsiteX11" fmla="*/ 77 w 151868"/>
                <a:gd name="connsiteY11" fmla="*/ 63 h 155550"/>
                <a:gd name="connsiteX12" fmla="*/ 53863 w 151868"/>
                <a:gd name="connsiteY12" fmla="*/ 148553 h 155550"/>
                <a:gd name="connsiteX13" fmla="*/ 42790 w 151868"/>
                <a:gd name="connsiteY13" fmla="*/ 139443 h 155550"/>
                <a:gd name="connsiteX14" fmla="*/ 42790 w 151868"/>
                <a:gd name="connsiteY14" fmla="*/ 16233 h 155550"/>
                <a:gd name="connsiteX15" fmla="*/ 53863 w 151868"/>
                <a:gd name="connsiteY15" fmla="*/ 7123 h 155550"/>
                <a:gd name="connsiteX16" fmla="*/ 76463 w 151868"/>
                <a:gd name="connsiteY16" fmla="*/ 7123 h 155550"/>
                <a:gd name="connsiteX17" fmla="*/ 117594 w 151868"/>
                <a:gd name="connsiteY17" fmla="*/ 28303 h 155550"/>
                <a:gd name="connsiteX18" fmla="*/ 129345 w 151868"/>
                <a:gd name="connsiteY18" fmla="*/ 79091 h 155550"/>
                <a:gd name="connsiteX19" fmla="*/ 116916 w 151868"/>
                <a:gd name="connsiteY19" fmla="*/ 129195 h 155550"/>
                <a:gd name="connsiteX20" fmla="*/ 76689 w 151868"/>
                <a:gd name="connsiteY20" fmla="*/ 148553 h 155550"/>
                <a:gd name="connsiteX21" fmla="*/ 53863 w 151868"/>
                <a:gd name="connsiteY21" fmla="*/ 148553 h 15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868" h="155550">
                  <a:moveTo>
                    <a:pt x="77" y="63"/>
                  </a:moveTo>
                  <a:lnTo>
                    <a:pt x="77" y="7123"/>
                  </a:lnTo>
                  <a:lnTo>
                    <a:pt x="5501" y="7123"/>
                  </a:lnTo>
                  <a:cubicBezTo>
                    <a:pt x="22902" y="7123"/>
                    <a:pt x="23354" y="9628"/>
                    <a:pt x="23354" y="17827"/>
                  </a:cubicBezTo>
                  <a:lnTo>
                    <a:pt x="23354" y="137849"/>
                  </a:lnTo>
                  <a:cubicBezTo>
                    <a:pt x="23354" y="146048"/>
                    <a:pt x="22902" y="148553"/>
                    <a:pt x="5501" y="148553"/>
                  </a:cubicBezTo>
                  <a:lnTo>
                    <a:pt x="77" y="148553"/>
                  </a:lnTo>
                  <a:lnTo>
                    <a:pt x="77" y="155613"/>
                  </a:lnTo>
                  <a:lnTo>
                    <a:pt x="82791" y="155613"/>
                  </a:lnTo>
                  <a:cubicBezTo>
                    <a:pt x="120758" y="155613"/>
                    <a:pt x="151945" y="121907"/>
                    <a:pt x="151945" y="79091"/>
                  </a:cubicBezTo>
                  <a:cubicBezTo>
                    <a:pt x="151945" y="35819"/>
                    <a:pt x="121436" y="63"/>
                    <a:pt x="82791" y="63"/>
                  </a:cubicBezTo>
                  <a:lnTo>
                    <a:pt x="77" y="63"/>
                  </a:lnTo>
                  <a:close/>
                  <a:moveTo>
                    <a:pt x="53863" y="148553"/>
                  </a:moveTo>
                  <a:cubicBezTo>
                    <a:pt x="43242" y="148553"/>
                    <a:pt x="42790" y="146959"/>
                    <a:pt x="42790" y="139443"/>
                  </a:cubicBezTo>
                  <a:lnTo>
                    <a:pt x="42790" y="16233"/>
                  </a:lnTo>
                  <a:cubicBezTo>
                    <a:pt x="42790" y="8717"/>
                    <a:pt x="43242" y="7123"/>
                    <a:pt x="53863" y="7123"/>
                  </a:cubicBezTo>
                  <a:lnTo>
                    <a:pt x="76463" y="7123"/>
                  </a:lnTo>
                  <a:cubicBezTo>
                    <a:pt x="90474" y="7123"/>
                    <a:pt x="106068" y="12133"/>
                    <a:pt x="117594" y="28303"/>
                  </a:cubicBezTo>
                  <a:cubicBezTo>
                    <a:pt x="127311" y="41740"/>
                    <a:pt x="129345" y="61326"/>
                    <a:pt x="129345" y="79091"/>
                  </a:cubicBezTo>
                  <a:cubicBezTo>
                    <a:pt x="129345" y="104370"/>
                    <a:pt x="125051" y="118035"/>
                    <a:pt x="116916" y="129195"/>
                  </a:cubicBezTo>
                  <a:cubicBezTo>
                    <a:pt x="112396" y="135344"/>
                    <a:pt x="99514" y="148553"/>
                    <a:pt x="76689" y="148553"/>
                  </a:cubicBezTo>
                  <a:lnTo>
                    <a:pt x="53863" y="148553"/>
                  </a:lnTo>
                  <a:close/>
                </a:path>
              </a:pathLst>
            </a:custGeom>
            <a:solidFill>
              <a:srgbClr val="000000"/>
            </a:solidFill>
            <a:ln w="22567"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45C90BCE-9216-3D70-30E0-B69756945B54}"/>
                </a:ext>
              </a:extLst>
            </p:cNvPr>
            <p:cNvSpPr/>
            <p:nvPr>
              <p:custDataLst>
                <p:tags r:id="rId62"/>
              </p:custDataLst>
            </p:nvPr>
          </p:nvSpPr>
          <p:spPr>
            <a:xfrm>
              <a:off x="4459116" y="3872769"/>
              <a:ext cx="87459" cy="104535"/>
            </a:xfrm>
            <a:custGeom>
              <a:avLst/>
              <a:gdLst>
                <a:gd name="connsiteX0" fmla="*/ 19068 w 87459"/>
                <a:gd name="connsiteY0" fmla="*/ 44701 h 104535"/>
                <a:gd name="connsiteX1" fmla="*/ 47091 w 87459"/>
                <a:gd name="connsiteY1" fmla="*/ 5073 h 104535"/>
                <a:gd name="connsiteX2" fmla="*/ 72628 w 87459"/>
                <a:gd name="connsiteY2" fmla="*/ 44701 h 104535"/>
                <a:gd name="connsiteX3" fmla="*/ 19068 w 87459"/>
                <a:gd name="connsiteY3" fmla="*/ 44701 h 104535"/>
                <a:gd name="connsiteX4" fmla="*/ 18842 w 87459"/>
                <a:gd name="connsiteY4" fmla="*/ 49484 h 104535"/>
                <a:gd name="connsiteX5" fmla="*/ 81894 w 87459"/>
                <a:gd name="connsiteY5" fmla="*/ 49484 h 104535"/>
                <a:gd name="connsiteX6" fmla="*/ 87544 w 87459"/>
                <a:gd name="connsiteY6" fmla="*/ 44701 h 104535"/>
                <a:gd name="connsiteX7" fmla="*/ 47091 w 87459"/>
                <a:gd name="connsiteY7" fmla="*/ 63 h 104535"/>
                <a:gd name="connsiteX8" fmla="*/ 84 w 87459"/>
                <a:gd name="connsiteY8" fmla="*/ 51989 h 104535"/>
                <a:gd name="connsiteX9" fmla="*/ 49803 w 87459"/>
                <a:gd name="connsiteY9" fmla="*/ 104598 h 104535"/>
                <a:gd name="connsiteX10" fmla="*/ 87544 w 87459"/>
                <a:gd name="connsiteY10" fmla="*/ 74991 h 104535"/>
                <a:gd name="connsiteX11" fmla="*/ 84606 w 87459"/>
                <a:gd name="connsiteY11" fmla="*/ 72258 h 104535"/>
                <a:gd name="connsiteX12" fmla="*/ 81668 w 87459"/>
                <a:gd name="connsiteY12" fmla="*/ 75447 h 104535"/>
                <a:gd name="connsiteX13" fmla="*/ 51159 w 87459"/>
                <a:gd name="connsiteY13" fmla="*/ 98905 h 104535"/>
                <a:gd name="connsiteX14" fmla="*/ 25622 w 87459"/>
                <a:gd name="connsiteY14" fmla="*/ 83646 h 104535"/>
                <a:gd name="connsiteX15" fmla="*/ 18842 w 87459"/>
                <a:gd name="connsiteY15" fmla="*/ 49484 h 10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459" h="104535">
                  <a:moveTo>
                    <a:pt x="19068" y="44701"/>
                  </a:moveTo>
                  <a:cubicBezTo>
                    <a:pt x="20424" y="10767"/>
                    <a:pt x="39407" y="5073"/>
                    <a:pt x="47091" y="5073"/>
                  </a:cubicBezTo>
                  <a:cubicBezTo>
                    <a:pt x="70368" y="5073"/>
                    <a:pt x="72628" y="35819"/>
                    <a:pt x="72628" y="44701"/>
                  </a:cubicBezTo>
                  <a:lnTo>
                    <a:pt x="19068" y="44701"/>
                  </a:lnTo>
                  <a:close/>
                  <a:moveTo>
                    <a:pt x="18842" y="49484"/>
                  </a:moveTo>
                  <a:lnTo>
                    <a:pt x="81894" y="49484"/>
                  </a:lnTo>
                  <a:cubicBezTo>
                    <a:pt x="86866" y="49484"/>
                    <a:pt x="87544" y="49484"/>
                    <a:pt x="87544" y="44701"/>
                  </a:cubicBezTo>
                  <a:cubicBezTo>
                    <a:pt x="87544" y="22154"/>
                    <a:pt x="75340" y="63"/>
                    <a:pt x="47091" y="63"/>
                  </a:cubicBezTo>
                  <a:cubicBezTo>
                    <a:pt x="20876" y="63"/>
                    <a:pt x="84" y="23521"/>
                    <a:pt x="84" y="51989"/>
                  </a:cubicBezTo>
                  <a:cubicBezTo>
                    <a:pt x="84" y="82507"/>
                    <a:pt x="23814" y="104598"/>
                    <a:pt x="49803" y="104598"/>
                  </a:cubicBezTo>
                  <a:cubicBezTo>
                    <a:pt x="77374" y="104598"/>
                    <a:pt x="87544" y="79318"/>
                    <a:pt x="87544" y="74991"/>
                  </a:cubicBezTo>
                  <a:cubicBezTo>
                    <a:pt x="87544" y="72714"/>
                    <a:pt x="85736" y="72258"/>
                    <a:pt x="84606" y="72258"/>
                  </a:cubicBezTo>
                  <a:cubicBezTo>
                    <a:pt x="82572" y="72258"/>
                    <a:pt x="82120" y="73625"/>
                    <a:pt x="81668" y="75447"/>
                  </a:cubicBezTo>
                  <a:cubicBezTo>
                    <a:pt x="73758" y="98905"/>
                    <a:pt x="53419" y="98905"/>
                    <a:pt x="51159" y="98905"/>
                  </a:cubicBezTo>
                  <a:cubicBezTo>
                    <a:pt x="39859" y="98905"/>
                    <a:pt x="30820" y="92072"/>
                    <a:pt x="25622" y="83646"/>
                  </a:cubicBezTo>
                  <a:cubicBezTo>
                    <a:pt x="18842" y="72714"/>
                    <a:pt x="18842" y="57682"/>
                    <a:pt x="18842" y="49484"/>
                  </a:cubicBezTo>
                  <a:close/>
                </a:path>
              </a:pathLst>
            </a:custGeom>
            <a:solidFill>
              <a:srgbClr val="000000"/>
            </a:solidFill>
            <a:ln w="22567"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65897AB9-6362-C609-B4D8-54A6D92F4A50}"/>
                </a:ext>
              </a:extLst>
            </p:cNvPr>
            <p:cNvSpPr/>
            <p:nvPr>
              <p:custDataLst>
                <p:tags r:id="rId63"/>
              </p:custDataLst>
            </p:nvPr>
          </p:nvSpPr>
          <p:spPr>
            <a:xfrm>
              <a:off x="4559559" y="3872769"/>
              <a:ext cx="87459" cy="104535"/>
            </a:xfrm>
            <a:custGeom>
              <a:avLst/>
              <a:gdLst>
                <a:gd name="connsiteX0" fmla="*/ 19072 w 87459"/>
                <a:gd name="connsiteY0" fmla="*/ 44701 h 104535"/>
                <a:gd name="connsiteX1" fmla="*/ 47096 w 87459"/>
                <a:gd name="connsiteY1" fmla="*/ 5073 h 104535"/>
                <a:gd name="connsiteX2" fmla="*/ 72633 w 87459"/>
                <a:gd name="connsiteY2" fmla="*/ 44701 h 104535"/>
                <a:gd name="connsiteX3" fmla="*/ 19072 w 87459"/>
                <a:gd name="connsiteY3" fmla="*/ 44701 h 104535"/>
                <a:gd name="connsiteX4" fmla="*/ 18846 w 87459"/>
                <a:gd name="connsiteY4" fmla="*/ 49484 h 104535"/>
                <a:gd name="connsiteX5" fmla="*/ 81899 w 87459"/>
                <a:gd name="connsiteY5" fmla="*/ 49484 h 104535"/>
                <a:gd name="connsiteX6" fmla="*/ 87548 w 87459"/>
                <a:gd name="connsiteY6" fmla="*/ 44701 h 104535"/>
                <a:gd name="connsiteX7" fmla="*/ 47096 w 87459"/>
                <a:gd name="connsiteY7" fmla="*/ 63 h 104535"/>
                <a:gd name="connsiteX8" fmla="*/ 89 w 87459"/>
                <a:gd name="connsiteY8" fmla="*/ 51989 h 104535"/>
                <a:gd name="connsiteX9" fmla="*/ 49807 w 87459"/>
                <a:gd name="connsiteY9" fmla="*/ 104598 h 104535"/>
                <a:gd name="connsiteX10" fmla="*/ 87548 w 87459"/>
                <a:gd name="connsiteY10" fmla="*/ 74991 h 104535"/>
                <a:gd name="connsiteX11" fmla="*/ 84611 w 87459"/>
                <a:gd name="connsiteY11" fmla="*/ 72258 h 104535"/>
                <a:gd name="connsiteX12" fmla="*/ 81673 w 87459"/>
                <a:gd name="connsiteY12" fmla="*/ 75447 h 104535"/>
                <a:gd name="connsiteX13" fmla="*/ 51163 w 87459"/>
                <a:gd name="connsiteY13" fmla="*/ 98905 h 104535"/>
                <a:gd name="connsiteX14" fmla="*/ 25626 w 87459"/>
                <a:gd name="connsiteY14" fmla="*/ 83646 h 104535"/>
                <a:gd name="connsiteX15" fmla="*/ 18846 w 87459"/>
                <a:gd name="connsiteY15" fmla="*/ 49484 h 10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459" h="104535">
                  <a:moveTo>
                    <a:pt x="19072" y="44701"/>
                  </a:moveTo>
                  <a:cubicBezTo>
                    <a:pt x="20428" y="10767"/>
                    <a:pt x="39412" y="5073"/>
                    <a:pt x="47096" y="5073"/>
                  </a:cubicBezTo>
                  <a:cubicBezTo>
                    <a:pt x="70373" y="5073"/>
                    <a:pt x="72633" y="35819"/>
                    <a:pt x="72633" y="44701"/>
                  </a:cubicBezTo>
                  <a:lnTo>
                    <a:pt x="19072" y="44701"/>
                  </a:lnTo>
                  <a:close/>
                  <a:moveTo>
                    <a:pt x="18846" y="49484"/>
                  </a:moveTo>
                  <a:lnTo>
                    <a:pt x="81899" y="49484"/>
                  </a:lnTo>
                  <a:cubicBezTo>
                    <a:pt x="86870" y="49484"/>
                    <a:pt x="87548" y="49484"/>
                    <a:pt x="87548" y="44701"/>
                  </a:cubicBezTo>
                  <a:cubicBezTo>
                    <a:pt x="87548" y="22154"/>
                    <a:pt x="75345" y="63"/>
                    <a:pt x="47096" y="63"/>
                  </a:cubicBezTo>
                  <a:cubicBezTo>
                    <a:pt x="20880" y="63"/>
                    <a:pt x="89" y="23521"/>
                    <a:pt x="89" y="51989"/>
                  </a:cubicBezTo>
                  <a:cubicBezTo>
                    <a:pt x="89" y="82507"/>
                    <a:pt x="23818" y="104598"/>
                    <a:pt x="49807" y="104598"/>
                  </a:cubicBezTo>
                  <a:cubicBezTo>
                    <a:pt x="77379" y="104598"/>
                    <a:pt x="87548" y="79318"/>
                    <a:pt x="87548" y="74991"/>
                  </a:cubicBezTo>
                  <a:cubicBezTo>
                    <a:pt x="87548" y="72714"/>
                    <a:pt x="85741" y="72258"/>
                    <a:pt x="84611" y="72258"/>
                  </a:cubicBezTo>
                  <a:cubicBezTo>
                    <a:pt x="82577" y="72258"/>
                    <a:pt x="82125" y="73625"/>
                    <a:pt x="81673" y="75447"/>
                  </a:cubicBezTo>
                  <a:cubicBezTo>
                    <a:pt x="73763" y="98905"/>
                    <a:pt x="53423" y="98905"/>
                    <a:pt x="51163" y="98905"/>
                  </a:cubicBezTo>
                  <a:cubicBezTo>
                    <a:pt x="39864" y="98905"/>
                    <a:pt x="30824" y="92072"/>
                    <a:pt x="25626" y="83646"/>
                  </a:cubicBezTo>
                  <a:cubicBezTo>
                    <a:pt x="18846" y="72714"/>
                    <a:pt x="18846" y="57682"/>
                    <a:pt x="18846" y="49484"/>
                  </a:cubicBezTo>
                  <a:close/>
                </a:path>
              </a:pathLst>
            </a:custGeom>
            <a:solidFill>
              <a:srgbClr val="000000"/>
            </a:solidFill>
            <a:ln w="22567"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6FF63A20-0866-0A0E-9836-EC91DF71372C}"/>
                </a:ext>
              </a:extLst>
            </p:cNvPr>
            <p:cNvSpPr/>
            <p:nvPr>
              <p:custDataLst>
                <p:tags r:id="rId64"/>
              </p:custDataLst>
            </p:nvPr>
          </p:nvSpPr>
          <p:spPr>
            <a:xfrm>
              <a:off x="4660001" y="3874135"/>
              <a:ext cx="111415" cy="144846"/>
            </a:xfrm>
            <a:custGeom>
              <a:avLst/>
              <a:gdLst>
                <a:gd name="connsiteX0" fmla="*/ 32636 w 111415"/>
                <a:gd name="connsiteY0" fmla="*/ 15094 h 144846"/>
                <a:gd name="connsiteX1" fmla="*/ 32636 w 111415"/>
                <a:gd name="connsiteY1" fmla="*/ 63 h 144846"/>
                <a:gd name="connsiteX2" fmla="*/ 93 w 111415"/>
                <a:gd name="connsiteY2" fmla="*/ 2568 h 144846"/>
                <a:gd name="connsiteX3" fmla="*/ 93 w 111415"/>
                <a:gd name="connsiteY3" fmla="*/ 9628 h 144846"/>
                <a:gd name="connsiteX4" fmla="*/ 17721 w 111415"/>
                <a:gd name="connsiteY4" fmla="*/ 21015 h 144846"/>
                <a:gd name="connsiteX5" fmla="*/ 17721 w 111415"/>
                <a:gd name="connsiteY5" fmla="*/ 127601 h 144846"/>
                <a:gd name="connsiteX6" fmla="*/ 93 w 111415"/>
                <a:gd name="connsiteY6" fmla="*/ 137849 h 144846"/>
                <a:gd name="connsiteX7" fmla="*/ 93 w 111415"/>
                <a:gd name="connsiteY7" fmla="*/ 144909 h 144846"/>
                <a:gd name="connsiteX8" fmla="*/ 25405 w 111415"/>
                <a:gd name="connsiteY8" fmla="*/ 144226 h 144846"/>
                <a:gd name="connsiteX9" fmla="*/ 50942 w 111415"/>
                <a:gd name="connsiteY9" fmla="*/ 144909 h 144846"/>
                <a:gd name="connsiteX10" fmla="*/ 50942 w 111415"/>
                <a:gd name="connsiteY10" fmla="*/ 137849 h 144846"/>
                <a:gd name="connsiteX11" fmla="*/ 33314 w 111415"/>
                <a:gd name="connsiteY11" fmla="*/ 127601 h 144846"/>
                <a:gd name="connsiteX12" fmla="*/ 33314 w 111415"/>
                <a:gd name="connsiteY12" fmla="*/ 89339 h 144846"/>
                <a:gd name="connsiteX13" fmla="*/ 33314 w 111415"/>
                <a:gd name="connsiteY13" fmla="*/ 87289 h 144846"/>
                <a:gd name="connsiteX14" fmla="*/ 61112 w 111415"/>
                <a:gd name="connsiteY14" fmla="*/ 103232 h 144846"/>
                <a:gd name="connsiteX15" fmla="*/ 111508 w 111415"/>
                <a:gd name="connsiteY15" fmla="*/ 51533 h 144846"/>
                <a:gd name="connsiteX16" fmla="*/ 64276 w 111415"/>
                <a:gd name="connsiteY16" fmla="*/ 63 h 144846"/>
                <a:gd name="connsiteX17" fmla="*/ 32636 w 111415"/>
                <a:gd name="connsiteY17" fmla="*/ 15094 h 144846"/>
                <a:gd name="connsiteX18" fmla="*/ 33314 w 111415"/>
                <a:gd name="connsiteY18" fmla="*/ 74763 h 144846"/>
                <a:gd name="connsiteX19" fmla="*/ 33314 w 111415"/>
                <a:gd name="connsiteY19" fmla="*/ 23976 h 144846"/>
                <a:gd name="connsiteX20" fmla="*/ 62468 w 111415"/>
                <a:gd name="connsiteY20" fmla="*/ 5756 h 144846"/>
                <a:gd name="connsiteX21" fmla="*/ 92751 w 111415"/>
                <a:gd name="connsiteY21" fmla="*/ 51533 h 144846"/>
                <a:gd name="connsiteX22" fmla="*/ 60208 w 111415"/>
                <a:gd name="connsiteY22" fmla="*/ 98221 h 144846"/>
                <a:gd name="connsiteX23" fmla="*/ 36478 w 111415"/>
                <a:gd name="connsiteY23" fmla="*/ 84329 h 144846"/>
                <a:gd name="connsiteX24" fmla="*/ 33314 w 111415"/>
                <a:gd name="connsiteY24" fmla="*/ 74763 h 144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1415" h="144846">
                  <a:moveTo>
                    <a:pt x="32636" y="15094"/>
                  </a:moveTo>
                  <a:lnTo>
                    <a:pt x="32636" y="63"/>
                  </a:lnTo>
                  <a:lnTo>
                    <a:pt x="93" y="2568"/>
                  </a:lnTo>
                  <a:lnTo>
                    <a:pt x="93" y="9628"/>
                  </a:lnTo>
                  <a:cubicBezTo>
                    <a:pt x="16139" y="9628"/>
                    <a:pt x="17721" y="10995"/>
                    <a:pt x="17721" y="21015"/>
                  </a:cubicBezTo>
                  <a:lnTo>
                    <a:pt x="17721" y="127601"/>
                  </a:lnTo>
                  <a:cubicBezTo>
                    <a:pt x="17721" y="137849"/>
                    <a:pt x="15235" y="137849"/>
                    <a:pt x="93" y="137849"/>
                  </a:cubicBezTo>
                  <a:lnTo>
                    <a:pt x="93" y="144909"/>
                  </a:lnTo>
                  <a:cubicBezTo>
                    <a:pt x="7777" y="144681"/>
                    <a:pt x="19529" y="144226"/>
                    <a:pt x="25405" y="144226"/>
                  </a:cubicBezTo>
                  <a:cubicBezTo>
                    <a:pt x="31506" y="144226"/>
                    <a:pt x="43032" y="144681"/>
                    <a:pt x="50942" y="144909"/>
                  </a:cubicBezTo>
                  <a:lnTo>
                    <a:pt x="50942" y="137849"/>
                  </a:lnTo>
                  <a:cubicBezTo>
                    <a:pt x="35800" y="137849"/>
                    <a:pt x="33314" y="137849"/>
                    <a:pt x="33314" y="127601"/>
                  </a:cubicBezTo>
                  <a:lnTo>
                    <a:pt x="33314" y="89339"/>
                  </a:lnTo>
                  <a:lnTo>
                    <a:pt x="33314" y="87289"/>
                  </a:lnTo>
                  <a:cubicBezTo>
                    <a:pt x="34444" y="90933"/>
                    <a:pt x="43936" y="103232"/>
                    <a:pt x="61112" y="103232"/>
                  </a:cubicBezTo>
                  <a:cubicBezTo>
                    <a:pt x="88005" y="103232"/>
                    <a:pt x="111508" y="80913"/>
                    <a:pt x="111508" y="51533"/>
                  </a:cubicBezTo>
                  <a:cubicBezTo>
                    <a:pt x="111508" y="22610"/>
                    <a:pt x="89587" y="63"/>
                    <a:pt x="64276" y="63"/>
                  </a:cubicBezTo>
                  <a:cubicBezTo>
                    <a:pt x="46648" y="63"/>
                    <a:pt x="37156" y="10084"/>
                    <a:pt x="32636" y="15094"/>
                  </a:cubicBezTo>
                  <a:close/>
                  <a:moveTo>
                    <a:pt x="33314" y="74763"/>
                  </a:moveTo>
                  <a:lnTo>
                    <a:pt x="33314" y="23976"/>
                  </a:lnTo>
                  <a:cubicBezTo>
                    <a:pt x="39868" y="12361"/>
                    <a:pt x="50942" y="5756"/>
                    <a:pt x="62468" y="5756"/>
                  </a:cubicBezTo>
                  <a:cubicBezTo>
                    <a:pt x="78965" y="5756"/>
                    <a:pt x="92751" y="25798"/>
                    <a:pt x="92751" y="51533"/>
                  </a:cubicBezTo>
                  <a:cubicBezTo>
                    <a:pt x="92751" y="79091"/>
                    <a:pt x="76931" y="98221"/>
                    <a:pt x="60208" y="98221"/>
                  </a:cubicBezTo>
                  <a:cubicBezTo>
                    <a:pt x="51168" y="98221"/>
                    <a:pt x="42580" y="93666"/>
                    <a:pt x="36478" y="84329"/>
                  </a:cubicBezTo>
                  <a:cubicBezTo>
                    <a:pt x="33314" y="79546"/>
                    <a:pt x="33314" y="79318"/>
                    <a:pt x="33314" y="74763"/>
                  </a:cubicBezTo>
                  <a:close/>
                </a:path>
              </a:pathLst>
            </a:custGeom>
            <a:solidFill>
              <a:srgbClr val="000000"/>
            </a:solidFill>
            <a:ln w="22567"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7830807B-ED16-A270-BD6C-6DB31A0DC4AC}"/>
                </a:ext>
              </a:extLst>
            </p:cNvPr>
            <p:cNvSpPr/>
            <p:nvPr>
              <p:custDataLst>
                <p:tags r:id="rId65"/>
              </p:custDataLst>
            </p:nvPr>
          </p:nvSpPr>
          <p:spPr>
            <a:xfrm>
              <a:off x="4791881" y="3814238"/>
              <a:ext cx="100115" cy="165571"/>
            </a:xfrm>
            <a:custGeom>
              <a:avLst/>
              <a:gdLst>
                <a:gd name="connsiteX0" fmla="*/ 66315 w 100115"/>
                <a:gd name="connsiteY0" fmla="*/ 72258 h 165571"/>
                <a:gd name="connsiteX1" fmla="*/ 37388 w 100115"/>
                <a:gd name="connsiteY1" fmla="*/ 65198 h 165571"/>
                <a:gd name="connsiteX2" fmla="*/ 14562 w 100115"/>
                <a:gd name="connsiteY2" fmla="*/ 36274 h 165571"/>
                <a:gd name="connsiteX3" fmla="*/ 44394 w 100115"/>
                <a:gd name="connsiteY3" fmla="*/ 6440 h 165571"/>
                <a:gd name="connsiteX4" fmla="*/ 88462 w 100115"/>
                <a:gd name="connsiteY4" fmla="*/ 54039 h 165571"/>
                <a:gd name="connsiteX5" fmla="*/ 91174 w 100115"/>
                <a:gd name="connsiteY5" fmla="*/ 56772 h 165571"/>
                <a:gd name="connsiteX6" fmla="*/ 94112 w 100115"/>
                <a:gd name="connsiteY6" fmla="*/ 51306 h 165571"/>
                <a:gd name="connsiteX7" fmla="*/ 94112 w 100115"/>
                <a:gd name="connsiteY7" fmla="*/ 5529 h 165571"/>
                <a:gd name="connsiteX8" fmla="*/ 91626 w 100115"/>
                <a:gd name="connsiteY8" fmla="*/ 63 h 165571"/>
                <a:gd name="connsiteX9" fmla="*/ 88236 w 100115"/>
                <a:gd name="connsiteY9" fmla="*/ 3023 h 165571"/>
                <a:gd name="connsiteX10" fmla="*/ 80327 w 100115"/>
                <a:gd name="connsiteY10" fmla="*/ 16005 h 165571"/>
                <a:gd name="connsiteX11" fmla="*/ 44168 w 100115"/>
                <a:gd name="connsiteY11" fmla="*/ 63 h 165571"/>
                <a:gd name="connsiteX12" fmla="*/ 99 w 100115"/>
                <a:gd name="connsiteY12" fmla="*/ 44245 h 165571"/>
                <a:gd name="connsiteX13" fmla="*/ 29704 w 100115"/>
                <a:gd name="connsiteY13" fmla="*/ 85923 h 165571"/>
                <a:gd name="connsiteX14" fmla="*/ 59535 w 100115"/>
                <a:gd name="connsiteY14" fmla="*/ 93439 h 165571"/>
                <a:gd name="connsiteX15" fmla="*/ 78745 w 100115"/>
                <a:gd name="connsiteY15" fmla="*/ 105054 h 165571"/>
                <a:gd name="connsiteX16" fmla="*/ 85750 w 100115"/>
                <a:gd name="connsiteY16" fmla="*/ 126006 h 165571"/>
                <a:gd name="connsiteX17" fmla="*/ 55467 w 100115"/>
                <a:gd name="connsiteY17" fmla="*/ 158574 h 165571"/>
                <a:gd name="connsiteX18" fmla="*/ 19760 w 100115"/>
                <a:gd name="connsiteY18" fmla="*/ 146276 h 165571"/>
                <a:gd name="connsiteX19" fmla="*/ 5749 w 100115"/>
                <a:gd name="connsiteY19" fmla="*/ 111203 h 165571"/>
                <a:gd name="connsiteX20" fmla="*/ 3037 w 100115"/>
                <a:gd name="connsiteY20" fmla="*/ 108925 h 165571"/>
                <a:gd name="connsiteX21" fmla="*/ 99 w 100115"/>
                <a:gd name="connsiteY21" fmla="*/ 114619 h 165571"/>
                <a:gd name="connsiteX22" fmla="*/ 99 w 100115"/>
                <a:gd name="connsiteY22" fmla="*/ 160168 h 165571"/>
                <a:gd name="connsiteX23" fmla="*/ 2585 w 100115"/>
                <a:gd name="connsiteY23" fmla="*/ 165634 h 165571"/>
                <a:gd name="connsiteX24" fmla="*/ 5975 w 100115"/>
                <a:gd name="connsiteY24" fmla="*/ 162673 h 165571"/>
                <a:gd name="connsiteX25" fmla="*/ 14110 w 100115"/>
                <a:gd name="connsiteY25" fmla="*/ 149692 h 165571"/>
                <a:gd name="connsiteX26" fmla="*/ 55693 w 100115"/>
                <a:gd name="connsiteY26" fmla="*/ 165634 h 165571"/>
                <a:gd name="connsiteX27" fmla="*/ 100214 w 100115"/>
                <a:gd name="connsiteY27" fmla="*/ 118263 h 165571"/>
                <a:gd name="connsiteX28" fmla="*/ 66315 w 100115"/>
                <a:gd name="connsiteY28" fmla="*/ 72258 h 165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115" h="165571">
                  <a:moveTo>
                    <a:pt x="66315" y="72258"/>
                  </a:moveTo>
                  <a:lnTo>
                    <a:pt x="37388" y="65198"/>
                  </a:lnTo>
                  <a:cubicBezTo>
                    <a:pt x="23376" y="61782"/>
                    <a:pt x="14562" y="49484"/>
                    <a:pt x="14562" y="36274"/>
                  </a:cubicBezTo>
                  <a:cubicBezTo>
                    <a:pt x="14562" y="20332"/>
                    <a:pt x="26766" y="6440"/>
                    <a:pt x="44394" y="6440"/>
                  </a:cubicBezTo>
                  <a:cubicBezTo>
                    <a:pt x="82135" y="6440"/>
                    <a:pt x="87106" y="43790"/>
                    <a:pt x="88462" y="54039"/>
                  </a:cubicBezTo>
                  <a:cubicBezTo>
                    <a:pt x="88688" y="55405"/>
                    <a:pt x="88688" y="56772"/>
                    <a:pt x="91174" y="56772"/>
                  </a:cubicBezTo>
                  <a:cubicBezTo>
                    <a:pt x="94112" y="56772"/>
                    <a:pt x="94112" y="55633"/>
                    <a:pt x="94112" y="51306"/>
                  </a:cubicBezTo>
                  <a:lnTo>
                    <a:pt x="94112" y="5529"/>
                  </a:lnTo>
                  <a:cubicBezTo>
                    <a:pt x="94112" y="1657"/>
                    <a:pt x="94112" y="63"/>
                    <a:pt x="91626" y="63"/>
                  </a:cubicBezTo>
                  <a:cubicBezTo>
                    <a:pt x="90044" y="63"/>
                    <a:pt x="89818" y="290"/>
                    <a:pt x="88236" y="3023"/>
                  </a:cubicBezTo>
                  <a:lnTo>
                    <a:pt x="80327" y="16005"/>
                  </a:lnTo>
                  <a:cubicBezTo>
                    <a:pt x="73547" y="9400"/>
                    <a:pt x="64281" y="63"/>
                    <a:pt x="44168" y="63"/>
                  </a:cubicBezTo>
                  <a:cubicBezTo>
                    <a:pt x="19082" y="63"/>
                    <a:pt x="99" y="20104"/>
                    <a:pt x="99" y="44245"/>
                  </a:cubicBezTo>
                  <a:cubicBezTo>
                    <a:pt x="99" y="63148"/>
                    <a:pt x="12076" y="79774"/>
                    <a:pt x="29704" y="85923"/>
                  </a:cubicBezTo>
                  <a:cubicBezTo>
                    <a:pt x="32190" y="86834"/>
                    <a:pt x="43716" y="89567"/>
                    <a:pt x="59535" y="93439"/>
                  </a:cubicBezTo>
                  <a:cubicBezTo>
                    <a:pt x="65637" y="95033"/>
                    <a:pt x="72417" y="96627"/>
                    <a:pt x="78745" y="105054"/>
                  </a:cubicBezTo>
                  <a:cubicBezTo>
                    <a:pt x="83491" y="110975"/>
                    <a:pt x="85750" y="118491"/>
                    <a:pt x="85750" y="126006"/>
                  </a:cubicBezTo>
                  <a:cubicBezTo>
                    <a:pt x="85750" y="142176"/>
                    <a:pt x="74451" y="158574"/>
                    <a:pt x="55467" y="158574"/>
                  </a:cubicBezTo>
                  <a:cubicBezTo>
                    <a:pt x="48913" y="158574"/>
                    <a:pt x="31738" y="157435"/>
                    <a:pt x="19760" y="146276"/>
                  </a:cubicBezTo>
                  <a:cubicBezTo>
                    <a:pt x="6653" y="133977"/>
                    <a:pt x="5975" y="119402"/>
                    <a:pt x="5749" y="111203"/>
                  </a:cubicBezTo>
                  <a:cubicBezTo>
                    <a:pt x="5523" y="108925"/>
                    <a:pt x="3715" y="108925"/>
                    <a:pt x="3037" y="108925"/>
                  </a:cubicBezTo>
                  <a:cubicBezTo>
                    <a:pt x="99" y="108925"/>
                    <a:pt x="99" y="110520"/>
                    <a:pt x="99" y="114619"/>
                  </a:cubicBezTo>
                  <a:lnTo>
                    <a:pt x="99" y="160168"/>
                  </a:lnTo>
                  <a:cubicBezTo>
                    <a:pt x="99" y="164040"/>
                    <a:pt x="99" y="165634"/>
                    <a:pt x="2585" y="165634"/>
                  </a:cubicBezTo>
                  <a:cubicBezTo>
                    <a:pt x="4167" y="165634"/>
                    <a:pt x="4393" y="165179"/>
                    <a:pt x="5975" y="162673"/>
                  </a:cubicBezTo>
                  <a:cubicBezTo>
                    <a:pt x="5975" y="162446"/>
                    <a:pt x="6653" y="161762"/>
                    <a:pt x="14110" y="149692"/>
                  </a:cubicBezTo>
                  <a:cubicBezTo>
                    <a:pt x="21116" y="157435"/>
                    <a:pt x="35580" y="165634"/>
                    <a:pt x="55693" y="165634"/>
                  </a:cubicBezTo>
                  <a:cubicBezTo>
                    <a:pt x="82135" y="165634"/>
                    <a:pt x="100214" y="143315"/>
                    <a:pt x="100214" y="118263"/>
                  </a:cubicBezTo>
                  <a:cubicBezTo>
                    <a:pt x="100214" y="95488"/>
                    <a:pt x="85298" y="76813"/>
                    <a:pt x="66315" y="72258"/>
                  </a:cubicBezTo>
                  <a:close/>
                </a:path>
              </a:pathLst>
            </a:custGeom>
            <a:solidFill>
              <a:srgbClr val="000000"/>
            </a:solidFill>
            <a:ln w="22567"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A05C47F-EB0E-AB00-C9F9-BC45DCBCE1B3}"/>
                </a:ext>
              </a:extLst>
            </p:cNvPr>
            <p:cNvSpPr/>
            <p:nvPr>
              <p:custDataLst>
                <p:tags r:id="rId66"/>
              </p:custDataLst>
            </p:nvPr>
          </p:nvSpPr>
          <p:spPr>
            <a:xfrm>
              <a:off x="4912010" y="3874135"/>
              <a:ext cx="113675" cy="103168"/>
            </a:xfrm>
            <a:custGeom>
              <a:avLst/>
              <a:gdLst>
                <a:gd name="connsiteX0" fmla="*/ 81236 w 113675"/>
                <a:gd name="connsiteY0" fmla="*/ 82735 h 103168"/>
                <a:gd name="connsiteX1" fmla="*/ 81236 w 113675"/>
                <a:gd name="connsiteY1" fmla="*/ 103232 h 103168"/>
                <a:gd name="connsiteX2" fmla="*/ 113779 w 113675"/>
                <a:gd name="connsiteY2" fmla="*/ 100726 h 103168"/>
                <a:gd name="connsiteX3" fmla="*/ 113779 w 113675"/>
                <a:gd name="connsiteY3" fmla="*/ 93666 h 103168"/>
                <a:gd name="connsiteX4" fmla="*/ 96152 w 113675"/>
                <a:gd name="connsiteY4" fmla="*/ 80913 h 103168"/>
                <a:gd name="connsiteX5" fmla="*/ 96152 w 113675"/>
                <a:gd name="connsiteY5" fmla="*/ 63 h 103168"/>
                <a:gd name="connsiteX6" fmla="*/ 62931 w 113675"/>
                <a:gd name="connsiteY6" fmla="*/ 2568 h 103168"/>
                <a:gd name="connsiteX7" fmla="*/ 62931 w 113675"/>
                <a:gd name="connsiteY7" fmla="*/ 9628 h 103168"/>
                <a:gd name="connsiteX8" fmla="*/ 80558 w 113675"/>
                <a:gd name="connsiteY8" fmla="*/ 22382 h 103168"/>
                <a:gd name="connsiteX9" fmla="*/ 80558 w 113675"/>
                <a:gd name="connsiteY9" fmla="*/ 62921 h 103168"/>
                <a:gd name="connsiteX10" fmla="*/ 53213 w 113675"/>
                <a:gd name="connsiteY10" fmla="*/ 98221 h 103168"/>
                <a:gd name="connsiteX11" fmla="*/ 33325 w 113675"/>
                <a:gd name="connsiteY11" fmla="*/ 75674 h 103168"/>
                <a:gd name="connsiteX12" fmla="*/ 33325 w 113675"/>
                <a:gd name="connsiteY12" fmla="*/ 63 h 103168"/>
                <a:gd name="connsiteX13" fmla="*/ 104 w 113675"/>
                <a:gd name="connsiteY13" fmla="*/ 2568 h 103168"/>
                <a:gd name="connsiteX14" fmla="*/ 104 w 113675"/>
                <a:gd name="connsiteY14" fmla="*/ 9628 h 103168"/>
                <a:gd name="connsiteX15" fmla="*/ 17732 w 113675"/>
                <a:gd name="connsiteY15" fmla="*/ 30581 h 103168"/>
                <a:gd name="connsiteX16" fmla="*/ 17732 w 113675"/>
                <a:gd name="connsiteY16" fmla="*/ 64743 h 103168"/>
                <a:gd name="connsiteX17" fmla="*/ 52083 w 113675"/>
                <a:gd name="connsiteY17" fmla="*/ 103232 h 103168"/>
                <a:gd name="connsiteX18" fmla="*/ 81236 w 113675"/>
                <a:gd name="connsiteY18" fmla="*/ 82735 h 10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3675" h="103168">
                  <a:moveTo>
                    <a:pt x="81236" y="82735"/>
                  </a:moveTo>
                  <a:lnTo>
                    <a:pt x="81236" y="103232"/>
                  </a:lnTo>
                  <a:lnTo>
                    <a:pt x="113779" y="100726"/>
                  </a:lnTo>
                  <a:lnTo>
                    <a:pt x="113779" y="93666"/>
                  </a:lnTo>
                  <a:cubicBezTo>
                    <a:pt x="97960" y="93666"/>
                    <a:pt x="96152" y="92072"/>
                    <a:pt x="96152" y="80913"/>
                  </a:cubicBezTo>
                  <a:lnTo>
                    <a:pt x="96152" y="63"/>
                  </a:lnTo>
                  <a:lnTo>
                    <a:pt x="62931" y="2568"/>
                  </a:lnTo>
                  <a:lnTo>
                    <a:pt x="62931" y="9628"/>
                  </a:lnTo>
                  <a:cubicBezTo>
                    <a:pt x="78750" y="9628"/>
                    <a:pt x="80558" y="11222"/>
                    <a:pt x="80558" y="22382"/>
                  </a:cubicBezTo>
                  <a:lnTo>
                    <a:pt x="80558" y="62921"/>
                  </a:lnTo>
                  <a:cubicBezTo>
                    <a:pt x="80558" y="82735"/>
                    <a:pt x="69710" y="98221"/>
                    <a:pt x="53213" y="98221"/>
                  </a:cubicBezTo>
                  <a:cubicBezTo>
                    <a:pt x="34229" y="98221"/>
                    <a:pt x="33325" y="87517"/>
                    <a:pt x="33325" y="75674"/>
                  </a:cubicBezTo>
                  <a:lnTo>
                    <a:pt x="33325" y="63"/>
                  </a:lnTo>
                  <a:lnTo>
                    <a:pt x="104" y="2568"/>
                  </a:lnTo>
                  <a:lnTo>
                    <a:pt x="104" y="9628"/>
                  </a:lnTo>
                  <a:cubicBezTo>
                    <a:pt x="17732" y="9628"/>
                    <a:pt x="17732" y="10311"/>
                    <a:pt x="17732" y="30581"/>
                  </a:cubicBezTo>
                  <a:lnTo>
                    <a:pt x="17732" y="64743"/>
                  </a:lnTo>
                  <a:cubicBezTo>
                    <a:pt x="17732" y="82507"/>
                    <a:pt x="17732" y="103232"/>
                    <a:pt x="52083" y="103232"/>
                  </a:cubicBezTo>
                  <a:cubicBezTo>
                    <a:pt x="64739" y="103232"/>
                    <a:pt x="74682" y="96855"/>
                    <a:pt x="81236" y="82735"/>
                  </a:cubicBezTo>
                  <a:close/>
                </a:path>
              </a:pathLst>
            </a:custGeom>
            <a:solidFill>
              <a:srgbClr val="000000"/>
            </a:solidFill>
            <a:ln w="22567"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A98FA534-701C-6878-B486-BAB2AFBD4AD5}"/>
                </a:ext>
              </a:extLst>
            </p:cNvPr>
            <p:cNvSpPr/>
            <p:nvPr>
              <p:custDataLst>
                <p:tags r:id="rId67"/>
              </p:custDataLst>
            </p:nvPr>
          </p:nvSpPr>
          <p:spPr>
            <a:xfrm>
              <a:off x="5036659" y="3874135"/>
              <a:ext cx="75934" cy="100663"/>
            </a:xfrm>
            <a:custGeom>
              <a:avLst/>
              <a:gdLst>
                <a:gd name="connsiteX0" fmla="*/ 31523 w 75934"/>
                <a:gd name="connsiteY0" fmla="*/ 25115 h 100663"/>
                <a:gd name="connsiteX1" fmla="*/ 31523 w 75934"/>
                <a:gd name="connsiteY1" fmla="*/ 63 h 100663"/>
                <a:gd name="connsiteX2" fmla="*/ 110 w 75934"/>
                <a:gd name="connsiteY2" fmla="*/ 2568 h 100663"/>
                <a:gd name="connsiteX3" fmla="*/ 110 w 75934"/>
                <a:gd name="connsiteY3" fmla="*/ 9628 h 100663"/>
                <a:gd name="connsiteX4" fmla="*/ 17737 w 75934"/>
                <a:gd name="connsiteY4" fmla="*/ 22382 h 100663"/>
                <a:gd name="connsiteX5" fmla="*/ 17737 w 75934"/>
                <a:gd name="connsiteY5" fmla="*/ 83418 h 100663"/>
                <a:gd name="connsiteX6" fmla="*/ 110 w 75934"/>
                <a:gd name="connsiteY6" fmla="*/ 93666 h 100663"/>
                <a:gd name="connsiteX7" fmla="*/ 110 w 75934"/>
                <a:gd name="connsiteY7" fmla="*/ 100726 h 100663"/>
                <a:gd name="connsiteX8" fmla="*/ 25873 w 75934"/>
                <a:gd name="connsiteY8" fmla="*/ 100043 h 100663"/>
                <a:gd name="connsiteX9" fmla="*/ 54574 w 75934"/>
                <a:gd name="connsiteY9" fmla="*/ 100726 h 100663"/>
                <a:gd name="connsiteX10" fmla="*/ 54574 w 75934"/>
                <a:gd name="connsiteY10" fmla="*/ 93666 h 100663"/>
                <a:gd name="connsiteX11" fmla="*/ 49828 w 75934"/>
                <a:gd name="connsiteY11" fmla="*/ 93666 h 100663"/>
                <a:gd name="connsiteX12" fmla="*/ 32653 w 75934"/>
                <a:gd name="connsiteY12" fmla="*/ 82962 h 100663"/>
                <a:gd name="connsiteX13" fmla="*/ 32653 w 75934"/>
                <a:gd name="connsiteY13" fmla="*/ 47889 h 100663"/>
                <a:gd name="connsiteX14" fmla="*/ 59320 w 75934"/>
                <a:gd name="connsiteY14" fmla="*/ 5073 h 100663"/>
                <a:gd name="connsiteX15" fmla="*/ 61806 w 75934"/>
                <a:gd name="connsiteY15" fmla="*/ 5301 h 100663"/>
                <a:gd name="connsiteX16" fmla="*/ 56608 w 75934"/>
                <a:gd name="connsiteY16" fmla="*/ 14183 h 100663"/>
                <a:gd name="connsiteX17" fmla="*/ 66326 w 75934"/>
                <a:gd name="connsiteY17" fmla="*/ 23976 h 100663"/>
                <a:gd name="connsiteX18" fmla="*/ 76044 w 75934"/>
                <a:gd name="connsiteY18" fmla="*/ 13955 h 100663"/>
                <a:gd name="connsiteX19" fmla="*/ 59320 w 75934"/>
                <a:gd name="connsiteY19" fmla="*/ 63 h 100663"/>
                <a:gd name="connsiteX20" fmla="*/ 31523 w 75934"/>
                <a:gd name="connsiteY20" fmla="*/ 25115 h 100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934" h="100663">
                  <a:moveTo>
                    <a:pt x="31523" y="25115"/>
                  </a:moveTo>
                  <a:lnTo>
                    <a:pt x="31523" y="63"/>
                  </a:lnTo>
                  <a:lnTo>
                    <a:pt x="110" y="2568"/>
                  </a:lnTo>
                  <a:lnTo>
                    <a:pt x="110" y="9628"/>
                  </a:lnTo>
                  <a:cubicBezTo>
                    <a:pt x="15929" y="9628"/>
                    <a:pt x="17737" y="11222"/>
                    <a:pt x="17737" y="22382"/>
                  </a:cubicBezTo>
                  <a:lnTo>
                    <a:pt x="17737" y="83418"/>
                  </a:lnTo>
                  <a:cubicBezTo>
                    <a:pt x="17737" y="93666"/>
                    <a:pt x="15251" y="93666"/>
                    <a:pt x="110" y="93666"/>
                  </a:cubicBezTo>
                  <a:lnTo>
                    <a:pt x="110" y="100726"/>
                  </a:lnTo>
                  <a:cubicBezTo>
                    <a:pt x="8924" y="100499"/>
                    <a:pt x="19545" y="100043"/>
                    <a:pt x="25873" y="100043"/>
                  </a:cubicBezTo>
                  <a:cubicBezTo>
                    <a:pt x="34913" y="100043"/>
                    <a:pt x="45535" y="100043"/>
                    <a:pt x="54574" y="100726"/>
                  </a:cubicBezTo>
                  <a:lnTo>
                    <a:pt x="54574" y="93666"/>
                  </a:lnTo>
                  <a:lnTo>
                    <a:pt x="49828" y="93666"/>
                  </a:lnTo>
                  <a:cubicBezTo>
                    <a:pt x="33105" y="93666"/>
                    <a:pt x="32653" y="91161"/>
                    <a:pt x="32653" y="82962"/>
                  </a:cubicBezTo>
                  <a:lnTo>
                    <a:pt x="32653" y="47889"/>
                  </a:lnTo>
                  <a:cubicBezTo>
                    <a:pt x="32653" y="25343"/>
                    <a:pt x="42145" y="5073"/>
                    <a:pt x="59320" y="5073"/>
                  </a:cubicBezTo>
                  <a:cubicBezTo>
                    <a:pt x="60902" y="5073"/>
                    <a:pt x="61354" y="5073"/>
                    <a:pt x="61806" y="5301"/>
                  </a:cubicBezTo>
                  <a:cubicBezTo>
                    <a:pt x="61128" y="5529"/>
                    <a:pt x="56608" y="8262"/>
                    <a:pt x="56608" y="14183"/>
                  </a:cubicBezTo>
                  <a:cubicBezTo>
                    <a:pt x="56608" y="20560"/>
                    <a:pt x="61354" y="23976"/>
                    <a:pt x="66326" y="23976"/>
                  </a:cubicBezTo>
                  <a:cubicBezTo>
                    <a:pt x="70394" y="23976"/>
                    <a:pt x="76044" y="21243"/>
                    <a:pt x="76044" y="13955"/>
                  </a:cubicBezTo>
                  <a:cubicBezTo>
                    <a:pt x="76044" y="6667"/>
                    <a:pt x="69038" y="63"/>
                    <a:pt x="59320" y="63"/>
                  </a:cubicBezTo>
                  <a:cubicBezTo>
                    <a:pt x="42823" y="63"/>
                    <a:pt x="34687" y="15322"/>
                    <a:pt x="31523" y="25115"/>
                  </a:cubicBezTo>
                  <a:close/>
                </a:path>
              </a:pathLst>
            </a:custGeom>
            <a:solidFill>
              <a:srgbClr val="000000"/>
            </a:solidFill>
            <a:ln w="22567"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91658B97-382A-66CA-0C4A-065E74A721F4}"/>
                </a:ext>
              </a:extLst>
            </p:cNvPr>
            <p:cNvSpPr/>
            <p:nvPr>
              <p:custDataLst>
                <p:tags r:id="rId68"/>
              </p:custDataLst>
            </p:nvPr>
          </p:nvSpPr>
          <p:spPr>
            <a:xfrm>
              <a:off x="5123139" y="3876640"/>
              <a:ext cx="110511" cy="100663"/>
            </a:xfrm>
            <a:custGeom>
              <a:avLst/>
              <a:gdLst>
                <a:gd name="connsiteX0" fmla="*/ 89833 w 110511"/>
                <a:gd name="connsiteY0" fmla="*/ 22382 h 100663"/>
                <a:gd name="connsiteX1" fmla="*/ 110625 w 110511"/>
                <a:gd name="connsiteY1" fmla="*/ 7123 h 100663"/>
                <a:gd name="connsiteX2" fmla="*/ 110625 w 110511"/>
                <a:gd name="connsiteY2" fmla="*/ 63 h 100663"/>
                <a:gd name="connsiteX3" fmla="*/ 93675 w 110511"/>
                <a:gd name="connsiteY3" fmla="*/ 746 h 100663"/>
                <a:gd name="connsiteX4" fmla="*/ 74014 w 110511"/>
                <a:gd name="connsiteY4" fmla="*/ 63 h 100663"/>
                <a:gd name="connsiteX5" fmla="*/ 74014 w 110511"/>
                <a:gd name="connsiteY5" fmla="*/ 7123 h 100663"/>
                <a:gd name="connsiteX6" fmla="*/ 84861 w 110511"/>
                <a:gd name="connsiteY6" fmla="*/ 16916 h 100663"/>
                <a:gd name="connsiteX7" fmla="*/ 83505 w 110511"/>
                <a:gd name="connsiteY7" fmla="*/ 22382 h 100663"/>
                <a:gd name="connsiteX8" fmla="*/ 60454 w 110511"/>
                <a:gd name="connsiteY8" fmla="*/ 80457 h 100663"/>
                <a:gd name="connsiteX9" fmla="*/ 35143 w 110511"/>
                <a:gd name="connsiteY9" fmla="*/ 16916 h 100663"/>
                <a:gd name="connsiteX10" fmla="*/ 33787 w 110511"/>
                <a:gd name="connsiteY10" fmla="*/ 13044 h 100663"/>
                <a:gd name="connsiteX11" fmla="*/ 46668 w 110511"/>
                <a:gd name="connsiteY11" fmla="*/ 7123 h 100663"/>
                <a:gd name="connsiteX12" fmla="*/ 46668 w 110511"/>
                <a:gd name="connsiteY12" fmla="*/ 63 h 100663"/>
                <a:gd name="connsiteX13" fmla="*/ 22035 w 110511"/>
                <a:gd name="connsiteY13" fmla="*/ 746 h 100663"/>
                <a:gd name="connsiteX14" fmla="*/ 114 w 110511"/>
                <a:gd name="connsiteY14" fmla="*/ 63 h 100663"/>
                <a:gd name="connsiteX15" fmla="*/ 114 w 110511"/>
                <a:gd name="connsiteY15" fmla="*/ 7123 h 100663"/>
                <a:gd name="connsiteX16" fmla="*/ 18193 w 110511"/>
                <a:gd name="connsiteY16" fmla="*/ 15550 h 100663"/>
                <a:gd name="connsiteX17" fmla="*/ 50736 w 110511"/>
                <a:gd name="connsiteY17" fmla="*/ 96399 h 100663"/>
                <a:gd name="connsiteX18" fmla="*/ 55482 w 110511"/>
                <a:gd name="connsiteY18" fmla="*/ 100726 h 100663"/>
                <a:gd name="connsiteX19" fmla="*/ 60228 w 110511"/>
                <a:gd name="connsiteY19" fmla="*/ 96399 h 100663"/>
                <a:gd name="connsiteX20" fmla="*/ 89833 w 110511"/>
                <a:gd name="connsiteY20" fmla="*/ 22382 h 100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0511" h="100663">
                  <a:moveTo>
                    <a:pt x="89833" y="22382"/>
                  </a:moveTo>
                  <a:cubicBezTo>
                    <a:pt x="91867" y="17144"/>
                    <a:pt x="95709" y="7351"/>
                    <a:pt x="110625" y="7123"/>
                  </a:cubicBezTo>
                  <a:lnTo>
                    <a:pt x="110625" y="63"/>
                  </a:lnTo>
                  <a:cubicBezTo>
                    <a:pt x="105427" y="518"/>
                    <a:pt x="98873" y="746"/>
                    <a:pt x="93675" y="746"/>
                  </a:cubicBezTo>
                  <a:cubicBezTo>
                    <a:pt x="88251" y="746"/>
                    <a:pt x="77856" y="291"/>
                    <a:pt x="74014" y="63"/>
                  </a:cubicBezTo>
                  <a:lnTo>
                    <a:pt x="74014" y="7123"/>
                  </a:lnTo>
                  <a:cubicBezTo>
                    <a:pt x="82376" y="7351"/>
                    <a:pt x="84861" y="12589"/>
                    <a:pt x="84861" y="16916"/>
                  </a:cubicBezTo>
                  <a:cubicBezTo>
                    <a:pt x="84861" y="18966"/>
                    <a:pt x="84409" y="19877"/>
                    <a:pt x="83505" y="22382"/>
                  </a:cubicBezTo>
                  <a:lnTo>
                    <a:pt x="60454" y="80457"/>
                  </a:lnTo>
                  <a:lnTo>
                    <a:pt x="35143" y="16916"/>
                  </a:lnTo>
                  <a:cubicBezTo>
                    <a:pt x="33787" y="13955"/>
                    <a:pt x="33787" y="13500"/>
                    <a:pt x="33787" y="13044"/>
                  </a:cubicBezTo>
                  <a:cubicBezTo>
                    <a:pt x="33787" y="7123"/>
                    <a:pt x="42601" y="7123"/>
                    <a:pt x="46668" y="7123"/>
                  </a:cubicBezTo>
                  <a:lnTo>
                    <a:pt x="46668" y="63"/>
                  </a:lnTo>
                  <a:cubicBezTo>
                    <a:pt x="39889" y="291"/>
                    <a:pt x="27233" y="746"/>
                    <a:pt x="22035" y="746"/>
                  </a:cubicBezTo>
                  <a:cubicBezTo>
                    <a:pt x="15933" y="746"/>
                    <a:pt x="6894" y="518"/>
                    <a:pt x="114" y="63"/>
                  </a:cubicBezTo>
                  <a:lnTo>
                    <a:pt x="114" y="7123"/>
                  </a:lnTo>
                  <a:cubicBezTo>
                    <a:pt x="14351" y="7123"/>
                    <a:pt x="15255" y="8489"/>
                    <a:pt x="18193" y="15550"/>
                  </a:cubicBezTo>
                  <a:lnTo>
                    <a:pt x="50736" y="96399"/>
                  </a:lnTo>
                  <a:cubicBezTo>
                    <a:pt x="52092" y="99588"/>
                    <a:pt x="52544" y="100726"/>
                    <a:pt x="55482" y="100726"/>
                  </a:cubicBezTo>
                  <a:cubicBezTo>
                    <a:pt x="58420" y="100726"/>
                    <a:pt x="59324" y="98677"/>
                    <a:pt x="60228" y="96399"/>
                  </a:cubicBezTo>
                  <a:lnTo>
                    <a:pt x="89833" y="22382"/>
                  </a:lnTo>
                  <a:close/>
                </a:path>
              </a:pathLst>
            </a:custGeom>
            <a:solidFill>
              <a:srgbClr val="000000"/>
            </a:solidFill>
            <a:ln w="22567"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429BB114-2861-337C-CE3C-2D7D3705FE6B}"/>
                </a:ext>
              </a:extLst>
            </p:cNvPr>
            <p:cNvSpPr/>
            <p:nvPr>
              <p:custDataLst>
                <p:tags r:id="rId69"/>
              </p:custDataLst>
            </p:nvPr>
          </p:nvSpPr>
          <p:spPr>
            <a:xfrm>
              <a:off x="5341994" y="3756643"/>
              <a:ext cx="60340" cy="35072"/>
            </a:xfrm>
            <a:custGeom>
              <a:avLst/>
              <a:gdLst>
                <a:gd name="connsiteX0" fmla="*/ 30406 w 60340"/>
                <a:gd name="connsiteY0" fmla="*/ 60 h 35072"/>
                <a:gd name="connsiteX1" fmla="*/ 122 w 60340"/>
                <a:gd name="connsiteY1" fmla="*/ 31034 h 35072"/>
                <a:gd name="connsiteX2" fmla="*/ 4190 w 60340"/>
                <a:gd name="connsiteY2" fmla="*/ 35133 h 35072"/>
                <a:gd name="connsiteX3" fmla="*/ 30406 w 60340"/>
                <a:gd name="connsiteY3" fmla="*/ 11903 h 35072"/>
                <a:gd name="connsiteX4" fmla="*/ 56395 w 60340"/>
                <a:gd name="connsiteY4" fmla="*/ 35133 h 35072"/>
                <a:gd name="connsiteX5" fmla="*/ 60463 w 60340"/>
                <a:gd name="connsiteY5" fmla="*/ 31034 h 35072"/>
                <a:gd name="connsiteX6" fmla="*/ 30406 w 60340"/>
                <a:gd name="connsiteY6" fmla="*/ 60 h 35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340" h="35072">
                  <a:moveTo>
                    <a:pt x="30406" y="60"/>
                  </a:moveTo>
                  <a:lnTo>
                    <a:pt x="122" y="31034"/>
                  </a:lnTo>
                  <a:lnTo>
                    <a:pt x="4190" y="35133"/>
                  </a:lnTo>
                  <a:lnTo>
                    <a:pt x="30406" y="11903"/>
                  </a:lnTo>
                  <a:lnTo>
                    <a:pt x="56395" y="35133"/>
                  </a:lnTo>
                  <a:lnTo>
                    <a:pt x="60463" y="31034"/>
                  </a:lnTo>
                  <a:lnTo>
                    <a:pt x="30406" y="60"/>
                  </a:lnTo>
                  <a:close/>
                </a:path>
              </a:pathLst>
            </a:custGeom>
            <a:solidFill>
              <a:srgbClr val="000000"/>
            </a:solidFill>
            <a:ln w="22567"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BCF3FABF-F8BA-6BD8-DF03-E69F9131AD5A}"/>
                </a:ext>
              </a:extLst>
            </p:cNvPr>
            <p:cNvSpPr/>
            <p:nvPr>
              <p:custDataLst>
                <p:tags r:id="rId70"/>
              </p:custDataLst>
            </p:nvPr>
          </p:nvSpPr>
          <p:spPr>
            <a:xfrm>
              <a:off x="5325880" y="3816743"/>
              <a:ext cx="110963" cy="160560"/>
            </a:xfrm>
            <a:custGeom>
              <a:avLst/>
              <a:gdLst>
                <a:gd name="connsiteX0" fmla="*/ 52553 w 110963"/>
                <a:gd name="connsiteY0" fmla="*/ 2568 h 160560"/>
                <a:gd name="connsiteX1" fmla="*/ 49615 w 110963"/>
                <a:gd name="connsiteY1" fmla="*/ 63 h 160560"/>
                <a:gd name="connsiteX2" fmla="*/ 22044 w 110963"/>
                <a:gd name="connsiteY2" fmla="*/ 2340 h 160560"/>
                <a:gd name="connsiteX3" fmla="*/ 17750 w 110963"/>
                <a:gd name="connsiteY3" fmla="*/ 6895 h 160560"/>
                <a:gd name="connsiteX4" fmla="*/ 23174 w 110963"/>
                <a:gd name="connsiteY4" fmla="*/ 9628 h 160560"/>
                <a:gd name="connsiteX5" fmla="*/ 34473 w 110963"/>
                <a:gd name="connsiteY5" fmla="*/ 13500 h 160560"/>
                <a:gd name="connsiteX6" fmla="*/ 33795 w 110963"/>
                <a:gd name="connsiteY6" fmla="*/ 18055 h 160560"/>
                <a:gd name="connsiteX7" fmla="*/ 1026 w 110963"/>
                <a:gd name="connsiteY7" fmla="*/ 149236 h 160560"/>
                <a:gd name="connsiteX8" fmla="*/ 122 w 110963"/>
                <a:gd name="connsiteY8" fmla="*/ 154247 h 160560"/>
                <a:gd name="connsiteX9" fmla="*/ 6676 w 110963"/>
                <a:gd name="connsiteY9" fmla="*/ 160624 h 160560"/>
                <a:gd name="connsiteX10" fmla="*/ 15038 w 110963"/>
                <a:gd name="connsiteY10" fmla="*/ 154702 h 160560"/>
                <a:gd name="connsiteX11" fmla="*/ 19332 w 110963"/>
                <a:gd name="connsiteY11" fmla="*/ 137394 h 160560"/>
                <a:gd name="connsiteX12" fmla="*/ 24304 w 110963"/>
                <a:gd name="connsiteY12" fmla="*/ 116896 h 160560"/>
                <a:gd name="connsiteX13" fmla="*/ 28146 w 110963"/>
                <a:gd name="connsiteY13" fmla="*/ 101637 h 160560"/>
                <a:gd name="connsiteX14" fmla="*/ 30631 w 110963"/>
                <a:gd name="connsiteY14" fmla="*/ 91389 h 160560"/>
                <a:gd name="connsiteX15" fmla="*/ 45999 w 110963"/>
                <a:gd name="connsiteY15" fmla="*/ 70436 h 160560"/>
                <a:gd name="connsiteX16" fmla="*/ 67695 w 110963"/>
                <a:gd name="connsiteY16" fmla="*/ 62465 h 160560"/>
                <a:gd name="connsiteX17" fmla="*/ 79898 w 110963"/>
                <a:gd name="connsiteY17" fmla="*/ 78407 h 160560"/>
                <a:gd name="connsiteX18" fmla="*/ 65887 w 110963"/>
                <a:gd name="connsiteY18" fmla="*/ 129422 h 160560"/>
                <a:gd name="connsiteX19" fmla="*/ 62949 w 110963"/>
                <a:gd name="connsiteY19" fmla="*/ 141949 h 160560"/>
                <a:gd name="connsiteX20" fmla="*/ 81480 w 110963"/>
                <a:gd name="connsiteY20" fmla="*/ 160624 h 160560"/>
                <a:gd name="connsiteX21" fmla="*/ 111085 w 110963"/>
                <a:gd name="connsiteY21" fmla="*/ 125551 h 160560"/>
                <a:gd name="connsiteX22" fmla="*/ 108373 w 110963"/>
                <a:gd name="connsiteY22" fmla="*/ 123273 h 160560"/>
                <a:gd name="connsiteX23" fmla="*/ 104984 w 110963"/>
                <a:gd name="connsiteY23" fmla="*/ 127373 h 160560"/>
                <a:gd name="connsiteX24" fmla="*/ 81932 w 110963"/>
                <a:gd name="connsiteY24" fmla="*/ 155613 h 160560"/>
                <a:gd name="connsiteX25" fmla="*/ 76508 w 110963"/>
                <a:gd name="connsiteY25" fmla="*/ 148098 h 160560"/>
                <a:gd name="connsiteX26" fmla="*/ 80576 w 110963"/>
                <a:gd name="connsiteY26" fmla="*/ 131928 h 160560"/>
                <a:gd name="connsiteX27" fmla="*/ 94362 w 110963"/>
                <a:gd name="connsiteY27" fmla="*/ 81824 h 160560"/>
                <a:gd name="connsiteX28" fmla="*/ 68372 w 110963"/>
                <a:gd name="connsiteY28" fmla="*/ 57455 h 160560"/>
                <a:gd name="connsiteX29" fmla="*/ 34925 w 110963"/>
                <a:gd name="connsiteY29" fmla="*/ 74991 h 160560"/>
                <a:gd name="connsiteX30" fmla="*/ 52553 w 110963"/>
                <a:gd name="connsiteY30" fmla="*/ 2568 h 16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0963" h="160560">
                  <a:moveTo>
                    <a:pt x="52553" y="2568"/>
                  </a:moveTo>
                  <a:cubicBezTo>
                    <a:pt x="52553" y="2340"/>
                    <a:pt x="52553" y="63"/>
                    <a:pt x="49615" y="63"/>
                  </a:cubicBezTo>
                  <a:cubicBezTo>
                    <a:pt x="44417" y="63"/>
                    <a:pt x="27920" y="1885"/>
                    <a:pt x="22044" y="2340"/>
                  </a:cubicBezTo>
                  <a:cubicBezTo>
                    <a:pt x="20236" y="2568"/>
                    <a:pt x="17750" y="2796"/>
                    <a:pt x="17750" y="6895"/>
                  </a:cubicBezTo>
                  <a:cubicBezTo>
                    <a:pt x="17750" y="9628"/>
                    <a:pt x="19784" y="9628"/>
                    <a:pt x="23174" y="9628"/>
                  </a:cubicBezTo>
                  <a:cubicBezTo>
                    <a:pt x="34021" y="9628"/>
                    <a:pt x="34473" y="11222"/>
                    <a:pt x="34473" y="13500"/>
                  </a:cubicBezTo>
                  <a:lnTo>
                    <a:pt x="33795" y="18055"/>
                  </a:lnTo>
                  <a:lnTo>
                    <a:pt x="1026" y="149236"/>
                  </a:lnTo>
                  <a:cubicBezTo>
                    <a:pt x="122" y="152425"/>
                    <a:pt x="122" y="152880"/>
                    <a:pt x="122" y="154247"/>
                  </a:cubicBezTo>
                  <a:cubicBezTo>
                    <a:pt x="122" y="159485"/>
                    <a:pt x="4642" y="160624"/>
                    <a:pt x="6676" y="160624"/>
                  </a:cubicBezTo>
                  <a:cubicBezTo>
                    <a:pt x="10292" y="160624"/>
                    <a:pt x="13908" y="157891"/>
                    <a:pt x="15038" y="154702"/>
                  </a:cubicBezTo>
                  <a:lnTo>
                    <a:pt x="19332" y="137394"/>
                  </a:lnTo>
                  <a:lnTo>
                    <a:pt x="24304" y="116896"/>
                  </a:lnTo>
                  <a:cubicBezTo>
                    <a:pt x="25660" y="111886"/>
                    <a:pt x="27016" y="106876"/>
                    <a:pt x="28146" y="101637"/>
                  </a:cubicBezTo>
                  <a:cubicBezTo>
                    <a:pt x="28598" y="100271"/>
                    <a:pt x="30405" y="92755"/>
                    <a:pt x="30631" y="91389"/>
                  </a:cubicBezTo>
                  <a:cubicBezTo>
                    <a:pt x="31309" y="89339"/>
                    <a:pt x="38315" y="76585"/>
                    <a:pt x="45999" y="70436"/>
                  </a:cubicBezTo>
                  <a:cubicBezTo>
                    <a:pt x="50971" y="66792"/>
                    <a:pt x="57977" y="62465"/>
                    <a:pt x="67695" y="62465"/>
                  </a:cubicBezTo>
                  <a:cubicBezTo>
                    <a:pt x="77412" y="62465"/>
                    <a:pt x="79898" y="70209"/>
                    <a:pt x="79898" y="78407"/>
                  </a:cubicBezTo>
                  <a:cubicBezTo>
                    <a:pt x="79898" y="90706"/>
                    <a:pt x="71310" y="115530"/>
                    <a:pt x="65887" y="129422"/>
                  </a:cubicBezTo>
                  <a:cubicBezTo>
                    <a:pt x="64079" y="134661"/>
                    <a:pt x="62949" y="137394"/>
                    <a:pt x="62949" y="141949"/>
                  </a:cubicBezTo>
                  <a:cubicBezTo>
                    <a:pt x="62949" y="152653"/>
                    <a:pt x="70858" y="160624"/>
                    <a:pt x="81480" y="160624"/>
                  </a:cubicBezTo>
                  <a:cubicBezTo>
                    <a:pt x="102724" y="160624"/>
                    <a:pt x="111085" y="127373"/>
                    <a:pt x="111085" y="125551"/>
                  </a:cubicBezTo>
                  <a:cubicBezTo>
                    <a:pt x="111085" y="123273"/>
                    <a:pt x="109051" y="123273"/>
                    <a:pt x="108373" y="123273"/>
                  </a:cubicBezTo>
                  <a:cubicBezTo>
                    <a:pt x="106113" y="123273"/>
                    <a:pt x="106113" y="123957"/>
                    <a:pt x="104984" y="127373"/>
                  </a:cubicBezTo>
                  <a:cubicBezTo>
                    <a:pt x="101594" y="139443"/>
                    <a:pt x="94362" y="155613"/>
                    <a:pt x="81932" y="155613"/>
                  </a:cubicBezTo>
                  <a:cubicBezTo>
                    <a:pt x="78090" y="155613"/>
                    <a:pt x="76508" y="153336"/>
                    <a:pt x="76508" y="148098"/>
                  </a:cubicBezTo>
                  <a:cubicBezTo>
                    <a:pt x="76508" y="142404"/>
                    <a:pt x="78542" y="136938"/>
                    <a:pt x="80576" y="131928"/>
                  </a:cubicBezTo>
                  <a:cubicBezTo>
                    <a:pt x="84192" y="122135"/>
                    <a:pt x="94362" y="95033"/>
                    <a:pt x="94362" y="81824"/>
                  </a:cubicBezTo>
                  <a:cubicBezTo>
                    <a:pt x="94362" y="67020"/>
                    <a:pt x="85322" y="57455"/>
                    <a:pt x="68372" y="57455"/>
                  </a:cubicBezTo>
                  <a:cubicBezTo>
                    <a:pt x="54135" y="57455"/>
                    <a:pt x="43287" y="64515"/>
                    <a:pt x="34925" y="74991"/>
                  </a:cubicBezTo>
                  <a:lnTo>
                    <a:pt x="52553" y="2568"/>
                  </a:lnTo>
                  <a:close/>
                </a:path>
              </a:pathLst>
            </a:custGeom>
            <a:solidFill>
              <a:srgbClr val="000000"/>
            </a:solidFill>
            <a:ln w="22567"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EDDCCBC3-3E7B-7962-1A3E-57EF7014FFAC}"/>
                </a:ext>
              </a:extLst>
            </p:cNvPr>
            <p:cNvSpPr/>
            <p:nvPr>
              <p:custDataLst>
                <p:tags r:id="rId71"/>
              </p:custDataLst>
            </p:nvPr>
          </p:nvSpPr>
          <p:spPr>
            <a:xfrm>
              <a:off x="5466032" y="3803990"/>
              <a:ext cx="52430" cy="227745"/>
            </a:xfrm>
            <a:custGeom>
              <a:avLst/>
              <a:gdLst>
                <a:gd name="connsiteX0" fmla="*/ 52559 w 52430"/>
                <a:gd name="connsiteY0" fmla="*/ 225531 h 227745"/>
                <a:gd name="connsiteX1" fmla="*/ 48717 w 52430"/>
                <a:gd name="connsiteY1" fmla="*/ 220521 h 227745"/>
                <a:gd name="connsiteX2" fmla="*/ 13236 w 52430"/>
                <a:gd name="connsiteY2" fmla="*/ 113936 h 227745"/>
                <a:gd name="connsiteX3" fmla="*/ 49621 w 52430"/>
                <a:gd name="connsiteY3" fmla="*/ 6212 h 227745"/>
                <a:gd name="connsiteX4" fmla="*/ 52559 w 52430"/>
                <a:gd name="connsiteY4" fmla="*/ 2340 h 227745"/>
                <a:gd name="connsiteX5" fmla="*/ 50299 w 52430"/>
                <a:gd name="connsiteY5" fmla="*/ 63 h 227745"/>
                <a:gd name="connsiteX6" fmla="*/ 14366 w 52430"/>
                <a:gd name="connsiteY6" fmla="*/ 44473 h 227745"/>
                <a:gd name="connsiteX7" fmla="*/ 128 w 52430"/>
                <a:gd name="connsiteY7" fmla="*/ 113936 h 227745"/>
                <a:gd name="connsiteX8" fmla="*/ 15044 w 52430"/>
                <a:gd name="connsiteY8" fmla="*/ 184992 h 227745"/>
                <a:gd name="connsiteX9" fmla="*/ 50299 w 52430"/>
                <a:gd name="connsiteY9" fmla="*/ 227809 h 227745"/>
                <a:gd name="connsiteX10" fmla="*/ 52559 w 52430"/>
                <a:gd name="connsiteY10" fmla="*/ 225531 h 22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30" h="227745">
                  <a:moveTo>
                    <a:pt x="52559" y="225531"/>
                  </a:moveTo>
                  <a:cubicBezTo>
                    <a:pt x="52559" y="224848"/>
                    <a:pt x="52559" y="224393"/>
                    <a:pt x="48717" y="220521"/>
                  </a:cubicBezTo>
                  <a:cubicBezTo>
                    <a:pt x="20467" y="191825"/>
                    <a:pt x="13236" y="148781"/>
                    <a:pt x="13236" y="113936"/>
                  </a:cubicBezTo>
                  <a:cubicBezTo>
                    <a:pt x="13236" y="74308"/>
                    <a:pt x="21823" y="34680"/>
                    <a:pt x="49621" y="6212"/>
                  </a:cubicBezTo>
                  <a:cubicBezTo>
                    <a:pt x="52559" y="3479"/>
                    <a:pt x="52559" y="3023"/>
                    <a:pt x="52559" y="2340"/>
                  </a:cubicBezTo>
                  <a:cubicBezTo>
                    <a:pt x="52559" y="746"/>
                    <a:pt x="51655" y="63"/>
                    <a:pt x="50299" y="63"/>
                  </a:cubicBezTo>
                  <a:cubicBezTo>
                    <a:pt x="48039" y="63"/>
                    <a:pt x="27699" y="15549"/>
                    <a:pt x="14366" y="44473"/>
                  </a:cubicBezTo>
                  <a:cubicBezTo>
                    <a:pt x="2840" y="69525"/>
                    <a:pt x="128" y="94805"/>
                    <a:pt x="128" y="113936"/>
                  </a:cubicBezTo>
                  <a:cubicBezTo>
                    <a:pt x="128" y="131700"/>
                    <a:pt x="2614" y="159257"/>
                    <a:pt x="15044" y="184992"/>
                  </a:cubicBezTo>
                  <a:cubicBezTo>
                    <a:pt x="28603" y="213005"/>
                    <a:pt x="48039" y="227809"/>
                    <a:pt x="50299" y="227809"/>
                  </a:cubicBezTo>
                  <a:cubicBezTo>
                    <a:pt x="51655" y="227809"/>
                    <a:pt x="52559" y="227125"/>
                    <a:pt x="52559" y="225531"/>
                  </a:cubicBezTo>
                  <a:close/>
                </a:path>
              </a:pathLst>
            </a:custGeom>
            <a:solidFill>
              <a:srgbClr val="000000"/>
            </a:solidFill>
            <a:ln w="22567"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DE09E12F-D949-5577-CCB7-CD18D771FE67}"/>
                </a:ext>
              </a:extLst>
            </p:cNvPr>
            <p:cNvSpPr/>
            <p:nvPr>
              <p:custDataLst>
                <p:tags r:id="rId72"/>
              </p:custDataLst>
            </p:nvPr>
          </p:nvSpPr>
          <p:spPr>
            <a:xfrm>
              <a:off x="5538100" y="3874135"/>
              <a:ext cx="112545" cy="103168"/>
            </a:xfrm>
            <a:custGeom>
              <a:avLst/>
              <a:gdLst>
                <a:gd name="connsiteX0" fmla="*/ 69060 w 112545"/>
                <a:gd name="connsiteY0" fmla="*/ 31947 h 103168"/>
                <a:gd name="connsiteX1" fmla="*/ 91433 w 112545"/>
                <a:gd name="connsiteY1" fmla="*/ 5073 h 103168"/>
                <a:gd name="connsiteX2" fmla="*/ 102733 w 112545"/>
                <a:gd name="connsiteY2" fmla="*/ 8034 h 103168"/>
                <a:gd name="connsiteX3" fmla="*/ 91885 w 112545"/>
                <a:gd name="connsiteY3" fmla="*/ 20332 h 103168"/>
                <a:gd name="connsiteX4" fmla="*/ 100473 w 112545"/>
                <a:gd name="connsiteY4" fmla="*/ 28303 h 103168"/>
                <a:gd name="connsiteX5" fmla="*/ 112677 w 112545"/>
                <a:gd name="connsiteY5" fmla="*/ 15094 h 103168"/>
                <a:gd name="connsiteX6" fmla="*/ 91659 w 112545"/>
                <a:gd name="connsiteY6" fmla="*/ 63 h 103168"/>
                <a:gd name="connsiteX7" fmla="*/ 67930 w 112545"/>
                <a:gd name="connsiteY7" fmla="*/ 17371 h 103168"/>
                <a:gd name="connsiteX8" fmla="*/ 43523 w 112545"/>
                <a:gd name="connsiteY8" fmla="*/ 63 h 103168"/>
                <a:gd name="connsiteX9" fmla="*/ 7138 w 112545"/>
                <a:gd name="connsiteY9" fmla="*/ 35136 h 103168"/>
                <a:gd name="connsiteX10" fmla="*/ 9850 w 112545"/>
                <a:gd name="connsiteY10" fmla="*/ 37413 h 103168"/>
                <a:gd name="connsiteX11" fmla="*/ 12788 w 112545"/>
                <a:gd name="connsiteY11" fmla="*/ 34908 h 103168"/>
                <a:gd name="connsiteX12" fmla="*/ 43071 w 112545"/>
                <a:gd name="connsiteY12" fmla="*/ 5073 h 103168"/>
                <a:gd name="connsiteX13" fmla="*/ 55274 w 112545"/>
                <a:gd name="connsiteY13" fmla="*/ 20332 h 103168"/>
                <a:gd name="connsiteX14" fmla="*/ 43071 w 112545"/>
                <a:gd name="connsiteY14" fmla="*/ 74536 h 103168"/>
                <a:gd name="connsiteX15" fmla="*/ 21601 w 112545"/>
                <a:gd name="connsiteY15" fmla="*/ 98221 h 103168"/>
                <a:gd name="connsiteX16" fmla="*/ 10302 w 112545"/>
                <a:gd name="connsiteY16" fmla="*/ 95261 h 103168"/>
                <a:gd name="connsiteX17" fmla="*/ 20923 w 112545"/>
                <a:gd name="connsiteY17" fmla="*/ 82962 h 103168"/>
                <a:gd name="connsiteX18" fmla="*/ 12562 w 112545"/>
                <a:gd name="connsiteY18" fmla="*/ 74991 h 103168"/>
                <a:gd name="connsiteX19" fmla="*/ 132 w 112545"/>
                <a:gd name="connsiteY19" fmla="*/ 88200 h 103168"/>
                <a:gd name="connsiteX20" fmla="*/ 21375 w 112545"/>
                <a:gd name="connsiteY20" fmla="*/ 103232 h 103168"/>
                <a:gd name="connsiteX21" fmla="*/ 45105 w 112545"/>
                <a:gd name="connsiteY21" fmla="*/ 85923 h 103168"/>
                <a:gd name="connsiteX22" fmla="*/ 69512 w 112545"/>
                <a:gd name="connsiteY22" fmla="*/ 103232 h 103168"/>
                <a:gd name="connsiteX23" fmla="*/ 105671 w 112545"/>
                <a:gd name="connsiteY23" fmla="*/ 68159 h 103168"/>
                <a:gd name="connsiteX24" fmla="*/ 102959 w 112545"/>
                <a:gd name="connsiteY24" fmla="*/ 65881 h 103168"/>
                <a:gd name="connsiteX25" fmla="*/ 100021 w 112545"/>
                <a:gd name="connsiteY25" fmla="*/ 68387 h 103168"/>
                <a:gd name="connsiteX26" fmla="*/ 69964 w 112545"/>
                <a:gd name="connsiteY26" fmla="*/ 98221 h 103168"/>
                <a:gd name="connsiteX27" fmla="*/ 57534 w 112545"/>
                <a:gd name="connsiteY27" fmla="*/ 83190 h 103168"/>
                <a:gd name="connsiteX28" fmla="*/ 61376 w 112545"/>
                <a:gd name="connsiteY28" fmla="*/ 63148 h 103168"/>
                <a:gd name="connsiteX29" fmla="*/ 69060 w 112545"/>
                <a:gd name="connsiteY29" fmla="*/ 31947 h 10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2545" h="103168">
                  <a:moveTo>
                    <a:pt x="69060" y="31947"/>
                  </a:moveTo>
                  <a:cubicBezTo>
                    <a:pt x="70416" y="26026"/>
                    <a:pt x="75614" y="5073"/>
                    <a:pt x="91433" y="5073"/>
                  </a:cubicBezTo>
                  <a:cubicBezTo>
                    <a:pt x="92563" y="5073"/>
                    <a:pt x="97987" y="5073"/>
                    <a:pt x="102733" y="8034"/>
                  </a:cubicBezTo>
                  <a:cubicBezTo>
                    <a:pt x="96405" y="9173"/>
                    <a:pt x="91885" y="14866"/>
                    <a:pt x="91885" y="20332"/>
                  </a:cubicBezTo>
                  <a:cubicBezTo>
                    <a:pt x="91885" y="23976"/>
                    <a:pt x="94371" y="28303"/>
                    <a:pt x="100473" y="28303"/>
                  </a:cubicBezTo>
                  <a:cubicBezTo>
                    <a:pt x="105445" y="28303"/>
                    <a:pt x="112677" y="24204"/>
                    <a:pt x="112677" y="15094"/>
                  </a:cubicBezTo>
                  <a:cubicBezTo>
                    <a:pt x="112677" y="3251"/>
                    <a:pt x="99343" y="63"/>
                    <a:pt x="91659" y="63"/>
                  </a:cubicBezTo>
                  <a:cubicBezTo>
                    <a:pt x="78552" y="63"/>
                    <a:pt x="70642" y="12133"/>
                    <a:pt x="67930" y="17371"/>
                  </a:cubicBezTo>
                  <a:cubicBezTo>
                    <a:pt x="62280" y="2340"/>
                    <a:pt x="50077" y="63"/>
                    <a:pt x="43523" y="63"/>
                  </a:cubicBezTo>
                  <a:cubicBezTo>
                    <a:pt x="20019" y="63"/>
                    <a:pt x="7138" y="29442"/>
                    <a:pt x="7138" y="35136"/>
                  </a:cubicBezTo>
                  <a:cubicBezTo>
                    <a:pt x="7138" y="37413"/>
                    <a:pt x="9398" y="37413"/>
                    <a:pt x="9850" y="37413"/>
                  </a:cubicBezTo>
                  <a:cubicBezTo>
                    <a:pt x="11658" y="37413"/>
                    <a:pt x="12336" y="36958"/>
                    <a:pt x="12788" y="34908"/>
                  </a:cubicBezTo>
                  <a:cubicBezTo>
                    <a:pt x="20471" y="10767"/>
                    <a:pt x="35387" y="5073"/>
                    <a:pt x="43071" y="5073"/>
                  </a:cubicBezTo>
                  <a:cubicBezTo>
                    <a:pt x="47365" y="5073"/>
                    <a:pt x="55274" y="7123"/>
                    <a:pt x="55274" y="20332"/>
                  </a:cubicBezTo>
                  <a:cubicBezTo>
                    <a:pt x="55274" y="27392"/>
                    <a:pt x="51433" y="42651"/>
                    <a:pt x="43071" y="74536"/>
                  </a:cubicBezTo>
                  <a:cubicBezTo>
                    <a:pt x="39455" y="88656"/>
                    <a:pt x="31545" y="98221"/>
                    <a:pt x="21601" y="98221"/>
                  </a:cubicBezTo>
                  <a:cubicBezTo>
                    <a:pt x="20245" y="98221"/>
                    <a:pt x="15047" y="98221"/>
                    <a:pt x="10302" y="95261"/>
                  </a:cubicBezTo>
                  <a:cubicBezTo>
                    <a:pt x="15951" y="94122"/>
                    <a:pt x="20923" y="89339"/>
                    <a:pt x="20923" y="82962"/>
                  </a:cubicBezTo>
                  <a:cubicBezTo>
                    <a:pt x="20923" y="76813"/>
                    <a:pt x="15951" y="74991"/>
                    <a:pt x="12562" y="74991"/>
                  </a:cubicBezTo>
                  <a:cubicBezTo>
                    <a:pt x="5782" y="74991"/>
                    <a:pt x="132" y="80913"/>
                    <a:pt x="132" y="88200"/>
                  </a:cubicBezTo>
                  <a:cubicBezTo>
                    <a:pt x="132" y="98677"/>
                    <a:pt x="11432" y="103232"/>
                    <a:pt x="21375" y="103232"/>
                  </a:cubicBezTo>
                  <a:cubicBezTo>
                    <a:pt x="36291" y="103232"/>
                    <a:pt x="44427" y="87289"/>
                    <a:pt x="45105" y="85923"/>
                  </a:cubicBezTo>
                  <a:cubicBezTo>
                    <a:pt x="47817" y="94350"/>
                    <a:pt x="55952" y="103232"/>
                    <a:pt x="69512" y="103232"/>
                  </a:cubicBezTo>
                  <a:cubicBezTo>
                    <a:pt x="92789" y="103232"/>
                    <a:pt x="105671" y="73852"/>
                    <a:pt x="105671" y="68159"/>
                  </a:cubicBezTo>
                  <a:cubicBezTo>
                    <a:pt x="105671" y="65881"/>
                    <a:pt x="103637" y="65881"/>
                    <a:pt x="102959" y="65881"/>
                  </a:cubicBezTo>
                  <a:cubicBezTo>
                    <a:pt x="100925" y="65881"/>
                    <a:pt x="100473" y="66792"/>
                    <a:pt x="100021" y="68387"/>
                  </a:cubicBezTo>
                  <a:cubicBezTo>
                    <a:pt x="92563" y="92755"/>
                    <a:pt x="77196" y="98221"/>
                    <a:pt x="69964" y="98221"/>
                  </a:cubicBezTo>
                  <a:cubicBezTo>
                    <a:pt x="61150" y="98221"/>
                    <a:pt x="57534" y="90933"/>
                    <a:pt x="57534" y="83190"/>
                  </a:cubicBezTo>
                  <a:cubicBezTo>
                    <a:pt x="57534" y="78180"/>
                    <a:pt x="58890" y="73169"/>
                    <a:pt x="61376" y="63148"/>
                  </a:cubicBezTo>
                  <a:lnTo>
                    <a:pt x="69060" y="31947"/>
                  </a:lnTo>
                  <a:close/>
                </a:path>
              </a:pathLst>
            </a:custGeom>
            <a:solidFill>
              <a:srgbClr val="000000"/>
            </a:solidFill>
            <a:ln w="22567"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75E0A237-D14B-9A37-C65A-63301D14EF9E}"/>
                </a:ext>
              </a:extLst>
            </p:cNvPr>
            <p:cNvSpPr/>
            <p:nvPr>
              <p:custDataLst>
                <p:tags r:id="rId73"/>
              </p:custDataLst>
            </p:nvPr>
          </p:nvSpPr>
          <p:spPr>
            <a:xfrm>
              <a:off x="5673590" y="3803990"/>
              <a:ext cx="52430" cy="227745"/>
            </a:xfrm>
            <a:custGeom>
              <a:avLst/>
              <a:gdLst>
                <a:gd name="connsiteX0" fmla="*/ 52568 w 52430"/>
                <a:gd name="connsiteY0" fmla="*/ 113936 h 227745"/>
                <a:gd name="connsiteX1" fmla="*/ 37653 w 52430"/>
                <a:gd name="connsiteY1" fmla="*/ 42879 h 227745"/>
                <a:gd name="connsiteX2" fmla="*/ 2398 w 52430"/>
                <a:gd name="connsiteY2" fmla="*/ 63 h 227745"/>
                <a:gd name="connsiteX3" fmla="*/ 138 w 52430"/>
                <a:gd name="connsiteY3" fmla="*/ 2340 h 227745"/>
                <a:gd name="connsiteX4" fmla="*/ 4431 w 52430"/>
                <a:gd name="connsiteY4" fmla="*/ 7578 h 227745"/>
                <a:gd name="connsiteX5" fmla="*/ 39461 w 52430"/>
                <a:gd name="connsiteY5" fmla="*/ 113936 h 227745"/>
                <a:gd name="connsiteX6" fmla="*/ 3076 w 52430"/>
                <a:gd name="connsiteY6" fmla="*/ 221660 h 227745"/>
                <a:gd name="connsiteX7" fmla="*/ 138 w 52430"/>
                <a:gd name="connsiteY7" fmla="*/ 225531 h 227745"/>
                <a:gd name="connsiteX8" fmla="*/ 2398 w 52430"/>
                <a:gd name="connsiteY8" fmla="*/ 227809 h 227745"/>
                <a:gd name="connsiteX9" fmla="*/ 38331 w 52430"/>
                <a:gd name="connsiteY9" fmla="*/ 183398 h 227745"/>
                <a:gd name="connsiteX10" fmla="*/ 52568 w 52430"/>
                <a:gd name="connsiteY10" fmla="*/ 113936 h 22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30" h="227745">
                  <a:moveTo>
                    <a:pt x="52568" y="113936"/>
                  </a:moveTo>
                  <a:cubicBezTo>
                    <a:pt x="52568" y="96172"/>
                    <a:pt x="50082" y="68614"/>
                    <a:pt x="37653" y="42879"/>
                  </a:cubicBezTo>
                  <a:cubicBezTo>
                    <a:pt x="24093" y="14866"/>
                    <a:pt x="4657" y="63"/>
                    <a:pt x="2398" y="63"/>
                  </a:cubicBezTo>
                  <a:cubicBezTo>
                    <a:pt x="1042" y="63"/>
                    <a:pt x="138" y="974"/>
                    <a:pt x="138" y="2340"/>
                  </a:cubicBezTo>
                  <a:cubicBezTo>
                    <a:pt x="138" y="3023"/>
                    <a:pt x="138" y="3479"/>
                    <a:pt x="4431" y="7578"/>
                  </a:cubicBezTo>
                  <a:cubicBezTo>
                    <a:pt x="26579" y="30125"/>
                    <a:pt x="39461" y="66337"/>
                    <a:pt x="39461" y="113936"/>
                  </a:cubicBezTo>
                  <a:cubicBezTo>
                    <a:pt x="39461" y="152880"/>
                    <a:pt x="31099" y="192964"/>
                    <a:pt x="3076" y="221660"/>
                  </a:cubicBezTo>
                  <a:cubicBezTo>
                    <a:pt x="138" y="224393"/>
                    <a:pt x="138" y="224848"/>
                    <a:pt x="138" y="225531"/>
                  </a:cubicBezTo>
                  <a:cubicBezTo>
                    <a:pt x="138" y="226898"/>
                    <a:pt x="1042" y="227809"/>
                    <a:pt x="2398" y="227809"/>
                  </a:cubicBezTo>
                  <a:cubicBezTo>
                    <a:pt x="4657" y="227809"/>
                    <a:pt x="24997" y="212322"/>
                    <a:pt x="38331" y="183398"/>
                  </a:cubicBezTo>
                  <a:cubicBezTo>
                    <a:pt x="49856" y="158346"/>
                    <a:pt x="52568" y="133066"/>
                    <a:pt x="52568" y="113936"/>
                  </a:cubicBezTo>
                  <a:close/>
                </a:path>
              </a:pathLst>
            </a:custGeom>
            <a:solidFill>
              <a:srgbClr val="000000"/>
            </a:solidFill>
            <a:ln w="22567" cap="flat">
              <a:noFill/>
              <a:prstDash val="solid"/>
              <a:miter/>
            </a:ln>
          </p:spPr>
          <p:txBody>
            <a:bodyPr rtlCol="0" anchor="ctr"/>
            <a:lstStyle/>
            <a:p>
              <a:endParaRPr lang="en-US"/>
            </a:p>
          </p:txBody>
        </p:sp>
      </p:grpSp>
      <p:sp>
        <p:nvSpPr>
          <p:cNvPr id="162" name="TextBox 161">
            <a:extLst>
              <a:ext uri="{FF2B5EF4-FFF2-40B4-BE49-F238E27FC236}">
                <a16:creationId xmlns:a16="http://schemas.microsoft.com/office/drawing/2014/main" id="{68EA91E1-613E-725A-3905-3FCE51BC889F}"/>
              </a:ext>
            </a:extLst>
          </p:cNvPr>
          <p:cNvSpPr txBox="1"/>
          <p:nvPr/>
        </p:nvSpPr>
        <p:spPr>
          <a:xfrm>
            <a:off x="2240251" y="1837399"/>
            <a:ext cx="7825734" cy="369332"/>
          </a:xfrm>
          <a:prstGeom prst="rect">
            <a:avLst/>
          </a:prstGeom>
          <a:noFill/>
        </p:spPr>
        <p:txBody>
          <a:bodyPr wrap="square" rtlCol="0">
            <a:spAutoFit/>
          </a:bodyPr>
          <a:lstStyle/>
          <a:p>
            <a:pPr algn="ctr"/>
            <a:r>
              <a:rPr lang="en-US" dirty="0"/>
              <a:t>The approximation of rate function in Cox Propositional Hazards Model</a:t>
            </a:r>
          </a:p>
        </p:txBody>
      </p:sp>
      <p:grpSp>
        <p:nvGrpSpPr>
          <p:cNvPr id="193" name="Group 192" descr="\documentclass{article}&#10;\usepackage{amsmath}&#10;\pagestyle{empty}&#10;\begin{document}&#10;&#10;$\text{Survival Tree [depth=10] } \hat{h}(x)$&#10;&#10;\end{document}" title="IguanaTex Vector Display">
            <a:extLst>
              <a:ext uri="{FF2B5EF4-FFF2-40B4-BE49-F238E27FC236}">
                <a16:creationId xmlns:a16="http://schemas.microsoft.com/office/drawing/2014/main" id="{FD50CC27-3118-8C29-4967-3BD1C3365FAF}"/>
              </a:ext>
            </a:extLst>
          </p:cNvPr>
          <p:cNvGrpSpPr>
            <a:grpSpLocks noChangeAspect="1"/>
          </p:cNvGrpSpPr>
          <p:nvPr>
            <p:custDataLst>
              <p:tags r:id="rId6"/>
            </p:custDataLst>
          </p:nvPr>
        </p:nvGrpSpPr>
        <p:grpSpPr>
          <a:xfrm>
            <a:off x="2669638" y="2834007"/>
            <a:ext cx="2065808" cy="190759"/>
            <a:chOff x="3913864" y="3486278"/>
            <a:chExt cx="2317061" cy="213960"/>
          </a:xfrm>
        </p:grpSpPr>
        <p:sp>
          <p:nvSpPr>
            <p:cNvPr id="166" name="Freeform: Shape 165">
              <a:extLst>
                <a:ext uri="{FF2B5EF4-FFF2-40B4-BE49-F238E27FC236}">
                  <a16:creationId xmlns:a16="http://schemas.microsoft.com/office/drawing/2014/main" id="{FB36B23D-1CC5-6814-21D5-81E8E3BD3F8F}"/>
                </a:ext>
              </a:extLst>
            </p:cNvPr>
            <p:cNvSpPr/>
            <p:nvPr>
              <p:custDataLst>
                <p:tags r:id="rId34"/>
              </p:custDataLst>
            </p:nvPr>
          </p:nvSpPr>
          <p:spPr>
            <a:xfrm>
              <a:off x="3913864" y="3531074"/>
              <a:ext cx="78471" cy="128777"/>
            </a:xfrm>
            <a:custGeom>
              <a:avLst/>
              <a:gdLst>
                <a:gd name="connsiteX0" fmla="*/ 51977 w 78471"/>
                <a:gd name="connsiteY0" fmla="*/ 56215 h 128777"/>
                <a:gd name="connsiteX1" fmla="*/ 29304 w 78471"/>
                <a:gd name="connsiteY1" fmla="*/ 50724 h 128777"/>
                <a:gd name="connsiteX2" fmla="*/ 11413 w 78471"/>
                <a:gd name="connsiteY2" fmla="*/ 28227 h 128777"/>
                <a:gd name="connsiteX3" fmla="*/ 34795 w 78471"/>
                <a:gd name="connsiteY3" fmla="*/ 5023 h 128777"/>
                <a:gd name="connsiteX4" fmla="*/ 69337 w 78471"/>
                <a:gd name="connsiteY4" fmla="*/ 42044 h 128777"/>
                <a:gd name="connsiteX5" fmla="*/ 71462 w 78471"/>
                <a:gd name="connsiteY5" fmla="*/ 44170 h 128777"/>
                <a:gd name="connsiteX6" fmla="*/ 73765 w 78471"/>
                <a:gd name="connsiteY6" fmla="*/ 39918 h 128777"/>
                <a:gd name="connsiteX7" fmla="*/ 73765 w 78471"/>
                <a:gd name="connsiteY7" fmla="*/ 4314 h 128777"/>
                <a:gd name="connsiteX8" fmla="*/ 71817 w 78471"/>
                <a:gd name="connsiteY8" fmla="*/ 63 h 128777"/>
                <a:gd name="connsiteX9" fmla="*/ 69160 w 78471"/>
                <a:gd name="connsiteY9" fmla="*/ 2366 h 128777"/>
                <a:gd name="connsiteX10" fmla="*/ 62960 w 78471"/>
                <a:gd name="connsiteY10" fmla="*/ 12462 h 128777"/>
                <a:gd name="connsiteX11" fmla="*/ 34618 w 78471"/>
                <a:gd name="connsiteY11" fmla="*/ 63 h 128777"/>
                <a:gd name="connsiteX12" fmla="*/ 77 w 78471"/>
                <a:gd name="connsiteY12" fmla="*/ 34427 h 128777"/>
                <a:gd name="connsiteX13" fmla="*/ 23281 w 78471"/>
                <a:gd name="connsiteY13" fmla="*/ 66843 h 128777"/>
                <a:gd name="connsiteX14" fmla="*/ 46663 w 78471"/>
                <a:gd name="connsiteY14" fmla="*/ 72688 h 128777"/>
                <a:gd name="connsiteX15" fmla="*/ 61720 w 78471"/>
                <a:gd name="connsiteY15" fmla="*/ 81722 h 128777"/>
                <a:gd name="connsiteX16" fmla="*/ 67211 w 78471"/>
                <a:gd name="connsiteY16" fmla="*/ 98019 h 128777"/>
                <a:gd name="connsiteX17" fmla="*/ 43475 w 78471"/>
                <a:gd name="connsiteY17" fmla="*/ 123349 h 128777"/>
                <a:gd name="connsiteX18" fmla="*/ 15488 w 78471"/>
                <a:gd name="connsiteY18" fmla="*/ 113784 h 128777"/>
                <a:gd name="connsiteX19" fmla="*/ 4505 w 78471"/>
                <a:gd name="connsiteY19" fmla="*/ 86505 h 128777"/>
                <a:gd name="connsiteX20" fmla="*/ 2379 w 78471"/>
                <a:gd name="connsiteY20" fmla="*/ 84734 h 128777"/>
                <a:gd name="connsiteX21" fmla="*/ 77 w 78471"/>
                <a:gd name="connsiteY21" fmla="*/ 89162 h 128777"/>
                <a:gd name="connsiteX22" fmla="*/ 77 w 78471"/>
                <a:gd name="connsiteY22" fmla="*/ 124589 h 128777"/>
                <a:gd name="connsiteX23" fmla="*/ 2025 w 78471"/>
                <a:gd name="connsiteY23" fmla="*/ 128840 h 128777"/>
                <a:gd name="connsiteX24" fmla="*/ 4682 w 78471"/>
                <a:gd name="connsiteY24" fmla="*/ 126538 h 128777"/>
                <a:gd name="connsiteX25" fmla="*/ 11059 w 78471"/>
                <a:gd name="connsiteY25" fmla="*/ 116441 h 128777"/>
                <a:gd name="connsiteX26" fmla="*/ 43652 w 78471"/>
                <a:gd name="connsiteY26" fmla="*/ 128840 h 128777"/>
                <a:gd name="connsiteX27" fmla="*/ 78548 w 78471"/>
                <a:gd name="connsiteY27" fmla="*/ 91996 h 128777"/>
                <a:gd name="connsiteX28" fmla="*/ 51977 w 78471"/>
                <a:gd name="connsiteY28" fmla="*/ 56215 h 12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471" h="128777">
                  <a:moveTo>
                    <a:pt x="51977" y="56215"/>
                  </a:moveTo>
                  <a:lnTo>
                    <a:pt x="29304" y="50724"/>
                  </a:lnTo>
                  <a:cubicBezTo>
                    <a:pt x="18322" y="48067"/>
                    <a:pt x="11413" y="38501"/>
                    <a:pt x="11413" y="28227"/>
                  </a:cubicBezTo>
                  <a:cubicBezTo>
                    <a:pt x="11413" y="15828"/>
                    <a:pt x="20979" y="5023"/>
                    <a:pt x="34795" y="5023"/>
                  </a:cubicBezTo>
                  <a:cubicBezTo>
                    <a:pt x="64377" y="5023"/>
                    <a:pt x="68274" y="34073"/>
                    <a:pt x="69337" y="42044"/>
                  </a:cubicBezTo>
                  <a:cubicBezTo>
                    <a:pt x="69514" y="43107"/>
                    <a:pt x="69514" y="44170"/>
                    <a:pt x="71462" y="44170"/>
                  </a:cubicBezTo>
                  <a:cubicBezTo>
                    <a:pt x="73765" y="44170"/>
                    <a:pt x="73765" y="43284"/>
                    <a:pt x="73765" y="39918"/>
                  </a:cubicBezTo>
                  <a:lnTo>
                    <a:pt x="73765" y="4314"/>
                  </a:lnTo>
                  <a:cubicBezTo>
                    <a:pt x="73765" y="1303"/>
                    <a:pt x="73765" y="63"/>
                    <a:pt x="71817" y="63"/>
                  </a:cubicBezTo>
                  <a:cubicBezTo>
                    <a:pt x="70577" y="63"/>
                    <a:pt x="70400" y="240"/>
                    <a:pt x="69160" y="2366"/>
                  </a:cubicBezTo>
                  <a:lnTo>
                    <a:pt x="62960" y="12462"/>
                  </a:lnTo>
                  <a:cubicBezTo>
                    <a:pt x="57646" y="7325"/>
                    <a:pt x="50383" y="63"/>
                    <a:pt x="34618" y="63"/>
                  </a:cubicBezTo>
                  <a:cubicBezTo>
                    <a:pt x="14956" y="63"/>
                    <a:pt x="77" y="15651"/>
                    <a:pt x="77" y="34427"/>
                  </a:cubicBezTo>
                  <a:cubicBezTo>
                    <a:pt x="77" y="49129"/>
                    <a:pt x="9465" y="62060"/>
                    <a:pt x="23281" y="66843"/>
                  </a:cubicBezTo>
                  <a:cubicBezTo>
                    <a:pt x="25230" y="67551"/>
                    <a:pt x="34264" y="69677"/>
                    <a:pt x="46663" y="72688"/>
                  </a:cubicBezTo>
                  <a:cubicBezTo>
                    <a:pt x="51446" y="73928"/>
                    <a:pt x="56760" y="75168"/>
                    <a:pt x="61720" y="81722"/>
                  </a:cubicBezTo>
                  <a:cubicBezTo>
                    <a:pt x="65440" y="86328"/>
                    <a:pt x="67211" y="92173"/>
                    <a:pt x="67211" y="98019"/>
                  </a:cubicBezTo>
                  <a:cubicBezTo>
                    <a:pt x="67211" y="110595"/>
                    <a:pt x="58354" y="123349"/>
                    <a:pt x="43475" y="123349"/>
                  </a:cubicBezTo>
                  <a:cubicBezTo>
                    <a:pt x="38338" y="123349"/>
                    <a:pt x="24876" y="122464"/>
                    <a:pt x="15488" y="113784"/>
                  </a:cubicBezTo>
                  <a:cubicBezTo>
                    <a:pt x="5214" y="104219"/>
                    <a:pt x="4682" y="92882"/>
                    <a:pt x="4505" y="86505"/>
                  </a:cubicBezTo>
                  <a:cubicBezTo>
                    <a:pt x="4328" y="84734"/>
                    <a:pt x="2911" y="84734"/>
                    <a:pt x="2379" y="84734"/>
                  </a:cubicBezTo>
                  <a:cubicBezTo>
                    <a:pt x="77" y="84734"/>
                    <a:pt x="77" y="85974"/>
                    <a:pt x="77" y="89162"/>
                  </a:cubicBezTo>
                  <a:lnTo>
                    <a:pt x="77" y="124589"/>
                  </a:lnTo>
                  <a:cubicBezTo>
                    <a:pt x="77" y="127601"/>
                    <a:pt x="77" y="128840"/>
                    <a:pt x="2025" y="128840"/>
                  </a:cubicBezTo>
                  <a:cubicBezTo>
                    <a:pt x="3265" y="128840"/>
                    <a:pt x="3442" y="128486"/>
                    <a:pt x="4682" y="126538"/>
                  </a:cubicBezTo>
                  <a:cubicBezTo>
                    <a:pt x="4682" y="126361"/>
                    <a:pt x="5214" y="125829"/>
                    <a:pt x="11059" y="116441"/>
                  </a:cubicBezTo>
                  <a:cubicBezTo>
                    <a:pt x="16550" y="122464"/>
                    <a:pt x="27887" y="128840"/>
                    <a:pt x="43652" y="128840"/>
                  </a:cubicBezTo>
                  <a:cubicBezTo>
                    <a:pt x="64377" y="128840"/>
                    <a:pt x="78548" y="111481"/>
                    <a:pt x="78548" y="91996"/>
                  </a:cubicBezTo>
                  <a:cubicBezTo>
                    <a:pt x="78548" y="74283"/>
                    <a:pt x="66857" y="59758"/>
                    <a:pt x="51977" y="56215"/>
                  </a:cubicBezTo>
                  <a:close/>
                </a:path>
              </a:pathLst>
            </a:custGeom>
            <a:solidFill>
              <a:srgbClr val="000000"/>
            </a:solidFill>
            <a:ln w="17751"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359E3CE7-FD84-6B1E-0F93-9D84C19868FB}"/>
                </a:ext>
              </a:extLst>
            </p:cNvPr>
            <p:cNvSpPr/>
            <p:nvPr>
              <p:custDataLst>
                <p:tags r:id="rId35"/>
              </p:custDataLst>
            </p:nvPr>
          </p:nvSpPr>
          <p:spPr>
            <a:xfrm>
              <a:off x="4008022" y="3577661"/>
              <a:ext cx="89099" cy="80242"/>
            </a:xfrm>
            <a:custGeom>
              <a:avLst/>
              <a:gdLst>
                <a:gd name="connsiteX0" fmla="*/ 63674 w 89099"/>
                <a:gd name="connsiteY0" fmla="*/ 64363 h 80242"/>
                <a:gd name="connsiteX1" fmla="*/ 63674 w 89099"/>
                <a:gd name="connsiteY1" fmla="*/ 80305 h 80242"/>
                <a:gd name="connsiteX2" fmla="*/ 89182 w 89099"/>
                <a:gd name="connsiteY2" fmla="*/ 78357 h 80242"/>
                <a:gd name="connsiteX3" fmla="*/ 89182 w 89099"/>
                <a:gd name="connsiteY3" fmla="*/ 72866 h 80242"/>
                <a:gd name="connsiteX4" fmla="*/ 75365 w 89099"/>
                <a:gd name="connsiteY4" fmla="*/ 62946 h 80242"/>
                <a:gd name="connsiteX5" fmla="*/ 75365 w 89099"/>
                <a:gd name="connsiteY5" fmla="*/ 63 h 80242"/>
                <a:gd name="connsiteX6" fmla="*/ 49326 w 89099"/>
                <a:gd name="connsiteY6" fmla="*/ 2011 h 80242"/>
                <a:gd name="connsiteX7" fmla="*/ 49326 w 89099"/>
                <a:gd name="connsiteY7" fmla="*/ 7502 h 80242"/>
                <a:gd name="connsiteX8" fmla="*/ 63143 w 89099"/>
                <a:gd name="connsiteY8" fmla="*/ 17422 h 80242"/>
                <a:gd name="connsiteX9" fmla="*/ 63143 w 89099"/>
                <a:gd name="connsiteY9" fmla="*/ 48952 h 80242"/>
                <a:gd name="connsiteX10" fmla="*/ 41709 w 89099"/>
                <a:gd name="connsiteY10" fmla="*/ 76408 h 80242"/>
                <a:gd name="connsiteX11" fmla="*/ 26121 w 89099"/>
                <a:gd name="connsiteY11" fmla="*/ 58872 h 80242"/>
                <a:gd name="connsiteX12" fmla="*/ 26121 w 89099"/>
                <a:gd name="connsiteY12" fmla="*/ 63 h 80242"/>
                <a:gd name="connsiteX13" fmla="*/ 82 w 89099"/>
                <a:gd name="connsiteY13" fmla="*/ 2011 h 80242"/>
                <a:gd name="connsiteX14" fmla="*/ 82 w 89099"/>
                <a:gd name="connsiteY14" fmla="*/ 7502 h 80242"/>
                <a:gd name="connsiteX15" fmla="*/ 13899 w 89099"/>
                <a:gd name="connsiteY15" fmla="*/ 23799 h 80242"/>
                <a:gd name="connsiteX16" fmla="*/ 13899 w 89099"/>
                <a:gd name="connsiteY16" fmla="*/ 50369 h 80242"/>
                <a:gd name="connsiteX17" fmla="*/ 40823 w 89099"/>
                <a:gd name="connsiteY17" fmla="*/ 80305 h 80242"/>
                <a:gd name="connsiteX18" fmla="*/ 63674 w 89099"/>
                <a:gd name="connsiteY18" fmla="*/ 64363 h 8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099" h="80242">
                  <a:moveTo>
                    <a:pt x="63674" y="64363"/>
                  </a:moveTo>
                  <a:lnTo>
                    <a:pt x="63674" y="80305"/>
                  </a:lnTo>
                  <a:lnTo>
                    <a:pt x="89182" y="78357"/>
                  </a:lnTo>
                  <a:lnTo>
                    <a:pt x="89182" y="72866"/>
                  </a:lnTo>
                  <a:cubicBezTo>
                    <a:pt x="76782" y="72866"/>
                    <a:pt x="75365" y="71626"/>
                    <a:pt x="75365" y="62946"/>
                  </a:cubicBezTo>
                  <a:lnTo>
                    <a:pt x="75365" y="63"/>
                  </a:lnTo>
                  <a:lnTo>
                    <a:pt x="49326" y="2011"/>
                  </a:lnTo>
                  <a:lnTo>
                    <a:pt x="49326" y="7502"/>
                  </a:lnTo>
                  <a:cubicBezTo>
                    <a:pt x="61725" y="7502"/>
                    <a:pt x="63143" y="8742"/>
                    <a:pt x="63143" y="17422"/>
                  </a:cubicBezTo>
                  <a:lnTo>
                    <a:pt x="63143" y="48952"/>
                  </a:lnTo>
                  <a:cubicBezTo>
                    <a:pt x="63143" y="64363"/>
                    <a:pt x="54640" y="76408"/>
                    <a:pt x="41709" y="76408"/>
                  </a:cubicBezTo>
                  <a:cubicBezTo>
                    <a:pt x="26830" y="76408"/>
                    <a:pt x="26121" y="68083"/>
                    <a:pt x="26121" y="58872"/>
                  </a:cubicBezTo>
                  <a:lnTo>
                    <a:pt x="26121" y="63"/>
                  </a:lnTo>
                  <a:lnTo>
                    <a:pt x="82" y="2011"/>
                  </a:lnTo>
                  <a:lnTo>
                    <a:pt x="82" y="7502"/>
                  </a:lnTo>
                  <a:cubicBezTo>
                    <a:pt x="13899" y="7502"/>
                    <a:pt x="13899" y="8034"/>
                    <a:pt x="13899" y="23799"/>
                  </a:cubicBezTo>
                  <a:lnTo>
                    <a:pt x="13899" y="50369"/>
                  </a:lnTo>
                  <a:cubicBezTo>
                    <a:pt x="13899" y="64186"/>
                    <a:pt x="13899" y="80305"/>
                    <a:pt x="40823" y="80305"/>
                  </a:cubicBezTo>
                  <a:cubicBezTo>
                    <a:pt x="50743" y="80305"/>
                    <a:pt x="58537" y="75345"/>
                    <a:pt x="63674" y="64363"/>
                  </a:cubicBezTo>
                  <a:close/>
                </a:path>
              </a:pathLst>
            </a:custGeom>
            <a:solidFill>
              <a:srgbClr val="000000"/>
            </a:solidFill>
            <a:ln w="17751"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9FF78A8F-4E1B-49DE-DC3E-45DD2B6DECBF}"/>
                </a:ext>
              </a:extLst>
            </p:cNvPr>
            <p:cNvSpPr/>
            <p:nvPr>
              <p:custDataLst>
                <p:tags r:id="rId36"/>
              </p:custDataLst>
            </p:nvPr>
          </p:nvSpPr>
          <p:spPr>
            <a:xfrm>
              <a:off x="4105723" y="3577661"/>
              <a:ext cx="59517" cy="78294"/>
            </a:xfrm>
            <a:custGeom>
              <a:avLst/>
              <a:gdLst>
                <a:gd name="connsiteX0" fmla="*/ 24710 w 59517"/>
                <a:gd name="connsiteY0" fmla="*/ 19548 h 78294"/>
                <a:gd name="connsiteX1" fmla="*/ 24710 w 59517"/>
                <a:gd name="connsiteY1" fmla="*/ 63 h 78294"/>
                <a:gd name="connsiteX2" fmla="*/ 88 w 59517"/>
                <a:gd name="connsiteY2" fmla="*/ 2011 h 78294"/>
                <a:gd name="connsiteX3" fmla="*/ 88 w 59517"/>
                <a:gd name="connsiteY3" fmla="*/ 7502 h 78294"/>
                <a:gd name="connsiteX4" fmla="*/ 13904 w 59517"/>
                <a:gd name="connsiteY4" fmla="*/ 17422 h 78294"/>
                <a:gd name="connsiteX5" fmla="*/ 13904 w 59517"/>
                <a:gd name="connsiteY5" fmla="*/ 64894 h 78294"/>
                <a:gd name="connsiteX6" fmla="*/ 88 w 59517"/>
                <a:gd name="connsiteY6" fmla="*/ 72866 h 78294"/>
                <a:gd name="connsiteX7" fmla="*/ 88 w 59517"/>
                <a:gd name="connsiteY7" fmla="*/ 78357 h 78294"/>
                <a:gd name="connsiteX8" fmla="*/ 20281 w 59517"/>
                <a:gd name="connsiteY8" fmla="*/ 77825 h 78294"/>
                <a:gd name="connsiteX9" fmla="*/ 42777 w 59517"/>
                <a:gd name="connsiteY9" fmla="*/ 78357 h 78294"/>
                <a:gd name="connsiteX10" fmla="*/ 42777 w 59517"/>
                <a:gd name="connsiteY10" fmla="*/ 72866 h 78294"/>
                <a:gd name="connsiteX11" fmla="*/ 39058 w 59517"/>
                <a:gd name="connsiteY11" fmla="*/ 72866 h 78294"/>
                <a:gd name="connsiteX12" fmla="*/ 25595 w 59517"/>
                <a:gd name="connsiteY12" fmla="*/ 64540 h 78294"/>
                <a:gd name="connsiteX13" fmla="*/ 25595 w 59517"/>
                <a:gd name="connsiteY13" fmla="*/ 37261 h 78294"/>
                <a:gd name="connsiteX14" fmla="*/ 46497 w 59517"/>
                <a:gd name="connsiteY14" fmla="*/ 3960 h 78294"/>
                <a:gd name="connsiteX15" fmla="*/ 48446 w 59517"/>
                <a:gd name="connsiteY15" fmla="*/ 4137 h 78294"/>
                <a:gd name="connsiteX16" fmla="*/ 44372 w 59517"/>
                <a:gd name="connsiteY16" fmla="*/ 11045 h 78294"/>
                <a:gd name="connsiteX17" fmla="*/ 51989 w 59517"/>
                <a:gd name="connsiteY17" fmla="*/ 18662 h 78294"/>
                <a:gd name="connsiteX18" fmla="*/ 59605 w 59517"/>
                <a:gd name="connsiteY18" fmla="*/ 10868 h 78294"/>
                <a:gd name="connsiteX19" fmla="*/ 46497 w 59517"/>
                <a:gd name="connsiteY19" fmla="*/ 63 h 78294"/>
                <a:gd name="connsiteX20" fmla="*/ 24710 w 59517"/>
                <a:gd name="connsiteY20" fmla="*/ 19548 h 7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9517" h="78294">
                  <a:moveTo>
                    <a:pt x="24710" y="19548"/>
                  </a:moveTo>
                  <a:lnTo>
                    <a:pt x="24710" y="63"/>
                  </a:lnTo>
                  <a:lnTo>
                    <a:pt x="88" y="2011"/>
                  </a:lnTo>
                  <a:lnTo>
                    <a:pt x="88" y="7502"/>
                  </a:lnTo>
                  <a:cubicBezTo>
                    <a:pt x="12487" y="7502"/>
                    <a:pt x="13904" y="8742"/>
                    <a:pt x="13904" y="17422"/>
                  </a:cubicBezTo>
                  <a:lnTo>
                    <a:pt x="13904" y="64894"/>
                  </a:lnTo>
                  <a:cubicBezTo>
                    <a:pt x="13904" y="72866"/>
                    <a:pt x="11956" y="72866"/>
                    <a:pt x="88" y="72866"/>
                  </a:cubicBezTo>
                  <a:lnTo>
                    <a:pt x="88" y="78357"/>
                  </a:lnTo>
                  <a:cubicBezTo>
                    <a:pt x="6996" y="78180"/>
                    <a:pt x="15321" y="77825"/>
                    <a:pt x="20281" y="77825"/>
                  </a:cubicBezTo>
                  <a:cubicBezTo>
                    <a:pt x="27367" y="77825"/>
                    <a:pt x="35692" y="77825"/>
                    <a:pt x="42777" y="78357"/>
                  </a:cubicBezTo>
                  <a:lnTo>
                    <a:pt x="42777" y="72866"/>
                  </a:lnTo>
                  <a:lnTo>
                    <a:pt x="39058" y="72866"/>
                  </a:lnTo>
                  <a:cubicBezTo>
                    <a:pt x="25950" y="72866"/>
                    <a:pt x="25595" y="70917"/>
                    <a:pt x="25595" y="64540"/>
                  </a:cubicBezTo>
                  <a:lnTo>
                    <a:pt x="25595" y="37261"/>
                  </a:lnTo>
                  <a:cubicBezTo>
                    <a:pt x="25595" y="19725"/>
                    <a:pt x="33035" y="3960"/>
                    <a:pt x="46497" y="3960"/>
                  </a:cubicBezTo>
                  <a:cubicBezTo>
                    <a:pt x="47737" y="3960"/>
                    <a:pt x="48092" y="3960"/>
                    <a:pt x="48446" y="4137"/>
                  </a:cubicBezTo>
                  <a:cubicBezTo>
                    <a:pt x="47914" y="4314"/>
                    <a:pt x="44372" y="6440"/>
                    <a:pt x="44372" y="11045"/>
                  </a:cubicBezTo>
                  <a:cubicBezTo>
                    <a:pt x="44372" y="16005"/>
                    <a:pt x="48092" y="18662"/>
                    <a:pt x="51989" y="18662"/>
                  </a:cubicBezTo>
                  <a:cubicBezTo>
                    <a:pt x="55177" y="18662"/>
                    <a:pt x="59605" y="16536"/>
                    <a:pt x="59605" y="10868"/>
                  </a:cubicBezTo>
                  <a:cubicBezTo>
                    <a:pt x="59605" y="5200"/>
                    <a:pt x="54114" y="63"/>
                    <a:pt x="46497" y="63"/>
                  </a:cubicBezTo>
                  <a:cubicBezTo>
                    <a:pt x="33566" y="63"/>
                    <a:pt x="27190" y="11931"/>
                    <a:pt x="24710" y="19548"/>
                  </a:cubicBezTo>
                  <a:close/>
                </a:path>
              </a:pathLst>
            </a:custGeom>
            <a:solidFill>
              <a:srgbClr val="000000"/>
            </a:solidFill>
            <a:ln w="17751"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5F93FCD8-9FD4-B80C-7BE8-948AC5B5188E}"/>
                </a:ext>
              </a:extLst>
            </p:cNvPr>
            <p:cNvSpPr/>
            <p:nvPr>
              <p:custDataLst>
                <p:tags r:id="rId37"/>
              </p:custDataLst>
            </p:nvPr>
          </p:nvSpPr>
          <p:spPr>
            <a:xfrm>
              <a:off x="4173507" y="3579609"/>
              <a:ext cx="86619" cy="78294"/>
            </a:xfrm>
            <a:custGeom>
              <a:avLst/>
              <a:gdLst>
                <a:gd name="connsiteX0" fmla="*/ 70415 w 86619"/>
                <a:gd name="connsiteY0" fmla="*/ 17422 h 78294"/>
                <a:gd name="connsiteX1" fmla="*/ 86711 w 86619"/>
                <a:gd name="connsiteY1" fmla="*/ 5554 h 78294"/>
                <a:gd name="connsiteX2" fmla="*/ 86711 w 86619"/>
                <a:gd name="connsiteY2" fmla="*/ 63 h 78294"/>
                <a:gd name="connsiteX3" fmla="*/ 73426 w 86619"/>
                <a:gd name="connsiteY3" fmla="*/ 594 h 78294"/>
                <a:gd name="connsiteX4" fmla="*/ 58015 w 86619"/>
                <a:gd name="connsiteY4" fmla="*/ 63 h 78294"/>
                <a:gd name="connsiteX5" fmla="*/ 58015 w 86619"/>
                <a:gd name="connsiteY5" fmla="*/ 5554 h 78294"/>
                <a:gd name="connsiteX6" fmla="*/ 66518 w 86619"/>
                <a:gd name="connsiteY6" fmla="*/ 13171 h 78294"/>
                <a:gd name="connsiteX7" fmla="*/ 65455 w 86619"/>
                <a:gd name="connsiteY7" fmla="*/ 17422 h 78294"/>
                <a:gd name="connsiteX8" fmla="*/ 47387 w 86619"/>
                <a:gd name="connsiteY8" fmla="*/ 62592 h 78294"/>
                <a:gd name="connsiteX9" fmla="*/ 27548 w 86619"/>
                <a:gd name="connsiteY9" fmla="*/ 13171 h 78294"/>
                <a:gd name="connsiteX10" fmla="*/ 26485 w 86619"/>
                <a:gd name="connsiteY10" fmla="*/ 10160 h 78294"/>
                <a:gd name="connsiteX11" fmla="*/ 36582 w 86619"/>
                <a:gd name="connsiteY11" fmla="*/ 5554 h 78294"/>
                <a:gd name="connsiteX12" fmla="*/ 36582 w 86619"/>
                <a:gd name="connsiteY12" fmla="*/ 63 h 78294"/>
                <a:gd name="connsiteX13" fmla="*/ 17274 w 86619"/>
                <a:gd name="connsiteY13" fmla="*/ 594 h 78294"/>
                <a:gd name="connsiteX14" fmla="*/ 92 w 86619"/>
                <a:gd name="connsiteY14" fmla="*/ 63 h 78294"/>
                <a:gd name="connsiteX15" fmla="*/ 92 w 86619"/>
                <a:gd name="connsiteY15" fmla="*/ 5554 h 78294"/>
                <a:gd name="connsiteX16" fmla="*/ 14263 w 86619"/>
                <a:gd name="connsiteY16" fmla="*/ 12108 h 78294"/>
                <a:gd name="connsiteX17" fmla="*/ 39770 w 86619"/>
                <a:gd name="connsiteY17" fmla="*/ 74991 h 78294"/>
                <a:gd name="connsiteX18" fmla="*/ 43490 w 86619"/>
                <a:gd name="connsiteY18" fmla="*/ 78357 h 78294"/>
                <a:gd name="connsiteX19" fmla="*/ 47210 w 86619"/>
                <a:gd name="connsiteY19" fmla="*/ 74991 h 78294"/>
                <a:gd name="connsiteX20" fmla="*/ 70415 w 86619"/>
                <a:gd name="connsiteY20" fmla="*/ 17422 h 7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6619" h="78294">
                  <a:moveTo>
                    <a:pt x="70415" y="17422"/>
                  </a:moveTo>
                  <a:cubicBezTo>
                    <a:pt x="72009" y="13348"/>
                    <a:pt x="75020" y="5731"/>
                    <a:pt x="86711" y="5554"/>
                  </a:cubicBezTo>
                  <a:lnTo>
                    <a:pt x="86711" y="63"/>
                  </a:lnTo>
                  <a:cubicBezTo>
                    <a:pt x="82637" y="417"/>
                    <a:pt x="77500" y="594"/>
                    <a:pt x="73426" y="594"/>
                  </a:cubicBezTo>
                  <a:cubicBezTo>
                    <a:pt x="69175" y="594"/>
                    <a:pt x="61026" y="240"/>
                    <a:pt x="58015" y="63"/>
                  </a:cubicBezTo>
                  <a:lnTo>
                    <a:pt x="58015" y="5554"/>
                  </a:lnTo>
                  <a:cubicBezTo>
                    <a:pt x="64569" y="5731"/>
                    <a:pt x="66518" y="9805"/>
                    <a:pt x="66518" y="13171"/>
                  </a:cubicBezTo>
                  <a:cubicBezTo>
                    <a:pt x="66518" y="14765"/>
                    <a:pt x="66163" y="15474"/>
                    <a:pt x="65455" y="17422"/>
                  </a:cubicBezTo>
                  <a:lnTo>
                    <a:pt x="47387" y="62592"/>
                  </a:lnTo>
                  <a:lnTo>
                    <a:pt x="27548" y="13171"/>
                  </a:lnTo>
                  <a:cubicBezTo>
                    <a:pt x="26485" y="10868"/>
                    <a:pt x="26485" y="10514"/>
                    <a:pt x="26485" y="10160"/>
                  </a:cubicBezTo>
                  <a:cubicBezTo>
                    <a:pt x="26485" y="5554"/>
                    <a:pt x="33393" y="5554"/>
                    <a:pt x="36582" y="5554"/>
                  </a:cubicBezTo>
                  <a:lnTo>
                    <a:pt x="36582" y="63"/>
                  </a:lnTo>
                  <a:cubicBezTo>
                    <a:pt x="31268" y="240"/>
                    <a:pt x="21348" y="594"/>
                    <a:pt x="17274" y="594"/>
                  </a:cubicBezTo>
                  <a:cubicBezTo>
                    <a:pt x="12491" y="594"/>
                    <a:pt x="5406" y="417"/>
                    <a:pt x="92" y="63"/>
                  </a:cubicBezTo>
                  <a:lnTo>
                    <a:pt x="92" y="5554"/>
                  </a:lnTo>
                  <a:cubicBezTo>
                    <a:pt x="11251" y="5554"/>
                    <a:pt x="11960" y="6617"/>
                    <a:pt x="14263" y="12108"/>
                  </a:cubicBezTo>
                  <a:lnTo>
                    <a:pt x="39770" y="74991"/>
                  </a:lnTo>
                  <a:cubicBezTo>
                    <a:pt x="40833" y="77471"/>
                    <a:pt x="41187" y="78357"/>
                    <a:pt x="43490" y="78357"/>
                  </a:cubicBezTo>
                  <a:cubicBezTo>
                    <a:pt x="45793" y="78357"/>
                    <a:pt x="46501" y="76763"/>
                    <a:pt x="47210" y="74991"/>
                  </a:cubicBezTo>
                  <a:lnTo>
                    <a:pt x="70415" y="17422"/>
                  </a:lnTo>
                  <a:close/>
                </a:path>
              </a:pathLst>
            </a:custGeom>
            <a:solidFill>
              <a:srgbClr val="000000"/>
            </a:solidFill>
            <a:ln w="17751"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E0414FD2-FF73-296F-CB3F-8731D9271C6A}"/>
                </a:ext>
              </a:extLst>
            </p:cNvPr>
            <p:cNvSpPr/>
            <p:nvPr>
              <p:custDataLst>
                <p:tags r:id="rId38"/>
              </p:custDataLst>
            </p:nvPr>
          </p:nvSpPr>
          <p:spPr>
            <a:xfrm>
              <a:off x="4269476" y="3537451"/>
              <a:ext cx="37907" cy="118503"/>
            </a:xfrm>
            <a:custGeom>
              <a:avLst/>
              <a:gdLst>
                <a:gd name="connsiteX0" fmla="*/ 25604 w 37907"/>
                <a:gd name="connsiteY0" fmla="*/ 40273 h 118503"/>
                <a:gd name="connsiteX1" fmla="*/ 805 w 37907"/>
                <a:gd name="connsiteY1" fmla="*/ 42221 h 118503"/>
                <a:gd name="connsiteX2" fmla="*/ 805 w 37907"/>
                <a:gd name="connsiteY2" fmla="*/ 47712 h 118503"/>
                <a:gd name="connsiteX3" fmla="*/ 13914 w 37907"/>
                <a:gd name="connsiteY3" fmla="*/ 57455 h 118503"/>
                <a:gd name="connsiteX4" fmla="*/ 13914 w 37907"/>
                <a:gd name="connsiteY4" fmla="*/ 105104 h 118503"/>
                <a:gd name="connsiteX5" fmla="*/ 97 w 37907"/>
                <a:gd name="connsiteY5" fmla="*/ 113075 h 118503"/>
                <a:gd name="connsiteX6" fmla="*/ 97 w 37907"/>
                <a:gd name="connsiteY6" fmla="*/ 118567 h 118503"/>
                <a:gd name="connsiteX7" fmla="*/ 19582 w 37907"/>
                <a:gd name="connsiteY7" fmla="*/ 118035 h 118503"/>
                <a:gd name="connsiteX8" fmla="*/ 38004 w 37907"/>
                <a:gd name="connsiteY8" fmla="*/ 118567 h 118503"/>
                <a:gd name="connsiteX9" fmla="*/ 38004 w 37907"/>
                <a:gd name="connsiteY9" fmla="*/ 113075 h 118503"/>
                <a:gd name="connsiteX10" fmla="*/ 25604 w 37907"/>
                <a:gd name="connsiteY10" fmla="*/ 105281 h 118503"/>
                <a:gd name="connsiteX11" fmla="*/ 25604 w 37907"/>
                <a:gd name="connsiteY11" fmla="*/ 40273 h 118503"/>
                <a:gd name="connsiteX12" fmla="*/ 26313 w 37907"/>
                <a:gd name="connsiteY12" fmla="*/ 9451 h 118503"/>
                <a:gd name="connsiteX13" fmla="*/ 16925 w 37907"/>
                <a:gd name="connsiteY13" fmla="*/ 63 h 118503"/>
                <a:gd name="connsiteX14" fmla="*/ 7537 w 37907"/>
                <a:gd name="connsiteY14" fmla="*/ 9451 h 118503"/>
                <a:gd name="connsiteX15" fmla="*/ 16925 w 37907"/>
                <a:gd name="connsiteY15" fmla="*/ 18839 h 118503"/>
                <a:gd name="connsiteX16" fmla="*/ 26313 w 37907"/>
                <a:gd name="connsiteY16" fmla="*/ 9451 h 11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07" h="118503">
                  <a:moveTo>
                    <a:pt x="25604" y="40273"/>
                  </a:moveTo>
                  <a:lnTo>
                    <a:pt x="805" y="42221"/>
                  </a:lnTo>
                  <a:lnTo>
                    <a:pt x="805" y="47712"/>
                  </a:lnTo>
                  <a:cubicBezTo>
                    <a:pt x="12319" y="47712"/>
                    <a:pt x="13914" y="48775"/>
                    <a:pt x="13914" y="57455"/>
                  </a:cubicBezTo>
                  <a:lnTo>
                    <a:pt x="13914" y="105104"/>
                  </a:lnTo>
                  <a:cubicBezTo>
                    <a:pt x="13914" y="113075"/>
                    <a:pt x="11965" y="113075"/>
                    <a:pt x="97" y="113075"/>
                  </a:cubicBezTo>
                  <a:lnTo>
                    <a:pt x="97" y="118567"/>
                  </a:lnTo>
                  <a:cubicBezTo>
                    <a:pt x="5765" y="118389"/>
                    <a:pt x="15331" y="118035"/>
                    <a:pt x="19582" y="118035"/>
                  </a:cubicBezTo>
                  <a:cubicBezTo>
                    <a:pt x="25782" y="118035"/>
                    <a:pt x="31981" y="118389"/>
                    <a:pt x="38004" y="118567"/>
                  </a:cubicBezTo>
                  <a:lnTo>
                    <a:pt x="38004" y="113075"/>
                  </a:lnTo>
                  <a:cubicBezTo>
                    <a:pt x="26313" y="113075"/>
                    <a:pt x="25604" y="112190"/>
                    <a:pt x="25604" y="105281"/>
                  </a:cubicBezTo>
                  <a:lnTo>
                    <a:pt x="25604" y="40273"/>
                  </a:lnTo>
                  <a:close/>
                  <a:moveTo>
                    <a:pt x="26313" y="9451"/>
                  </a:moveTo>
                  <a:cubicBezTo>
                    <a:pt x="26313" y="3783"/>
                    <a:pt x="21885" y="63"/>
                    <a:pt x="16925" y="63"/>
                  </a:cubicBezTo>
                  <a:cubicBezTo>
                    <a:pt x="11434" y="63"/>
                    <a:pt x="7537" y="4845"/>
                    <a:pt x="7537" y="9451"/>
                  </a:cubicBezTo>
                  <a:cubicBezTo>
                    <a:pt x="7537" y="14234"/>
                    <a:pt x="11434" y="18839"/>
                    <a:pt x="16925" y="18839"/>
                  </a:cubicBezTo>
                  <a:cubicBezTo>
                    <a:pt x="21885" y="18839"/>
                    <a:pt x="26313" y="15119"/>
                    <a:pt x="26313" y="9451"/>
                  </a:cubicBezTo>
                  <a:close/>
                </a:path>
              </a:pathLst>
            </a:custGeom>
            <a:solidFill>
              <a:srgbClr val="000000"/>
            </a:solidFill>
            <a:ln w="17751"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4CA612F8-552E-8E15-C3D6-28FE15266960}"/>
                </a:ext>
              </a:extLst>
            </p:cNvPr>
            <p:cNvSpPr/>
            <p:nvPr>
              <p:custDataLst>
                <p:tags r:id="rId39"/>
              </p:custDataLst>
            </p:nvPr>
          </p:nvSpPr>
          <p:spPr>
            <a:xfrm>
              <a:off x="4316200" y="3579609"/>
              <a:ext cx="86619" cy="78294"/>
            </a:xfrm>
            <a:custGeom>
              <a:avLst/>
              <a:gdLst>
                <a:gd name="connsiteX0" fmla="*/ 70423 w 86619"/>
                <a:gd name="connsiteY0" fmla="*/ 17422 h 78294"/>
                <a:gd name="connsiteX1" fmla="*/ 86719 w 86619"/>
                <a:gd name="connsiteY1" fmla="*/ 5554 h 78294"/>
                <a:gd name="connsiteX2" fmla="*/ 86719 w 86619"/>
                <a:gd name="connsiteY2" fmla="*/ 63 h 78294"/>
                <a:gd name="connsiteX3" fmla="*/ 73434 w 86619"/>
                <a:gd name="connsiteY3" fmla="*/ 594 h 78294"/>
                <a:gd name="connsiteX4" fmla="*/ 58023 w 86619"/>
                <a:gd name="connsiteY4" fmla="*/ 63 h 78294"/>
                <a:gd name="connsiteX5" fmla="*/ 58023 w 86619"/>
                <a:gd name="connsiteY5" fmla="*/ 5554 h 78294"/>
                <a:gd name="connsiteX6" fmla="*/ 66526 w 86619"/>
                <a:gd name="connsiteY6" fmla="*/ 13171 h 78294"/>
                <a:gd name="connsiteX7" fmla="*/ 65463 w 86619"/>
                <a:gd name="connsiteY7" fmla="*/ 17422 h 78294"/>
                <a:gd name="connsiteX8" fmla="*/ 47395 w 86619"/>
                <a:gd name="connsiteY8" fmla="*/ 62592 h 78294"/>
                <a:gd name="connsiteX9" fmla="*/ 27556 w 86619"/>
                <a:gd name="connsiteY9" fmla="*/ 13171 h 78294"/>
                <a:gd name="connsiteX10" fmla="*/ 26493 w 86619"/>
                <a:gd name="connsiteY10" fmla="*/ 10160 h 78294"/>
                <a:gd name="connsiteX11" fmla="*/ 36590 w 86619"/>
                <a:gd name="connsiteY11" fmla="*/ 5554 h 78294"/>
                <a:gd name="connsiteX12" fmla="*/ 36590 w 86619"/>
                <a:gd name="connsiteY12" fmla="*/ 63 h 78294"/>
                <a:gd name="connsiteX13" fmla="*/ 17282 w 86619"/>
                <a:gd name="connsiteY13" fmla="*/ 594 h 78294"/>
                <a:gd name="connsiteX14" fmla="*/ 100 w 86619"/>
                <a:gd name="connsiteY14" fmla="*/ 63 h 78294"/>
                <a:gd name="connsiteX15" fmla="*/ 100 w 86619"/>
                <a:gd name="connsiteY15" fmla="*/ 5554 h 78294"/>
                <a:gd name="connsiteX16" fmla="*/ 14271 w 86619"/>
                <a:gd name="connsiteY16" fmla="*/ 12108 h 78294"/>
                <a:gd name="connsiteX17" fmla="*/ 39778 w 86619"/>
                <a:gd name="connsiteY17" fmla="*/ 74991 h 78294"/>
                <a:gd name="connsiteX18" fmla="*/ 43498 w 86619"/>
                <a:gd name="connsiteY18" fmla="*/ 78357 h 78294"/>
                <a:gd name="connsiteX19" fmla="*/ 47218 w 86619"/>
                <a:gd name="connsiteY19" fmla="*/ 74991 h 78294"/>
                <a:gd name="connsiteX20" fmla="*/ 70423 w 86619"/>
                <a:gd name="connsiteY20" fmla="*/ 17422 h 7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6619" h="78294">
                  <a:moveTo>
                    <a:pt x="70423" y="17422"/>
                  </a:moveTo>
                  <a:cubicBezTo>
                    <a:pt x="72017" y="13348"/>
                    <a:pt x="75028" y="5731"/>
                    <a:pt x="86719" y="5554"/>
                  </a:cubicBezTo>
                  <a:lnTo>
                    <a:pt x="86719" y="63"/>
                  </a:lnTo>
                  <a:cubicBezTo>
                    <a:pt x="82645" y="417"/>
                    <a:pt x="77508" y="594"/>
                    <a:pt x="73434" y="594"/>
                  </a:cubicBezTo>
                  <a:cubicBezTo>
                    <a:pt x="69183" y="594"/>
                    <a:pt x="61034" y="240"/>
                    <a:pt x="58023" y="63"/>
                  </a:cubicBezTo>
                  <a:lnTo>
                    <a:pt x="58023" y="5554"/>
                  </a:lnTo>
                  <a:cubicBezTo>
                    <a:pt x="64577" y="5731"/>
                    <a:pt x="66526" y="9805"/>
                    <a:pt x="66526" y="13171"/>
                  </a:cubicBezTo>
                  <a:cubicBezTo>
                    <a:pt x="66526" y="14765"/>
                    <a:pt x="66171" y="15474"/>
                    <a:pt x="65463" y="17422"/>
                  </a:cubicBezTo>
                  <a:lnTo>
                    <a:pt x="47395" y="62592"/>
                  </a:lnTo>
                  <a:lnTo>
                    <a:pt x="27556" y="13171"/>
                  </a:lnTo>
                  <a:cubicBezTo>
                    <a:pt x="26493" y="10868"/>
                    <a:pt x="26493" y="10514"/>
                    <a:pt x="26493" y="10160"/>
                  </a:cubicBezTo>
                  <a:cubicBezTo>
                    <a:pt x="26493" y="5554"/>
                    <a:pt x="33401" y="5554"/>
                    <a:pt x="36590" y="5554"/>
                  </a:cubicBezTo>
                  <a:lnTo>
                    <a:pt x="36590" y="63"/>
                  </a:lnTo>
                  <a:cubicBezTo>
                    <a:pt x="31276" y="240"/>
                    <a:pt x="21356" y="594"/>
                    <a:pt x="17282" y="594"/>
                  </a:cubicBezTo>
                  <a:cubicBezTo>
                    <a:pt x="12499" y="594"/>
                    <a:pt x="5414" y="417"/>
                    <a:pt x="100" y="63"/>
                  </a:cubicBezTo>
                  <a:lnTo>
                    <a:pt x="100" y="5554"/>
                  </a:lnTo>
                  <a:cubicBezTo>
                    <a:pt x="11259" y="5554"/>
                    <a:pt x="11968" y="6617"/>
                    <a:pt x="14271" y="12108"/>
                  </a:cubicBezTo>
                  <a:lnTo>
                    <a:pt x="39778" y="74991"/>
                  </a:lnTo>
                  <a:cubicBezTo>
                    <a:pt x="40841" y="77471"/>
                    <a:pt x="41195" y="78357"/>
                    <a:pt x="43498" y="78357"/>
                  </a:cubicBezTo>
                  <a:cubicBezTo>
                    <a:pt x="45801" y="78357"/>
                    <a:pt x="46509" y="76763"/>
                    <a:pt x="47218" y="74991"/>
                  </a:cubicBezTo>
                  <a:lnTo>
                    <a:pt x="70423" y="17422"/>
                  </a:lnTo>
                  <a:close/>
                </a:path>
              </a:pathLst>
            </a:custGeom>
            <a:solidFill>
              <a:srgbClr val="000000"/>
            </a:solidFill>
            <a:ln w="17751"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1AFDBDA8-F471-AC87-9718-BBBD0FB4A9DD}"/>
                </a:ext>
              </a:extLst>
            </p:cNvPr>
            <p:cNvSpPr/>
            <p:nvPr>
              <p:custDataLst>
                <p:tags r:id="rId40"/>
              </p:custDataLst>
            </p:nvPr>
          </p:nvSpPr>
          <p:spPr>
            <a:xfrm>
              <a:off x="4403922" y="3576598"/>
              <a:ext cx="79888" cy="81305"/>
            </a:xfrm>
            <a:custGeom>
              <a:avLst/>
              <a:gdLst>
                <a:gd name="connsiteX0" fmla="*/ 51651 w 79888"/>
                <a:gd name="connsiteY0" fmla="*/ 65957 h 81305"/>
                <a:gd name="connsiteX1" fmla="*/ 65468 w 79888"/>
                <a:gd name="connsiteY1" fmla="*/ 80482 h 81305"/>
                <a:gd name="connsiteX2" fmla="*/ 79993 w 79888"/>
                <a:gd name="connsiteY2" fmla="*/ 63655 h 81305"/>
                <a:gd name="connsiteX3" fmla="*/ 79993 w 79888"/>
                <a:gd name="connsiteY3" fmla="*/ 53735 h 81305"/>
                <a:gd name="connsiteX4" fmla="*/ 75564 w 79888"/>
                <a:gd name="connsiteY4" fmla="*/ 53735 h 81305"/>
                <a:gd name="connsiteX5" fmla="*/ 75564 w 79888"/>
                <a:gd name="connsiteY5" fmla="*/ 63655 h 81305"/>
                <a:gd name="connsiteX6" fmla="*/ 69187 w 79888"/>
                <a:gd name="connsiteY6" fmla="*/ 74991 h 81305"/>
                <a:gd name="connsiteX7" fmla="*/ 62633 w 79888"/>
                <a:gd name="connsiteY7" fmla="*/ 66134 h 81305"/>
                <a:gd name="connsiteX8" fmla="*/ 62633 w 79888"/>
                <a:gd name="connsiteY8" fmla="*/ 30707 h 81305"/>
                <a:gd name="connsiteX9" fmla="*/ 56256 w 79888"/>
                <a:gd name="connsiteY9" fmla="*/ 9805 h 81305"/>
                <a:gd name="connsiteX10" fmla="*/ 31989 w 79888"/>
                <a:gd name="connsiteY10" fmla="*/ 63 h 81305"/>
                <a:gd name="connsiteX11" fmla="*/ 5241 w 79888"/>
                <a:gd name="connsiteY11" fmla="*/ 20079 h 81305"/>
                <a:gd name="connsiteX12" fmla="*/ 13390 w 79888"/>
                <a:gd name="connsiteY12" fmla="*/ 28404 h 81305"/>
                <a:gd name="connsiteX13" fmla="*/ 21538 w 79888"/>
                <a:gd name="connsiteY13" fmla="*/ 20256 h 81305"/>
                <a:gd name="connsiteX14" fmla="*/ 12504 w 79888"/>
                <a:gd name="connsiteY14" fmla="*/ 12108 h 81305"/>
                <a:gd name="connsiteX15" fmla="*/ 31635 w 79888"/>
                <a:gd name="connsiteY15" fmla="*/ 3960 h 81305"/>
                <a:gd name="connsiteX16" fmla="*/ 50411 w 79888"/>
                <a:gd name="connsiteY16" fmla="*/ 26633 h 81305"/>
                <a:gd name="connsiteX17" fmla="*/ 50411 w 79888"/>
                <a:gd name="connsiteY17" fmla="*/ 33187 h 81305"/>
                <a:gd name="connsiteX18" fmla="*/ 17818 w 79888"/>
                <a:gd name="connsiteY18" fmla="*/ 39564 h 81305"/>
                <a:gd name="connsiteX19" fmla="*/ 104 w 79888"/>
                <a:gd name="connsiteY19" fmla="*/ 62592 h 81305"/>
                <a:gd name="connsiteX20" fmla="*/ 28446 w 79888"/>
                <a:gd name="connsiteY20" fmla="*/ 81368 h 81305"/>
                <a:gd name="connsiteX21" fmla="*/ 51651 w 79888"/>
                <a:gd name="connsiteY21" fmla="*/ 65957 h 81305"/>
                <a:gd name="connsiteX22" fmla="*/ 50411 w 79888"/>
                <a:gd name="connsiteY22" fmla="*/ 36907 h 81305"/>
                <a:gd name="connsiteX23" fmla="*/ 50411 w 79888"/>
                <a:gd name="connsiteY23" fmla="*/ 54621 h 81305"/>
                <a:gd name="connsiteX24" fmla="*/ 29686 w 79888"/>
                <a:gd name="connsiteY24" fmla="*/ 77471 h 81305"/>
                <a:gd name="connsiteX25" fmla="*/ 13744 w 79888"/>
                <a:gd name="connsiteY25" fmla="*/ 62415 h 81305"/>
                <a:gd name="connsiteX26" fmla="*/ 50411 w 79888"/>
                <a:gd name="connsiteY26" fmla="*/ 36907 h 8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9888" h="81305">
                  <a:moveTo>
                    <a:pt x="51651" y="65957"/>
                  </a:moveTo>
                  <a:cubicBezTo>
                    <a:pt x="52359" y="73043"/>
                    <a:pt x="57142" y="80482"/>
                    <a:pt x="65468" y="80482"/>
                  </a:cubicBezTo>
                  <a:cubicBezTo>
                    <a:pt x="69187" y="80482"/>
                    <a:pt x="79993" y="78003"/>
                    <a:pt x="79993" y="63655"/>
                  </a:cubicBezTo>
                  <a:lnTo>
                    <a:pt x="79993" y="53735"/>
                  </a:lnTo>
                  <a:lnTo>
                    <a:pt x="75564" y="53735"/>
                  </a:lnTo>
                  <a:lnTo>
                    <a:pt x="75564" y="63655"/>
                  </a:lnTo>
                  <a:cubicBezTo>
                    <a:pt x="75564" y="73928"/>
                    <a:pt x="71136" y="74991"/>
                    <a:pt x="69187" y="74991"/>
                  </a:cubicBezTo>
                  <a:cubicBezTo>
                    <a:pt x="63342" y="74991"/>
                    <a:pt x="62633" y="67020"/>
                    <a:pt x="62633" y="66134"/>
                  </a:cubicBezTo>
                  <a:lnTo>
                    <a:pt x="62633" y="30707"/>
                  </a:lnTo>
                  <a:cubicBezTo>
                    <a:pt x="62633" y="23268"/>
                    <a:pt x="62633" y="16359"/>
                    <a:pt x="56256" y="9805"/>
                  </a:cubicBezTo>
                  <a:cubicBezTo>
                    <a:pt x="49348" y="2897"/>
                    <a:pt x="40491" y="63"/>
                    <a:pt x="31989" y="63"/>
                  </a:cubicBezTo>
                  <a:cubicBezTo>
                    <a:pt x="17464" y="63"/>
                    <a:pt x="5241" y="8388"/>
                    <a:pt x="5241" y="20079"/>
                  </a:cubicBezTo>
                  <a:cubicBezTo>
                    <a:pt x="5241" y="25393"/>
                    <a:pt x="8784" y="28404"/>
                    <a:pt x="13390" y="28404"/>
                  </a:cubicBezTo>
                  <a:cubicBezTo>
                    <a:pt x="18349" y="28404"/>
                    <a:pt x="21538" y="24862"/>
                    <a:pt x="21538" y="20256"/>
                  </a:cubicBezTo>
                  <a:cubicBezTo>
                    <a:pt x="21538" y="18131"/>
                    <a:pt x="20652" y="12285"/>
                    <a:pt x="12504" y="12108"/>
                  </a:cubicBezTo>
                  <a:cubicBezTo>
                    <a:pt x="17287" y="5908"/>
                    <a:pt x="25966" y="3960"/>
                    <a:pt x="31635" y="3960"/>
                  </a:cubicBezTo>
                  <a:cubicBezTo>
                    <a:pt x="40314" y="3960"/>
                    <a:pt x="50411" y="10868"/>
                    <a:pt x="50411" y="26633"/>
                  </a:cubicBezTo>
                  <a:lnTo>
                    <a:pt x="50411" y="33187"/>
                  </a:lnTo>
                  <a:cubicBezTo>
                    <a:pt x="41377" y="33719"/>
                    <a:pt x="28978" y="34250"/>
                    <a:pt x="17818" y="39564"/>
                  </a:cubicBezTo>
                  <a:cubicBezTo>
                    <a:pt x="4533" y="45587"/>
                    <a:pt x="104" y="54798"/>
                    <a:pt x="104" y="62592"/>
                  </a:cubicBezTo>
                  <a:cubicBezTo>
                    <a:pt x="104" y="76940"/>
                    <a:pt x="17287" y="81368"/>
                    <a:pt x="28446" y="81368"/>
                  </a:cubicBezTo>
                  <a:cubicBezTo>
                    <a:pt x="40137" y="81368"/>
                    <a:pt x="48285" y="74283"/>
                    <a:pt x="51651" y="65957"/>
                  </a:cubicBezTo>
                  <a:close/>
                  <a:moveTo>
                    <a:pt x="50411" y="36907"/>
                  </a:moveTo>
                  <a:lnTo>
                    <a:pt x="50411" y="54621"/>
                  </a:lnTo>
                  <a:cubicBezTo>
                    <a:pt x="50411" y="71448"/>
                    <a:pt x="37657" y="77471"/>
                    <a:pt x="29686" y="77471"/>
                  </a:cubicBezTo>
                  <a:cubicBezTo>
                    <a:pt x="21006" y="77471"/>
                    <a:pt x="13744" y="71271"/>
                    <a:pt x="13744" y="62415"/>
                  </a:cubicBezTo>
                  <a:cubicBezTo>
                    <a:pt x="13744" y="52672"/>
                    <a:pt x="21184" y="37970"/>
                    <a:pt x="50411" y="36907"/>
                  </a:cubicBezTo>
                  <a:close/>
                </a:path>
              </a:pathLst>
            </a:custGeom>
            <a:solidFill>
              <a:srgbClr val="000000"/>
            </a:solidFill>
            <a:ln w="17751"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5CC1C9BE-F07F-841D-EF41-289BE2EA05D6}"/>
                </a:ext>
              </a:extLst>
            </p:cNvPr>
            <p:cNvSpPr/>
            <p:nvPr>
              <p:custDataLst>
                <p:tags r:id="rId41"/>
              </p:custDataLst>
            </p:nvPr>
          </p:nvSpPr>
          <p:spPr>
            <a:xfrm>
              <a:off x="4490896" y="3533022"/>
              <a:ext cx="39324" cy="122932"/>
            </a:xfrm>
            <a:custGeom>
              <a:avLst/>
              <a:gdLst>
                <a:gd name="connsiteX0" fmla="*/ 25617 w 39324"/>
                <a:gd name="connsiteY0" fmla="*/ 63 h 122932"/>
                <a:gd name="connsiteX1" fmla="*/ 109 w 39324"/>
                <a:gd name="connsiteY1" fmla="*/ 2011 h 122932"/>
                <a:gd name="connsiteX2" fmla="*/ 109 w 39324"/>
                <a:gd name="connsiteY2" fmla="*/ 7502 h 122932"/>
                <a:gd name="connsiteX3" fmla="*/ 13926 w 39324"/>
                <a:gd name="connsiteY3" fmla="*/ 17422 h 122932"/>
                <a:gd name="connsiteX4" fmla="*/ 13926 w 39324"/>
                <a:gd name="connsiteY4" fmla="*/ 109533 h 122932"/>
                <a:gd name="connsiteX5" fmla="*/ 109 w 39324"/>
                <a:gd name="connsiteY5" fmla="*/ 117504 h 122932"/>
                <a:gd name="connsiteX6" fmla="*/ 109 w 39324"/>
                <a:gd name="connsiteY6" fmla="*/ 122995 h 122932"/>
                <a:gd name="connsiteX7" fmla="*/ 19771 w 39324"/>
                <a:gd name="connsiteY7" fmla="*/ 122464 h 122932"/>
                <a:gd name="connsiteX8" fmla="*/ 39434 w 39324"/>
                <a:gd name="connsiteY8" fmla="*/ 122995 h 122932"/>
                <a:gd name="connsiteX9" fmla="*/ 39434 w 39324"/>
                <a:gd name="connsiteY9" fmla="*/ 117504 h 122932"/>
                <a:gd name="connsiteX10" fmla="*/ 25617 w 39324"/>
                <a:gd name="connsiteY10" fmla="*/ 109533 h 122932"/>
                <a:gd name="connsiteX11" fmla="*/ 25617 w 39324"/>
                <a:gd name="connsiteY11" fmla="*/ 63 h 122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324" h="122932">
                  <a:moveTo>
                    <a:pt x="25617" y="63"/>
                  </a:moveTo>
                  <a:lnTo>
                    <a:pt x="109" y="2011"/>
                  </a:lnTo>
                  <a:lnTo>
                    <a:pt x="109" y="7502"/>
                  </a:lnTo>
                  <a:cubicBezTo>
                    <a:pt x="12509" y="7502"/>
                    <a:pt x="13926" y="8742"/>
                    <a:pt x="13926" y="17422"/>
                  </a:cubicBezTo>
                  <a:lnTo>
                    <a:pt x="13926" y="109533"/>
                  </a:lnTo>
                  <a:cubicBezTo>
                    <a:pt x="13926" y="117504"/>
                    <a:pt x="11977" y="117504"/>
                    <a:pt x="109" y="117504"/>
                  </a:cubicBezTo>
                  <a:lnTo>
                    <a:pt x="109" y="122995"/>
                  </a:lnTo>
                  <a:cubicBezTo>
                    <a:pt x="5955" y="122818"/>
                    <a:pt x="15343" y="122464"/>
                    <a:pt x="19771" y="122464"/>
                  </a:cubicBezTo>
                  <a:cubicBezTo>
                    <a:pt x="24200" y="122464"/>
                    <a:pt x="32880" y="122818"/>
                    <a:pt x="39434" y="122995"/>
                  </a:cubicBezTo>
                  <a:lnTo>
                    <a:pt x="39434" y="117504"/>
                  </a:lnTo>
                  <a:cubicBezTo>
                    <a:pt x="27565" y="117504"/>
                    <a:pt x="25617" y="117504"/>
                    <a:pt x="25617" y="109533"/>
                  </a:cubicBezTo>
                  <a:lnTo>
                    <a:pt x="25617" y="63"/>
                  </a:lnTo>
                  <a:close/>
                </a:path>
              </a:pathLst>
            </a:custGeom>
            <a:solidFill>
              <a:srgbClr val="000000"/>
            </a:solidFill>
            <a:ln w="17751"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B9AEA4CA-9B09-DEF6-09B7-A5B753F6F173}"/>
                </a:ext>
              </a:extLst>
            </p:cNvPr>
            <p:cNvSpPr/>
            <p:nvPr>
              <p:custDataLst>
                <p:tags r:id="rId42"/>
              </p:custDataLst>
            </p:nvPr>
          </p:nvSpPr>
          <p:spPr>
            <a:xfrm>
              <a:off x="4599677" y="3536034"/>
              <a:ext cx="114961" cy="119920"/>
            </a:xfrm>
            <a:custGeom>
              <a:avLst/>
              <a:gdLst>
                <a:gd name="connsiteX0" fmla="*/ 111711 w 114961"/>
                <a:gd name="connsiteY0" fmla="*/ 63 h 119920"/>
                <a:gd name="connsiteX1" fmla="*/ 3481 w 114961"/>
                <a:gd name="connsiteY1" fmla="*/ 63 h 119920"/>
                <a:gd name="connsiteX2" fmla="*/ 115 w 114961"/>
                <a:gd name="connsiteY2" fmla="*/ 39918 h 119920"/>
                <a:gd name="connsiteX3" fmla="*/ 4544 w 114961"/>
                <a:gd name="connsiteY3" fmla="*/ 39918 h 119920"/>
                <a:gd name="connsiteX4" fmla="*/ 36428 w 114961"/>
                <a:gd name="connsiteY4" fmla="*/ 5554 h 119920"/>
                <a:gd name="connsiteX5" fmla="*/ 45994 w 114961"/>
                <a:gd name="connsiteY5" fmla="*/ 5908 h 119920"/>
                <a:gd name="connsiteX6" fmla="*/ 49713 w 114961"/>
                <a:gd name="connsiteY6" fmla="*/ 12639 h 119920"/>
                <a:gd name="connsiteX7" fmla="*/ 49713 w 114961"/>
                <a:gd name="connsiteY7" fmla="*/ 105990 h 119920"/>
                <a:gd name="connsiteX8" fmla="*/ 31114 w 114961"/>
                <a:gd name="connsiteY8" fmla="*/ 114492 h 119920"/>
                <a:gd name="connsiteX9" fmla="*/ 24029 w 114961"/>
                <a:gd name="connsiteY9" fmla="*/ 114492 h 119920"/>
                <a:gd name="connsiteX10" fmla="*/ 24029 w 114961"/>
                <a:gd name="connsiteY10" fmla="*/ 119984 h 119920"/>
                <a:gd name="connsiteX11" fmla="*/ 57507 w 114961"/>
                <a:gd name="connsiteY11" fmla="*/ 119452 h 119920"/>
                <a:gd name="connsiteX12" fmla="*/ 91163 w 114961"/>
                <a:gd name="connsiteY12" fmla="*/ 119984 h 119920"/>
                <a:gd name="connsiteX13" fmla="*/ 91163 w 114961"/>
                <a:gd name="connsiteY13" fmla="*/ 114492 h 119920"/>
                <a:gd name="connsiteX14" fmla="*/ 84078 w 114961"/>
                <a:gd name="connsiteY14" fmla="*/ 114492 h 119920"/>
                <a:gd name="connsiteX15" fmla="*/ 65479 w 114961"/>
                <a:gd name="connsiteY15" fmla="*/ 105990 h 119920"/>
                <a:gd name="connsiteX16" fmla="*/ 65479 w 114961"/>
                <a:gd name="connsiteY16" fmla="*/ 12639 h 119920"/>
                <a:gd name="connsiteX17" fmla="*/ 68667 w 114961"/>
                <a:gd name="connsiteY17" fmla="*/ 5908 h 119920"/>
                <a:gd name="connsiteX18" fmla="*/ 78764 w 114961"/>
                <a:gd name="connsiteY18" fmla="*/ 5554 h 119920"/>
                <a:gd name="connsiteX19" fmla="*/ 110648 w 114961"/>
                <a:gd name="connsiteY19" fmla="*/ 39918 h 119920"/>
                <a:gd name="connsiteX20" fmla="*/ 115077 w 114961"/>
                <a:gd name="connsiteY20" fmla="*/ 39918 h 119920"/>
                <a:gd name="connsiteX21" fmla="*/ 111711 w 114961"/>
                <a:gd name="connsiteY21" fmla="*/ 63 h 11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961" h="119920">
                  <a:moveTo>
                    <a:pt x="111711" y="63"/>
                  </a:moveTo>
                  <a:lnTo>
                    <a:pt x="3481" y="63"/>
                  </a:lnTo>
                  <a:lnTo>
                    <a:pt x="115" y="39918"/>
                  </a:lnTo>
                  <a:lnTo>
                    <a:pt x="4544" y="39918"/>
                  </a:lnTo>
                  <a:cubicBezTo>
                    <a:pt x="7024" y="11399"/>
                    <a:pt x="9681" y="5554"/>
                    <a:pt x="36428" y="5554"/>
                  </a:cubicBezTo>
                  <a:cubicBezTo>
                    <a:pt x="39617" y="5554"/>
                    <a:pt x="44222" y="5554"/>
                    <a:pt x="45994" y="5908"/>
                  </a:cubicBezTo>
                  <a:cubicBezTo>
                    <a:pt x="49713" y="6617"/>
                    <a:pt x="49713" y="8565"/>
                    <a:pt x="49713" y="12639"/>
                  </a:cubicBezTo>
                  <a:lnTo>
                    <a:pt x="49713" y="105990"/>
                  </a:lnTo>
                  <a:cubicBezTo>
                    <a:pt x="49713" y="112013"/>
                    <a:pt x="49713" y="114492"/>
                    <a:pt x="31114" y="114492"/>
                  </a:cubicBezTo>
                  <a:lnTo>
                    <a:pt x="24029" y="114492"/>
                  </a:lnTo>
                  <a:lnTo>
                    <a:pt x="24029" y="119984"/>
                  </a:lnTo>
                  <a:cubicBezTo>
                    <a:pt x="31291" y="119452"/>
                    <a:pt x="49359" y="119452"/>
                    <a:pt x="57507" y="119452"/>
                  </a:cubicBezTo>
                  <a:cubicBezTo>
                    <a:pt x="65656" y="119452"/>
                    <a:pt x="83901" y="119452"/>
                    <a:pt x="91163" y="119984"/>
                  </a:cubicBezTo>
                  <a:lnTo>
                    <a:pt x="91163" y="114492"/>
                  </a:lnTo>
                  <a:lnTo>
                    <a:pt x="84078" y="114492"/>
                  </a:lnTo>
                  <a:cubicBezTo>
                    <a:pt x="65479" y="114492"/>
                    <a:pt x="65479" y="112013"/>
                    <a:pt x="65479" y="105990"/>
                  </a:cubicBezTo>
                  <a:lnTo>
                    <a:pt x="65479" y="12639"/>
                  </a:lnTo>
                  <a:cubicBezTo>
                    <a:pt x="65479" y="9097"/>
                    <a:pt x="65479" y="6617"/>
                    <a:pt x="68667" y="5908"/>
                  </a:cubicBezTo>
                  <a:cubicBezTo>
                    <a:pt x="70616" y="5554"/>
                    <a:pt x="75398" y="5554"/>
                    <a:pt x="78764" y="5554"/>
                  </a:cubicBezTo>
                  <a:cubicBezTo>
                    <a:pt x="105511" y="5554"/>
                    <a:pt x="108168" y="11399"/>
                    <a:pt x="110648" y="39918"/>
                  </a:cubicBezTo>
                  <a:lnTo>
                    <a:pt x="115077" y="39918"/>
                  </a:lnTo>
                  <a:lnTo>
                    <a:pt x="111711" y="63"/>
                  </a:lnTo>
                  <a:close/>
                </a:path>
              </a:pathLst>
            </a:custGeom>
            <a:solidFill>
              <a:srgbClr val="000000"/>
            </a:solidFill>
            <a:ln w="17751"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2981D903-0FD7-3AC0-113D-A84AFBCE80BF}"/>
                </a:ext>
              </a:extLst>
            </p:cNvPr>
            <p:cNvSpPr/>
            <p:nvPr>
              <p:custDataLst>
                <p:tags r:id="rId43"/>
              </p:custDataLst>
            </p:nvPr>
          </p:nvSpPr>
          <p:spPr>
            <a:xfrm>
              <a:off x="4711430" y="3577661"/>
              <a:ext cx="59517" cy="78294"/>
            </a:xfrm>
            <a:custGeom>
              <a:avLst/>
              <a:gdLst>
                <a:gd name="connsiteX0" fmla="*/ 24744 w 59517"/>
                <a:gd name="connsiteY0" fmla="*/ 19548 h 78294"/>
                <a:gd name="connsiteX1" fmla="*/ 24744 w 59517"/>
                <a:gd name="connsiteY1" fmla="*/ 63 h 78294"/>
                <a:gd name="connsiteX2" fmla="*/ 122 w 59517"/>
                <a:gd name="connsiteY2" fmla="*/ 2011 h 78294"/>
                <a:gd name="connsiteX3" fmla="*/ 122 w 59517"/>
                <a:gd name="connsiteY3" fmla="*/ 7502 h 78294"/>
                <a:gd name="connsiteX4" fmla="*/ 13938 w 59517"/>
                <a:gd name="connsiteY4" fmla="*/ 17422 h 78294"/>
                <a:gd name="connsiteX5" fmla="*/ 13938 w 59517"/>
                <a:gd name="connsiteY5" fmla="*/ 64894 h 78294"/>
                <a:gd name="connsiteX6" fmla="*/ 122 w 59517"/>
                <a:gd name="connsiteY6" fmla="*/ 72866 h 78294"/>
                <a:gd name="connsiteX7" fmla="*/ 122 w 59517"/>
                <a:gd name="connsiteY7" fmla="*/ 78357 h 78294"/>
                <a:gd name="connsiteX8" fmla="*/ 20315 w 59517"/>
                <a:gd name="connsiteY8" fmla="*/ 77825 h 78294"/>
                <a:gd name="connsiteX9" fmla="*/ 42812 w 59517"/>
                <a:gd name="connsiteY9" fmla="*/ 78357 h 78294"/>
                <a:gd name="connsiteX10" fmla="*/ 42812 w 59517"/>
                <a:gd name="connsiteY10" fmla="*/ 72866 h 78294"/>
                <a:gd name="connsiteX11" fmla="*/ 39092 w 59517"/>
                <a:gd name="connsiteY11" fmla="*/ 72866 h 78294"/>
                <a:gd name="connsiteX12" fmla="*/ 25629 w 59517"/>
                <a:gd name="connsiteY12" fmla="*/ 64540 h 78294"/>
                <a:gd name="connsiteX13" fmla="*/ 25629 w 59517"/>
                <a:gd name="connsiteY13" fmla="*/ 37261 h 78294"/>
                <a:gd name="connsiteX14" fmla="*/ 46531 w 59517"/>
                <a:gd name="connsiteY14" fmla="*/ 3960 h 78294"/>
                <a:gd name="connsiteX15" fmla="*/ 48480 w 59517"/>
                <a:gd name="connsiteY15" fmla="*/ 4137 h 78294"/>
                <a:gd name="connsiteX16" fmla="*/ 44406 w 59517"/>
                <a:gd name="connsiteY16" fmla="*/ 11045 h 78294"/>
                <a:gd name="connsiteX17" fmla="*/ 52023 w 59517"/>
                <a:gd name="connsiteY17" fmla="*/ 18662 h 78294"/>
                <a:gd name="connsiteX18" fmla="*/ 59639 w 59517"/>
                <a:gd name="connsiteY18" fmla="*/ 10868 h 78294"/>
                <a:gd name="connsiteX19" fmla="*/ 46531 w 59517"/>
                <a:gd name="connsiteY19" fmla="*/ 63 h 78294"/>
                <a:gd name="connsiteX20" fmla="*/ 24744 w 59517"/>
                <a:gd name="connsiteY20" fmla="*/ 19548 h 7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9517" h="78294">
                  <a:moveTo>
                    <a:pt x="24744" y="19548"/>
                  </a:moveTo>
                  <a:lnTo>
                    <a:pt x="24744" y="63"/>
                  </a:lnTo>
                  <a:lnTo>
                    <a:pt x="122" y="2011"/>
                  </a:lnTo>
                  <a:lnTo>
                    <a:pt x="122" y="7502"/>
                  </a:lnTo>
                  <a:cubicBezTo>
                    <a:pt x="12521" y="7502"/>
                    <a:pt x="13938" y="8742"/>
                    <a:pt x="13938" y="17422"/>
                  </a:cubicBezTo>
                  <a:lnTo>
                    <a:pt x="13938" y="64894"/>
                  </a:lnTo>
                  <a:cubicBezTo>
                    <a:pt x="13938" y="72866"/>
                    <a:pt x="11990" y="72866"/>
                    <a:pt x="122" y="72866"/>
                  </a:cubicBezTo>
                  <a:lnTo>
                    <a:pt x="122" y="78357"/>
                  </a:lnTo>
                  <a:cubicBezTo>
                    <a:pt x="7030" y="78180"/>
                    <a:pt x="15356" y="77825"/>
                    <a:pt x="20315" y="77825"/>
                  </a:cubicBezTo>
                  <a:cubicBezTo>
                    <a:pt x="27401" y="77825"/>
                    <a:pt x="35726" y="77825"/>
                    <a:pt x="42812" y="78357"/>
                  </a:cubicBezTo>
                  <a:lnTo>
                    <a:pt x="42812" y="72866"/>
                  </a:lnTo>
                  <a:lnTo>
                    <a:pt x="39092" y="72866"/>
                  </a:lnTo>
                  <a:cubicBezTo>
                    <a:pt x="25984" y="72866"/>
                    <a:pt x="25629" y="70917"/>
                    <a:pt x="25629" y="64540"/>
                  </a:cubicBezTo>
                  <a:lnTo>
                    <a:pt x="25629" y="37261"/>
                  </a:lnTo>
                  <a:cubicBezTo>
                    <a:pt x="25629" y="19725"/>
                    <a:pt x="33069" y="3960"/>
                    <a:pt x="46531" y="3960"/>
                  </a:cubicBezTo>
                  <a:cubicBezTo>
                    <a:pt x="47771" y="3960"/>
                    <a:pt x="48126" y="3960"/>
                    <a:pt x="48480" y="4137"/>
                  </a:cubicBezTo>
                  <a:cubicBezTo>
                    <a:pt x="47949" y="4314"/>
                    <a:pt x="44406" y="6440"/>
                    <a:pt x="44406" y="11045"/>
                  </a:cubicBezTo>
                  <a:cubicBezTo>
                    <a:pt x="44406" y="16005"/>
                    <a:pt x="48126" y="18662"/>
                    <a:pt x="52023" y="18662"/>
                  </a:cubicBezTo>
                  <a:cubicBezTo>
                    <a:pt x="55211" y="18662"/>
                    <a:pt x="59639" y="16536"/>
                    <a:pt x="59639" y="10868"/>
                  </a:cubicBezTo>
                  <a:cubicBezTo>
                    <a:pt x="59639" y="5200"/>
                    <a:pt x="54148" y="63"/>
                    <a:pt x="46531" y="63"/>
                  </a:cubicBezTo>
                  <a:cubicBezTo>
                    <a:pt x="33601" y="63"/>
                    <a:pt x="27224" y="11931"/>
                    <a:pt x="24744" y="19548"/>
                  </a:cubicBezTo>
                  <a:close/>
                </a:path>
              </a:pathLst>
            </a:custGeom>
            <a:solidFill>
              <a:srgbClr val="000000"/>
            </a:solidFill>
            <a:ln w="17751"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6D8E42A0-D52B-FB83-D082-3D810B5FB1E5}"/>
                </a:ext>
              </a:extLst>
            </p:cNvPr>
            <p:cNvSpPr/>
            <p:nvPr>
              <p:custDataLst>
                <p:tags r:id="rId44"/>
              </p:custDataLst>
            </p:nvPr>
          </p:nvSpPr>
          <p:spPr>
            <a:xfrm>
              <a:off x="4780809" y="3576598"/>
              <a:ext cx="68551" cy="81305"/>
            </a:xfrm>
            <a:custGeom>
              <a:avLst/>
              <a:gdLst>
                <a:gd name="connsiteX0" fmla="*/ 15005 w 68551"/>
                <a:gd name="connsiteY0" fmla="*/ 34781 h 81305"/>
                <a:gd name="connsiteX1" fmla="*/ 36970 w 68551"/>
                <a:gd name="connsiteY1" fmla="*/ 3960 h 81305"/>
                <a:gd name="connsiteX2" fmla="*/ 56986 w 68551"/>
                <a:gd name="connsiteY2" fmla="*/ 34781 h 81305"/>
                <a:gd name="connsiteX3" fmla="*/ 15005 w 68551"/>
                <a:gd name="connsiteY3" fmla="*/ 34781 h 81305"/>
                <a:gd name="connsiteX4" fmla="*/ 14828 w 68551"/>
                <a:gd name="connsiteY4" fmla="*/ 38501 h 81305"/>
                <a:gd name="connsiteX5" fmla="*/ 64249 w 68551"/>
                <a:gd name="connsiteY5" fmla="*/ 38501 h 81305"/>
                <a:gd name="connsiteX6" fmla="*/ 68677 w 68551"/>
                <a:gd name="connsiteY6" fmla="*/ 34781 h 81305"/>
                <a:gd name="connsiteX7" fmla="*/ 36970 w 68551"/>
                <a:gd name="connsiteY7" fmla="*/ 63 h 81305"/>
                <a:gd name="connsiteX8" fmla="*/ 126 w 68551"/>
                <a:gd name="connsiteY8" fmla="*/ 40450 h 81305"/>
                <a:gd name="connsiteX9" fmla="*/ 39096 w 68551"/>
                <a:gd name="connsiteY9" fmla="*/ 81368 h 81305"/>
                <a:gd name="connsiteX10" fmla="*/ 68677 w 68551"/>
                <a:gd name="connsiteY10" fmla="*/ 58340 h 81305"/>
                <a:gd name="connsiteX11" fmla="*/ 66375 w 68551"/>
                <a:gd name="connsiteY11" fmla="*/ 56215 h 81305"/>
                <a:gd name="connsiteX12" fmla="*/ 64072 w 68551"/>
                <a:gd name="connsiteY12" fmla="*/ 58695 h 81305"/>
                <a:gd name="connsiteX13" fmla="*/ 40158 w 68551"/>
                <a:gd name="connsiteY13" fmla="*/ 76940 h 81305"/>
                <a:gd name="connsiteX14" fmla="*/ 20142 w 68551"/>
                <a:gd name="connsiteY14" fmla="*/ 65072 h 81305"/>
                <a:gd name="connsiteX15" fmla="*/ 14828 w 68551"/>
                <a:gd name="connsiteY15" fmla="*/ 38501 h 8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51" h="81305">
                  <a:moveTo>
                    <a:pt x="15005" y="34781"/>
                  </a:moveTo>
                  <a:cubicBezTo>
                    <a:pt x="16068" y="8388"/>
                    <a:pt x="30947" y="3960"/>
                    <a:pt x="36970" y="3960"/>
                  </a:cubicBezTo>
                  <a:cubicBezTo>
                    <a:pt x="55215" y="3960"/>
                    <a:pt x="56986" y="27873"/>
                    <a:pt x="56986" y="34781"/>
                  </a:cubicBezTo>
                  <a:lnTo>
                    <a:pt x="15005" y="34781"/>
                  </a:lnTo>
                  <a:close/>
                  <a:moveTo>
                    <a:pt x="14828" y="38501"/>
                  </a:moveTo>
                  <a:lnTo>
                    <a:pt x="64249" y="38501"/>
                  </a:lnTo>
                  <a:cubicBezTo>
                    <a:pt x="68146" y="38501"/>
                    <a:pt x="68677" y="38501"/>
                    <a:pt x="68677" y="34781"/>
                  </a:cubicBezTo>
                  <a:cubicBezTo>
                    <a:pt x="68677" y="17245"/>
                    <a:pt x="59112" y="63"/>
                    <a:pt x="36970" y="63"/>
                  </a:cubicBezTo>
                  <a:cubicBezTo>
                    <a:pt x="16422" y="63"/>
                    <a:pt x="126" y="18308"/>
                    <a:pt x="126" y="40450"/>
                  </a:cubicBezTo>
                  <a:cubicBezTo>
                    <a:pt x="126" y="64186"/>
                    <a:pt x="18725" y="81368"/>
                    <a:pt x="39096" y="81368"/>
                  </a:cubicBezTo>
                  <a:cubicBezTo>
                    <a:pt x="60706" y="81368"/>
                    <a:pt x="68677" y="61706"/>
                    <a:pt x="68677" y="58340"/>
                  </a:cubicBezTo>
                  <a:cubicBezTo>
                    <a:pt x="68677" y="56569"/>
                    <a:pt x="67260" y="56215"/>
                    <a:pt x="66375" y="56215"/>
                  </a:cubicBezTo>
                  <a:cubicBezTo>
                    <a:pt x="64780" y="56215"/>
                    <a:pt x="64426" y="57278"/>
                    <a:pt x="64072" y="58695"/>
                  </a:cubicBezTo>
                  <a:cubicBezTo>
                    <a:pt x="57872" y="76940"/>
                    <a:pt x="41930" y="76940"/>
                    <a:pt x="40158" y="76940"/>
                  </a:cubicBezTo>
                  <a:cubicBezTo>
                    <a:pt x="31302" y="76940"/>
                    <a:pt x="24216" y="71626"/>
                    <a:pt x="20142" y="65072"/>
                  </a:cubicBezTo>
                  <a:cubicBezTo>
                    <a:pt x="14828" y="56569"/>
                    <a:pt x="14828" y="44878"/>
                    <a:pt x="14828" y="38501"/>
                  </a:cubicBezTo>
                  <a:close/>
                </a:path>
              </a:pathLst>
            </a:custGeom>
            <a:solidFill>
              <a:srgbClr val="000000"/>
            </a:solidFill>
            <a:ln w="17751"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FBA26116-D400-D782-B705-A9A6409779A3}"/>
                </a:ext>
              </a:extLst>
            </p:cNvPr>
            <p:cNvSpPr/>
            <p:nvPr>
              <p:custDataLst>
                <p:tags r:id="rId45"/>
              </p:custDataLst>
            </p:nvPr>
          </p:nvSpPr>
          <p:spPr>
            <a:xfrm>
              <a:off x="4859536" y="3576598"/>
              <a:ext cx="68551" cy="81305"/>
            </a:xfrm>
            <a:custGeom>
              <a:avLst/>
              <a:gdLst>
                <a:gd name="connsiteX0" fmla="*/ 15010 w 68551"/>
                <a:gd name="connsiteY0" fmla="*/ 34781 h 81305"/>
                <a:gd name="connsiteX1" fmla="*/ 36974 w 68551"/>
                <a:gd name="connsiteY1" fmla="*/ 3960 h 81305"/>
                <a:gd name="connsiteX2" fmla="*/ 56991 w 68551"/>
                <a:gd name="connsiteY2" fmla="*/ 34781 h 81305"/>
                <a:gd name="connsiteX3" fmla="*/ 15010 w 68551"/>
                <a:gd name="connsiteY3" fmla="*/ 34781 h 81305"/>
                <a:gd name="connsiteX4" fmla="*/ 14832 w 68551"/>
                <a:gd name="connsiteY4" fmla="*/ 38501 h 81305"/>
                <a:gd name="connsiteX5" fmla="*/ 64253 w 68551"/>
                <a:gd name="connsiteY5" fmla="*/ 38501 h 81305"/>
                <a:gd name="connsiteX6" fmla="*/ 68682 w 68551"/>
                <a:gd name="connsiteY6" fmla="*/ 34781 h 81305"/>
                <a:gd name="connsiteX7" fmla="*/ 36974 w 68551"/>
                <a:gd name="connsiteY7" fmla="*/ 63 h 81305"/>
                <a:gd name="connsiteX8" fmla="*/ 130 w 68551"/>
                <a:gd name="connsiteY8" fmla="*/ 40450 h 81305"/>
                <a:gd name="connsiteX9" fmla="*/ 39100 w 68551"/>
                <a:gd name="connsiteY9" fmla="*/ 81368 h 81305"/>
                <a:gd name="connsiteX10" fmla="*/ 68682 w 68551"/>
                <a:gd name="connsiteY10" fmla="*/ 58340 h 81305"/>
                <a:gd name="connsiteX11" fmla="*/ 66379 w 68551"/>
                <a:gd name="connsiteY11" fmla="*/ 56215 h 81305"/>
                <a:gd name="connsiteX12" fmla="*/ 64076 w 68551"/>
                <a:gd name="connsiteY12" fmla="*/ 58695 h 81305"/>
                <a:gd name="connsiteX13" fmla="*/ 40163 w 68551"/>
                <a:gd name="connsiteY13" fmla="*/ 76940 h 81305"/>
                <a:gd name="connsiteX14" fmla="*/ 20147 w 68551"/>
                <a:gd name="connsiteY14" fmla="*/ 65072 h 81305"/>
                <a:gd name="connsiteX15" fmla="*/ 14832 w 68551"/>
                <a:gd name="connsiteY15" fmla="*/ 38501 h 8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51" h="81305">
                  <a:moveTo>
                    <a:pt x="15010" y="34781"/>
                  </a:moveTo>
                  <a:cubicBezTo>
                    <a:pt x="16072" y="8388"/>
                    <a:pt x="30952" y="3960"/>
                    <a:pt x="36974" y="3960"/>
                  </a:cubicBezTo>
                  <a:cubicBezTo>
                    <a:pt x="55219" y="3960"/>
                    <a:pt x="56991" y="27873"/>
                    <a:pt x="56991" y="34781"/>
                  </a:cubicBezTo>
                  <a:lnTo>
                    <a:pt x="15010" y="34781"/>
                  </a:lnTo>
                  <a:close/>
                  <a:moveTo>
                    <a:pt x="14832" y="38501"/>
                  </a:moveTo>
                  <a:lnTo>
                    <a:pt x="64253" y="38501"/>
                  </a:lnTo>
                  <a:cubicBezTo>
                    <a:pt x="68150" y="38501"/>
                    <a:pt x="68682" y="38501"/>
                    <a:pt x="68682" y="34781"/>
                  </a:cubicBezTo>
                  <a:cubicBezTo>
                    <a:pt x="68682" y="17245"/>
                    <a:pt x="59116" y="63"/>
                    <a:pt x="36974" y="63"/>
                  </a:cubicBezTo>
                  <a:cubicBezTo>
                    <a:pt x="16427" y="63"/>
                    <a:pt x="130" y="18308"/>
                    <a:pt x="130" y="40450"/>
                  </a:cubicBezTo>
                  <a:cubicBezTo>
                    <a:pt x="130" y="64186"/>
                    <a:pt x="18729" y="81368"/>
                    <a:pt x="39100" y="81368"/>
                  </a:cubicBezTo>
                  <a:cubicBezTo>
                    <a:pt x="60711" y="81368"/>
                    <a:pt x="68682" y="61706"/>
                    <a:pt x="68682" y="58340"/>
                  </a:cubicBezTo>
                  <a:cubicBezTo>
                    <a:pt x="68682" y="56569"/>
                    <a:pt x="67265" y="56215"/>
                    <a:pt x="66379" y="56215"/>
                  </a:cubicBezTo>
                  <a:cubicBezTo>
                    <a:pt x="64785" y="56215"/>
                    <a:pt x="64430" y="57278"/>
                    <a:pt x="64076" y="58695"/>
                  </a:cubicBezTo>
                  <a:cubicBezTo>
                    <a:pt x="57876" y="76940"/>
                    <a:pt x="41934" y="76940"/>
                    <a:pt x="40163" y="76940"/>
                  </a:cubicBezTo>
                  <a:cubicBezTo>
                    <a:pt x="31306" y="76940"/>
                    <a:pt x="24221" y="71626"/>
                    <a:pt x="20147" y="65072"/>
                  </a:cubicBezTo>
                  <a:cubicBezTo>
                    <a:pt x="14832" y="56569"/>
                    <a:pt x="14832" y="44878"/>
                    <a:pt x="14832" y="38501"/>
                  </a:cubicBezTo>
                  <a:close/>
                </a:path>
              </a:pathLst>
            </a:custGeom>
            <a:solidFill>
              <a:srgbClr val="000000"/>
            </a:solidFill>
            <a:ln w="17751"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C9FCBA91-90C6-BAB4-7921-AD80E045B339}"/>
                </a:ext>
              </a:extLst>
            </p:cNvPr>
            <p:cNvSpPr/>
            <p:nvPr>
              <p:custDataLst>
                <p:tags r:id="rId46"/>
              </p:custDataLst>
            </p:nvPr>
          </p:nvSpPr>
          <p:spPr>
            <a:xfrm>
              <a:off x="5013251" y="3523103"/>
              <a:ext cx="24267" cy="177135"/>
            </a:xfrm>
            <a:custGeom>
              <a:avLst/>
              <a:gdLst>
                <a:gd name="connsiteX0" fmla="*/ 24406 w 24267"/>
                <a:gd name="connsiteY0" fmla="*/ 177199 h 177135"/>
                <a:gd name="connsiteX1" fmla="*/ 24406 w 24267"/>
                <a:gd name="connsiteY1" fmla="*/ 170113 h 177135"/>
                <a:gd name="connsiteX2" fmla="*/ 7223 w 24267"/>
                <a:gd name="connsiteY2" fmla="*/ 170113 h 177135"/>
                <a:gd name="connsiteX3" fmla="*/ 7223 w 24267"/>
                <a:gd name="connsiteY3" fmla="*/ 7148 h 177135"/>
                <a:gd name="connsiteX4" fmla="*/ 24406 w 24267"/>
                <a:gd name="connsiteY4" fmla="*/ 7148 h 177135"/>
                <a:gd name="connsiteX5" fmla="*/ 24406 w 24267"/>
                <a:gd name="connsiteY5" fmla="*/ 63 h 177135"/>
                <a:gd name="connsiteX6" fmla="*/ 138 w 24267"/>
                <a:gd name="connsiteY6" fmla="*/ 63 h 177135"/>
                <a:gd name="connsiteX7" fmla="*/ 138 w 24267"/>
                <a:gd name="connsiteY7" fmla="*/ 177199 h 177135"/>
                <a:gd name="connsiteX8" fmla="*/ 24406 w 24267"/>
                <a:gd name="connsiteY8" fmla="*/ 177199 h 17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67" h="177135">
                  <a:moveTo>
                    <a:pt x="24406" y="177199"/>
                  </a:moveTo>
                  <a:lnTo>
                    <a:pt x="24406" y="170113"/>
                  </a:lnTo>
                  <a:lnTo>
                    <a:pt x="7223" y="170113"/>
                  </a:lnTo>
                  <a:lnTo>
                    <a:pt x="7223" y="7148"/>
                  </a:lnTo>
                  <a:lnTo>
                    <a:pt x="24406" y="7148"/>
                  </a:lnTo>
                  <a:lnTo>
                    <a:pt x="24406" y="63"/>
                  </a:lnTo>
                  <a:lnTo>
                    <a:pt x="138" y="63"/>
                  </a:lnTo>
                  <a:lnTo>
                    <a:pt x="138" y="177199"/>
                  </a:lnTo>
                  <a:lnTo>
                    <a:pt x="24406" y="177199"/>
                  </a:lnTo>
                  <a:close/>
                </a:path>
              </a:pathLst>
            </a:custGeom>
            <a:solidFill>
              <a:srgbClr val="000000"/>
            </a:solidFill>
            <a:ln w="17751"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FDE09E0A-0CA5-F44A-293C-C133D8133738}"/>
                </a:ext>
              </a:extLst>
            </p:cNvPr>
            <p:cNvSpPr/>
            <p:nvPr>
              <p:custDataLst>
                <p:tags r:id="rId47"/>
              </p:custDataLst>
            </p:nvPr>
          </p:nvSpPr>
          <p:spPr>
            <a:xfrm>
              <a:off x="5047576" y="3533022"/>
              <a:ext cx="87327" cy="124880"/>
            </a:xfrm>
            <a:custGeom>
              <a:avLst/>
              <a:gdLst>
                <a:gd name="connsiteX0" fmla="*/ 61430 w 87327"/>
                <a:gd name="connsiteY0" fmla="*/ 113253 h 124880"/>
                <a:gd name="connsiteX1" fmla="*/ 61430 w 87327"/>
                <a:gd name="connsiteY1" fmla="*/ 124943 h 124880"/>
                <a:gd name="connsiteX2" fmla="*/ 87469 w 87327"/>
                <a:gd name="connsiteY2" fmla="*/ 122995 h 124880"/>
                <a:gd name="connsiteX3" fmla="*/ 87469 w 87327"/>
                <a:gd name="connsiteY3" fmla="*/ 117504 h 124880"/>
                <a:gd name="connsiteX4" fmla="*/ 73652 w 87327"/>
                <a:gd name="connsiteY4" fmla="*/ 107584 h 124880"/>
                <a:gd name="connsiteX5" fmla="*/ 73652 w 87327"/>
                <a:gd name="connsiteY5" fmla="*/ 63 h 124880"/>
                <a:gd name="connsiteX6" fmla="*/ 48144 w 87327"/>
                <a:gd name="connsiteY6" fmla="*/ 2011 h 124880"/>
                <a:gd name="connsiteX7" fmla="*/ 48144 w 87327"/>
                <a:gd name="connsiteY7" fmla="*/ 7502 h 124880"/>
                <a:gd name="connsiteX8" fmla="*/ 61961 w 87327"/>
                <a:gd name="connsiteY8" fmla="*/ 17422 h 124880"/>
                <a:gd name="connsiteX9" fmla="*/ 61961 w 87327"/>
                <a:gd name="connsiteY9" fmla="*/ 55683 h 124880"/>
                <a:gd name="connsiteX10" fmla="*/ 39642 w 87327"/>
                <a:gd name="connsiteY10" fmla="*/ 44701 h 124880"/>
                <a:gd name="connsiteX11" fmla="*/ 141 w 87327"/>
                <a:gd name="connsiteY11" fmla="*/ 84911 h 124880"/>
                <a:gd name="connsiteX12" fmla="*/ 37693 w 87327"/>
                <a:gd name="connsiteY12" fmla="*/ 124943 h 124880"/>
                <a:gd name="connsiteX13" fmla="*/ 61430 w 87327"/>
                <a:gd name="connsiteY13" fmla="*/ 113253 h 124880"/>
                <a:gd name="connsiteX14" fmla="*/ 61430 w 87327"/>
                <a:gd name="connsiteY14" fmla="*/ 65780 h 124880"/>
                <a:gd name="connsiteX15" fmla="*/ 61430 w 87327"/>
                <a:gd name="connsiteY15" fmla="*/ 102093 h 124880"/>
                <a:gd name="connsiteX16" fmla="*/ 59481 w 87327"/>
                <a:gd name="connsiteY16" fmla="*/ 108647 h 124880"/>
                <a:gd name="connsiteX17" fmla="*/ 38579 w 87327"/>
                <a:gd name="connsiteY17" fmla="*/ 121046 h 124880"/>
                <a:gd name="connsiteX18" fmla="*/ 19980 w 87327"/>
                <a:gd name="connsiteY18" fmla="*/ 109710 h 124880"/>
                <a:gd name="connsiteX19" fmla="*/ 14843 w 87327"/>
                <a:gd name="connsiteY19" fmla="*/ 85088 h 124880"/>
                <a:gd name="connsiteX20" fmla="*/ 20334 w 87327"/>
                <a:gd name="connsiteY20" fmla="*/ 59935 h 124880"/>
                <a:gd name="connsiteX21" fmla="*/ 40351 w 87327"/>
                <a:gd name="connsiteY21" fmla="*/ 48598 h 124880"/>
                <a:gd name="connsiteX22" fmla="*/ 59481 w 87327"/>
                <a:gd name="connsiteY22" fmla="*/ 59226 h 124880"/>
                <a:gd name="connsiteX23" fmla="*/ 61430 w 87327"/>
                <a:gd name="connsiteY23" fmla="*/ 65780 h 12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7327" h="124880">
                  <a:moveTo>
                    <a:pt x="61430" y="113253"/>
                  </a:moveTo>
                  <a:lnTo>
                    <a:pt x="61430" y="124943"/>
                  </a:lnTo>
                  <a:lnTo>
                    <a:pt x="87469" y="122995"/>
                  </a:lnTo>
                  <a:lnTo>
                    <a:pt x="87469" y="117504"/>
                  </a:lnTo>
                  <a:cubicBezTo>
                    <a:pt x="75069" y="117504"/>
                    <a:pt x="73652" y="116264"/>
                    <a:pt x="73652" y="107584"/>
                  </a:cubicBezTo>
                  <a:lnTo>
                    <a:pt x="73652" y="63"/>
                  </a:lnTo>
                  <a:lnTo>
                    <a:pt x="48144" y="2011"/>
                  </a:lnTo>
                  <a:lnTo>
                    <a:pt x="48144" y="7502"/>
                  </a:lnTo>
                  <a:cubicBezTo>
                    <a:pt x="60544" y="7502"/>
                    <a:pt x="61961" y="8742"/>
                    <a:pt x="61961" y="17422"/>
                  </a:cubicBezTo>
                  <a:lnTo>
                    <a:pt x="61961" y="55683"/>
                  </a:lnTo>
                  <a:cubicBezTo>
                    <a:pt x="56824" y="49307"/>
                    <a:pt x="49207" y="44701"/>
                    <a:pt x="39642" y="44701"/>
                  </a:cubicBezTo>
                  <a:cubicBezTo>
                    <a:pt x="18740" y="44701"/>
                    <a:pt x="141" y="62060"/>
                    <a:pt x="141" y="84911"/>
                  </a:cubicBezTo>
                  <a:cubicBezTo>
                    <a:pt x="141" y="107407"/>
                    <a:pt x="17500" y="124943"/>
                    <a:pt x="37693" y="124943"/>
                  </a:cubicBezTo>
                  <a:cubicBezTo>
                    <a:pt x="49030" y="124943"/>
                    <a:pt x="57001" y="118921"/>
                    <a:pt x="61430" y="113253"/>
                  </a:cubicBezTo>
                  <a:close/>
                  <a:moveTo>
                    <a:pt x="61430" y="65780"/>
                  </a:moveTo>
                  <a:lnTo>
                    <a:pt x="61430" y="102093"/>
                  </a:lnTo>
                  <a:cubicBezTo>
                    <a:pt x="61430" y="105281"/>
                    <a:pt x="61430" y="105636"/>
                    <a:pt x="59481" y="108647"/>
                  </a:cubicBezTo>
                  <a:cubicBezTo>
                    <a:pt x="54167" y="117149"/>
                    <a:pt x="46196" y="121046"/>
                    <a:pt x="38579" y="121046"/>
                  </a:cubicBezTo>
                  <a:cubicBezTo>
                    <a:pt x="30608" y="121046"/>
                    <a:pt x="24231" y="116441"/>
                    <a:pt x="19980" y="109710"/>
                  </a:cubicBezTo>
                  <a:cubicBezTo>
                    <a:pt x="15374" y="102447"/>
                    <a:pt x="14843" y="92350"/>
                    <a:pt x="14843" y="85088"/>
                  </a:cubicBezTo>
                  <a:cubicBezTo>
                    <a:pt x="14843" y="78534"/>
                    <a:pt x="15197" y="67906"/>
                    <a:pt x="20334" y="59935"/>
                  </a:cubicBezTo>
                  <a:cubicBezTo>
                    <a:pt x="24054" y="54443"/>
                    <a:pt x="30785" y="48598"/>
                    <a:pt x="40351" y="48598"/>
                  </a:cubicBezTo>
                  <a:cubicBezTo>
                    <a:pt x="46550" y="48598"/>
                    <a:pt x="53990" y="51255"/>
                    <a:pt x="59481" y="59226"/>
                  </a:cubicBezTo>
                  <a:cubicBezTo>
                    <a:pt x="61430" y="62237"/>
                    <a:pt x="61430" y="62592"/>
                    <a:pt x="61430" y="65780"/>
                  </a:cubicBezTo>
                  <a:close/>
                </a:path>
              </a:pathLst>
            </a:custGeom>
            <a:solidFill>
              <a:srgbClr val="000000"/>
            </a:solidFill>
            <a:ln w="17751"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667B60D9-49CF-7FD6-D921-137D896DCCB8}"/>
                </a:ext>
              </a:extLst>
            </p:cNvPr>
            <p:cNvSpPr/>
            <p:nvPr>
              <p:custDataLst>
                <p:tags r:id="rId48"/>
              </p:custDataLst>
            </p:nvPr>
          </p:nvSpPr>
          <p:spPr>
            <a:xfrm>
              <a:off x="5144922" y="3576598"/>
              <a:ext cx="68551" cy="81305"/>
            </a:xfrm>
            <a:custGeom>
              <a:avLst/>
              <a:gdLst>
                <a:gd name="connsiteX0" fmla="*/ 15026 w 68551"/>
                <a:gd name="connsiteY0" fmla="*/ 34781 h 81305"/>
                <a:gd name="connsiteX1" fmla="*/ 36990 w 68551"/>
                <a:gd name="connsiteY1" fmla="*/ 3960 h 81305"/>
                <a:gd name="connsiteX2" fmla="*/ 57007 w 68551"/>
                <a:gd name="connsiteY2" fmla="*/ 34781 h 81305"/>
                <a:gd name="connsiteX3" fmla="*/ 15026 w 68551"/>
                <a:gd name="connsiteY3" fmla="*/ 34781 h 81305"/>
                <a:gd name="connsiteX4" fmla="*/ 14848 w 68551"/>
                <a:gd name="connsiteY4" fmla="*/ 38501 h 81305"/>
                <a:gd name="connsiteX5" fmla="*/ 64269 w 68551"/>
                <a:gd name="connsiteY5" fmla="*/ 38501 h 81305"/>
                <a:gd name="connsiteX6" fmla="*/ 68698 w 68551"/>
                <a:gd name="connsiteY6" fmla="*/ 34781 h 81305"/>
                <a:gd name="connsiteX7" fmla="*/ 36990 w 68551"/>
                <a:gd name="connsiteY7" fmla="*/ 63 h 81305"/>
                <a:gd name="connsiteX8" fmla="*/ 146 w 68551"/>
                <a:gd name="connsiteY8" fmla="*/ 40450 h 81305"/>
                <a:gd name="connsiteX9" fmla="*/ 39116 w 68551"/>
                <a:gd name="connsiteY9" fmla="*/ 81368 h 81305"/>
                <a:gd name="connsiteX10" fmla="*/ 68698 w 68551"/>
                <a:gd name="connsiteY10" fmla="*/ 58340 h 81305"/>
                <a:gd name="connsiteX11" fmla="*/ 66395 w 68551"/>
                <a:gd name="connsiteY11" fmla="*/ 56215 h 81305"/>
                <a:gd name="connsiteX12" fmla="*/ 64092 w 68551"/>
                <a:gd name="connsiteY12" fmla="*/ 58695 h 81305"/>
                <a:gd name="connsiteX13" fmla="*/ 40179 w 68551"/>
                <a:gd name="connsiteY13" fmla="*/ 76940 h 81305"/>
                <a:gd name="connsiteX14" fmla="*/ 20163 w 68551"/>
                <a:gd name="connsiteY14" fmla="*/ 65072 h 81305"/>
                <a:gd name="connsiteX15" fmla="*/ 14848 w 68551"/>
                <a:gd name="connsiteY15" fmla="*/ 38501 h 8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51" h="81305">
                  <a:moveTo>
                    <a:pt x="15026" y="34781"/>
                  </a:moveTo>
                  <a:cubicBezTo>
                    <a:pt x="16088" y="8388"/>
                    <a:pt x="30968" y="3960"/>
                    <a:pt x="36990" y="3960"/>
                  </a:cubicBezTo>
                  <a:cubicBezTo>
                    <a:pt x="55235" y="3960"/>
                    <a:pt x="57007" y="27873"/>
                    <a:pt x="57007" y="34781"/>
                  </a:cubicBezTo>
                  <a:lnTo>
                    <a:pt x="15026" y="34781"/>
                  </a:lnTo>
                  <a:close/>
                  <a:moveTo>
                    <a:pt x="14848" y="38501"/>
                  </a:moveTo>
                  <a:lnTo>
                    <a:pt x="64269" y="38501"/>
                  </a:lnTo>
                  <a:cubicBezTo>
                    <a:pt x="68166" y="38501"/>
                    <a:pt x="68698" y="38501"/>
                    <a:pt x="68698" y="34781"/>
                  </a:cubicBezTo>
                  <a:cubicBezTo>
                    <a:pt x="68698" y="17245"/>
                    <a:pt x="59132" y="63"/>
                    <a:pt x="36990" y="63"/>
                  </a:cubicBezTo>
                  <a:cubicBezTo>
                    <a:pt x="16443" y="63"/>
                    <a:pt x="146" y="18308"/>
                    <a:pt x="146" y="40450"/>
                  </a:cubicBezTo>
                  <a:cubicBezTo>
                    <a:pt x="146" y="64186"/>
                    <a:pt x="18745" y="81368"/>
                    <a:pt x="39116" y="81368"/>
                  </a:cubicBezTo>
                  <a:cubicBezTo>
                    <a:pt x="60727" y="81368"/>
                    <a:pt x="68698" y="61706"/>
                    <a:pt x="68698" y="58340"/>
                  </a:cubicBezTo>
                  <a:cubicBezTo>
                    <a:pt x="68698" y="56569"/>
                    <a:pt x="67281" y="56215"/>
                    <a:pt x="66395" y="56215"/>
                  </a:cubicBezTo>
                  <a:cubicBezTo>
                    <a:pt x="64801" y="56215"/>
                    <a:pt x="64446" y="57278"/>
                    <a:pt x="64092" y="58695"/>
                  </a:cubicBezTo>
                  <a:cubicBezTo>
                    <a:pt x="57892" y="76940"/>
                    <a:pt x="41950" y="76940"/>
                    <a:pt x="40179" y="76940"/>
                  </a:cubicBezTo>
                  <a:cubicBezTo>
                    <a:pt x="31322" y="76940"/>
                    <a:pt x="24237" y="71626"/>
                    <a:pt x="20163" y="65072"/>
                  </a:cubicBezTo>
                  <a:cubicBezTo>
                    <a:pt x="14848" y="56569"/>
                    <a:pt x="14848" y="44878"/>
                    <a:pt x="14848" y="38501"/>
                  </a:cubicBezTo>
                  <a:close/>
                </a:path>
              </a:pathLst>
            </a:custGeom>
            <a:solidFill>
              <a:srgbClr val="000000"/>
            </a:solidFill>
            <a:ln w="17751"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DD5E0B-6561-293E-A195-9D97EA9DEEB1}"/>
                </a:ext>
              </a:extLst>
            </p:cNvPr>
            <p:cNvSpPr/>
            <p:nvPr>
              <p:custDataLst>
                <p:tags r:id="rId49"/>
              </p:custDataLst>
            </p:nvPr>
          </p:nvSpPr>
          <p:spPr>
            <a:xfrm>
              <a:off x="5223649" y="3577661"/>
              <a:ext cx="87327" cy="112658"/>
            </a:xfrm>
            <a:custGeom>
              <a:avLst/>
              <a:gdLst>
                <a:gd name="connsiteX0" fmla="*/ 25658 w 87327"/>
                <a:gd name="connsiteY0" fmla="*/ 11754 h 112658"/>
                <a:gd name="connsiteX1" fmla="*/ 25658 w 87327"/>
                <a:gd name="connsiteY1" fmla="*/ 63 h 112658"/>
                <a:gd name="connsiteX2" fmla="*/ 151 w 87327"/>
                <a:gd name="connsiteY2" fmla="*/ 2011 h 112658"/>
                <a:gd name="connsiteX3" fmla="*/ 151 w 87327"/>
                <a:gd name="connsiteY3" fmla="*/ 7502 h 112658"/>
                <a:gd name="connsiteX4" fmla="*/ 13967 w 87327"/>
                <a:gd name="connsiteY4" fmla="*/ 16359 h 112658"/>
                <a:gd name="connsiteX5" fmla="*/ 13967 w 87327"/>
                <a:gd name="connsiteY5" fmla="*/ 99259 h 112658"/>
                <a:gd name="connsiteX6" fmla="*/ 151 w 87327"/>
                <a:gd name="connsiteY6" fmla="*/ 107230 h 112658"/>
                <a:gd name="connsiteX7" fmla="*/ 151 w 87327"/>
                <a:gd name="connsiteY7" fmla="*/ 112721 h 112658"/>
                <a:gd name="connsiteX8" fmla="*/ 19990 w 87327"/>
                <a:gd name="connsiteY8" fmla="*/ 112190 h 112658"/>
                <a:gd name="connsiteX9" fmla="*/ 40006 w 87327"/>
                <a:gd name="connsiteY9" fmla="*/ 112721 h 112658"/>
                <a:gd name="connsiteX10" fmla="*/ 40006 w 87327"/>
                <a:gd name="connsiteY10" fmla="*/ 107230 h 112658"/>
                <a:gd name="connsiteX11" fmla="*/ 26190 w 87327"/>
                <a:gd name="connsiteY11" fmla="*/ 99259 h 112658"/>
                <a:gd name="connsiteX12" fmla="*/ 26190 w 87327"/>
                <a:gd name="connsiteY12" fmla="*/ 69500 h 112658"/>
                <a:gd name="connsiteX13" fmla="*/ 26190 w 87327"/>
                <a:gd name="connsiteY13" fmla="*/ 67906 h 112658"/>
                <a:gd name="connsiteX14" fmla="*/ 47977 w 87327"/>
                <a:gd name="connsiteY14" fmla="*/ 80305 h 112658"/>
                <a:gd name="connsiteX15" fmla="*/ 87479 w 87327"/>
                <a:gd name="connsiteY15" fmla="*/ 40095 h 112658"/>
                <a:gd name="connsiteX16" fmla="*/ 50457 w 87327"/>
                <a:gd name="connsiteY16" fmla="*/ 63 h 112658"/>
                <a:gd name="connsiteX17" fmla="*/ 25658 w 87327"/>
                <a:gd name="connsiteY17" fmla="*/ 11754 h 112658"/>
                <a:gd name="connsiteX18" fmla="*/ 26190 w 87327"/>
                <a:gd name="connsiteY18" fmla="*/ 58163 h 112658"/>
                <a:gd name="connsiteX19" fmla="*/ 26190 w 87327"/>
                <a:gd name="connsiteY19" fmla="*/ 18662 h 112658"/>
                <a:gd name="connsiteX20" fmla="*/ 49040 w 87327"/>
                <a:gd name="connsiteY20" fmla="*/ 4491 h 112658"/>
                <a:gd name="connsiteX21" fmla="*/ 72776 w 87327"/>
                <a:gd name="connsiteY21" fmla="*/ 40095 h 112658"/>
                <a:gd name="connsiteX22" fmla="*/ 47269 w 87327"/>
                <a:gd name="connsiteY22" fmla="*/ 76408 h 112658"/>
                <a:gd name="connsiteX23" fmla="*/ 28670 w 87327"/>
                <a:gd name="connsiteY23" fmla="*/ 65603 h 112658"/>
                <a:gd name="connsiteX24" fmla="*/ 26190 w 87327"/>
                <a:gd name="connsiteY24" fmla="*/ 58163 h 112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7327" h="112658">
                  <a:moveTo>
                    <a:pt x="25658" y="11754"/>
                  </a:moveTo>
                  <a:lnTo>
                    <a:pt x="25658" y="63"/>
                  </a:lnTo>
                  <a:lnTo>
                    <a:pt x="151" y="2011"/>
                  </a:lnTo>
                  <a:lnTo>
                    <a:pt x="151" y="7502"/>
                  </a:lnTo>
                  <a:cubicBezTo>
                    <a:pt x="12727" y="7502"/>
                    <a:pt x="13967" y="8565"/>
                    <a:pt x="13967" y="16359"/>
                  </a:cubicBezTo>
                  <a:lnTo>
                    <a:pt x="13967" y="99259"/>
                  </a:lnTo>
                  <a:cubicBezTo>
                    <a:pt x="13967" y="107230"/>
                    <a:pt x="12019" y="107230"/>
                    <a:pt x="151" y="107230"/>
                  </a:cubicBezTo>
                  <a:lnTo>
                    <a:pt x="151" y="112721"/>
                  </a:lnTo>
                  <a:cubicBezTo>
                    <a:pt x="6173" y="112544"/>
                    <a:pt x="15384" y="112190"/>
                    <a:pt x="19990" y="112190"/>
                  </a:cubicBezTo>
                  <a:cubicBezTo>
                    <a:pt x="24773" y="112190"/>
                    <a:pt x="33806" y="112544"/>
                    <a:pt x="40006" y="112721"/>
                  </a:cubicBezTo>
                  <a:lnTo>
                    <a:pt x="40006" y="107230"/>
                  </a:lnTo>
                  <a:cubicBezTo>
                    <a:pt x="28138" y="107230"/>
                    <a:pt x="26190" y="107230"/>
                    <a:pt x="26190" y="99259"/>
                  </a:cubicBezTo>
                  <a:lnTo>
                    <a:pt x="26190" y="69500"/>
                  </a:lnTo>
                  <a:lnTo>
                    <a:pt x="26190" y="67906"/>
                  </a:lnTo>
                  <a:cubicBezTo>
                    <a:pt x="27075" y="70740"/>
                    <a:pt x="34515" y="80305"/>
                    <a:pt x="47977" y="80305"/>
                  </a:cubicBezTo>
                  <a:cubicBezTo>
                    <a:pt x="69056" y="80305"/>
                    <a:pt x="87479" y="62946"/>
                    <a:pt x="87479" y="40095"/>
                  </a:cubicBezTo>
                  <a:cubicBezTo>
                    <a:pt x="87479" y="17599"/>
                    <a:pt x="70296" y="63"/>
                    <a:pt x="50457" y="63"/>
                  </a:cubicBezTo>
                  <a:cubicBezTo>
                    <a:pt x="36641" y="63"/>
                    <a:pt x="29201" y="7857"/>
                    <a:pt x="25658" y="11754"/>
                  </a:cubicBezTo>
                  <a:close/>
                  <a:moveTo>
                    <a:pt x="26190" y="58163"/>
                  </a:moveTo>
                  <a:lnTo>
                    <a:pt x="26190" y="18662"/>
                  </a:lnTo>
                  <a:cubicBezTo>
                    <a:pt x="31327" y="9628"/>
                    <a:pt x="40006" y="4491"/>
                    <a:pt x="49040" y="4491"/>
                  </a:cubicBezTo>
                  <a:cubicBezTo>
                    <a:pt x="61971" y="4491"/>
                    <a:pt x="72776" y="20079"/>
                    <a:pt x="72776" y="40095"/>
                  </a:cubicBezTo>
                  <a:cubicBezTo>
                    <a:pt x="72776" y="61529"/>
                    <a:pt x="60377" y="76408"/>
                    <a:pt x="47269" y="76408"/>
                  </a:cubicBezTo>
                  <a:cubicBezTo>
                    <a:pt x="40183" y="76408"/>
                    <a:pt x="33452" y="72866"/>
                    <a:pt x="28670" y="65603"/>
                  </a:cubicBezTo>
                  <a:cubicBezTo>
                    <a:pt x="26190" y="61883"/>
                    <a:pt x="26190" y="61706"/>
                    <a:pt x="26190" y="58163"/>
                  </a:cubicBezTo>
                  <a:close/>
                </a:path>
              </a:pathLst>
            </a:custGeom>
            <a:solidFill>
              <a:srgbClr val="000000"/>
            </a:solidFill>
            <a:ln w="17751"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4E4473F0-3111-A734-FD50-2F6B92230257}"/>
                </a:ext>
              </a:extLst>
            </p:cNvPr>
            <p:cNvSpPr/>
            <p:nvPr>
              <p:custDataLst>
                <p:tags r:id="rId50"/>
              </p:custDataLst>
            </p:nvPr>
          </p:nvSpPr>
          <p:spPr>
            <a:xfrm>
              <a:off x="5320464" y="3547016"/>
              <a:ext cx="55443" cy="110886"/>
            </a:xfrm>
            <a:custGeom>
              <a:avLst/>
              <a:gdLst>
                <a:gd name="connsiteX0" fmla="*/ 27435 w 55443"/>
                <a:gd name="connsiteY0" fmla="*/ 38147 h 110886"/>
                <a:gd name="connsiteX1" fmla="*/ 52766 w 55443"/>
                <a:gd name="connsiteY1" fmla="*/ 38147 h 110886"/>
                <a:gd name="connsiteX2" fmla="*/ 52766 w 55443"/>
                <a:gd name="connsiteY2" fmla="*/ 32656 h 110886"/>
                <a:gd name="connsiteX3" fmla="*/ 27435 w 55443"/>
                <a:gd name="connsiteY3" fmla="*/ 32656 h 110886"/>
                <a:gd name="connsiteX4" fmla="*/ 27435 w 55443"/>
                <a:gd name="connsiteY4" fmla="*/ 63 h 110886"/>
                <a:gd name="connsiteX5" fmla="*/ 23007 w 55443"/>
                <a:gd name="connsiteY5" fmla="*/ 63 h 110886"/>
                <a:gd name="connsiteX6" fmla="*/ 156 w 55443"/>
                <a:gd name="connsiteY6" fmla="*/ 34250 h 110886"/>
                <a:gd name="connsiteX7" fmla="*/ 156 w 55443"/>
                <a:gd name="connsiteY7" fmla="*/ 38147 h 110886"/>
                <a:gd name="connsiteX8" fmla="*/ 15213 w 55443"/>
                <a:gd name="connsiteY8" fmla="*/ 38147 h 110886"/>
                <a:gd name="connsiteX9" fmla="*/ 15213 w 55443"/>
                <a:gd name="connsiteY9" fmla="*/ 87036 h 110886"/>
                <a:gd name="connsiteX10" fmla="*/ 38063 w 55443"/>
                <a:gd name="connsiteY10" fmla="*/ 110950 h 110886"/>
                <a:gd name="connsiteX11" fmla="*/ 55600 w 55443"/>
                <a:gd name="connsiteY11" fmla="*/ 87036 h 110886"/>
                <a:gd name="connsiteX12" fmla="*/ 55600 w 55443"/>
                <a:gd name="connsiteY12" fmla="*/ 76940 h 110886"/>
                <a:gd name="connsiteX13" fmla="*/ 51171 w 55443"/>
                <a:gd name="connsiteY13" fmla="*/ 76940 h 110886"/>
                <a:gd name="connsiteX14" fmla="*/ 51171 w 55443"/>
                <a:gd name="connsiteY14" fmla="*/ 86682 h 110886"/>
                <a:gd name="connsiteX15" fmla="*/ 39303 w 55443"/>
                <a:gd name="connsiteY15" fmla="*/ 106521 h 110886"/>
                <a:gd name="connsiteX16" fmla="*/ 27435 w 55443"/>
                <a:gd name="connsiteY16" fmla="*/ 87391 h 110886"/>
                <a:gd name="connsiteX17" fmla="*/ 27435 w 55443"/>
                <a:gd name="connsiteY17" fmla="*/ 38147 h 110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443" h="110886">
                  <a:moveTo>
                    <a:pt x="27435" y="38147"/>
                  </a:moveTo>
                  <a:lnTo>
                    <a:pt x="52766" y="38147"/>
                  </a:lnTo>
                  <a:lnTo>
                    <a:pt x="52766" y="32656"/>
                  </a:lnTo>
                  <a:lnTo>
                    <a:pt x="27435" y="32656"/>
                  </a:lnTo>
                  <a:lnTo>
                    <a:pt x="27435" y="63"/>
                  </a:lnTo>
                  <a:lnTo>
                    <a:pt x="23007" y="63"/>
                  </a:lnTo>
                  <a:cubicBezTo>
                    <a:pt x="22830" y="14588"/>
                    <a:pt x="17516" y="33541"/>
                    <a:pt x="156" y="34250"/>
                  </a:cubicBezTo>
                  <a:lnTo>
                    <a:pt x="156" y="38147"/>
                  </a:lnTo>
                  <a:lnTo>
                    <a:pt x="15213" y="38147"/>
                  </a:lnTo>
                  <a:lnTo>
                    <a:pt x="15213" y="87036"/>
                  </a:lnTo>
                  <a:cubicBezTo>
                    <a:pt x="15213" y="108824"/>
                    <a:pt x="31686" y="110950"/>
                    <a:pt x="38063" y="110950"/>
                  </a:cubicBezTo>
                  <a:cubicBezTo>
                    <a:pt x="50640" y="110950"/>
                    <a:pt x="55600" y="98373"/>
                    <a:pt x="55600" y="87036"/>
                  </a:cubicBezTo>
                  <a:lnTo>
                    <a:pt x="55600" y="76940"/>
                  </a:lnTo>
                  <a:lnTo>
                    <a:pt x="51171" y="76940"/>
                  </a:lnTo>
                  <a:lnTo>
                    <a:pt x="51171" y="86682"/>
                  </a:lnTo>
                  <a:cubicBezTo>
                    <a:pt x="51171" y="99790"/>
                    <a:pt x="45857" y="106521"/>
                    <a:pt x="39303" y="106521"/>
                  </a:cubicBezTo>
                  <a:cubicBezTo>
                    <a:pt x="27435" y="106521"/>
                    <a:pt x="27435" y="90402"/>
                    <a:pt x="27435" y="87391"/>
                  </a:cubicBezTo>
                  <a:lnTo>
                    <a:pt x="27435" y="38147"/>
                  </a:lnTo>
                  <a:close/>
                </a:path>
              </a:pathLst>
            </a:custGeom>
            <a:solidFill>
              <a:srgbClr val="000000"/>
            </a:solidFill>
            <a:ln w="17751"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4140FB11-5154-0AFC-1BA1-3A4663728FEA}"/>
                </a:ext>
              </a:extLst>
            </p:cNvPr>
            <p:cNvSpPr/>
            <p:nvPr>
              <p:custDataLst>
                <p:tags r:id="rId51"/>
              </p:custDataLst>
            </p:nvPr>
          </p:nvSpPr>
          <p:spPr>
            <a:xfrm>
              <a:off x="5391653" y="3533022"/>
              <a:ext cx="89099" cy="122932"/>
            </a:xfrm>
            <a:custGeom>
              <a:avLst/>
              <a:gdLst>
                <a:gd name="connsiteX0" fmla="*/ 13977 w 89099"/>
                <a:gd name="connsiteY0" fmla="*/ 109533 h 122932"/>
                <a:gd name="connsiteX1" fmla="*/ 160 w 89099"/>
                <a:gd name="connsiteY1" fmla="*/ 117504 h 122932"/>
                <a:gd name="connsiteX2" fmla="*/ 160 w 89099"/>
                <a:gd name="connsiteY2" fmla="*/ 122995 h 122932"/>
                <a:gd name="connsiteX3" fmla="*/ 20176 w 89099"/>
                <a:gd name="connsiteY3" fmla="*/ 122464 h 122932"/>
                <a:gd name="connsiteX4" fmla="*/ 40016 w 89099"/>
                <a:gd name="connsiteY4" fmla="*/ 122995 h 122932"/>
                <a:gd name="connsiteX5" fmla="*/ 40016 w 89099"/>
                <a:gd name="connsiteY5" fmla="*/ 117504 h 122932"/>
                <a:gd name="connsiteX6" fmla="*/ 26199 w 89099"/>
                <a:gd name="connsiteY6" fmla="*/ 109533 h 122932"/>
                <a:gd name="connsiteX7" fmla="*/ 26199 w 89099"/>
                <a:gd name="connsiteY7" fmla="*/ 76940 h 122932"/>
                <a:gd name="connsiteX8" fmla="*/ 50112 w 89099"/>
                <a:gd name="connsiteY8" fmla="*/ 48598 h 122932"/>
                <a:gd name="connsiteX9" fmla="*/ 63220 w 89099"/>
                <a:gd name="connsiteY9" fmla="*/ 68260 h 122932"/>
                <a:gd name="connsiteX10" fmla="*/ 63220 w 89099"/>
                <a:gd name="connsiteY10" fmla="*/ 109533 h 122932"/>
                <a:gd name="connsiteX11" fmla="*/ 49404 w 89099"/>
                <a:gd name="connsiteY11" fmla="*/ 117504 h 122932"/>
                <a:gd name="connsiteX12" fmla="*/ 49404 w 89099"/>
                <a:gd name="connsiteY12" fmla="*/ 122995 h 122932"/>
                <a:gd name="connsiteX13" fmla="*/ 69420 w 89099"/>
                <a:gd name="connsiteY13" fmla="*/ 122464 h 122932"/>
                <a:gd name="connsiteX14" fmla="*/ 89259 w 89099"/>
                <a:gd name="connsiteY14" fmla="*/ 122995 h 122932"/>
                <a:gd name="connsiteX15" fmla="*/ 89259 w 89099"/>
                <a:gd name="connsiteY15" fmla="*/ 117504 h 122932"/>
                <a:gd name="connsiteX16" fmla="*/ 75443 w 89099"/>
                <a:gd name="connsiteY16" fmla="*/ 112190 h 122932"/>
                <a:gd name="connsiteX17" fmla="*/ 75443 w 89099"/>
                <a:gd name="connsiteY17" fmla="*/ 78357 h 122932"/>
                <a:gd name="connsiteX18" fmla="*/ 69952 w 89099"/>
                <a:gd name="connsiteY18" fmla="*/ 51255 h 122932"/>
                <a:gd name="connsiteX19" fmla="*/ 51352 w 89099"/>
                <a:gd name="connsiteY19" fmla="*/ 44701 h 122932"/>
                <a:gd name="connsiteX20" fmla="*/ 25668 w 89099"/>
                <a:gd name="connsiteY20" fmla="*/ 62060 h 122932"/>
                <a:gd name="connsiteX21" fmla="*/ 25668 w 89099"/>
                <a:gd name="connsiteY21" fmla="*/ 63 h 122932"/>
                <a:gd name="connsiteX22" fmla="*/ 160 w 89099"/>
                <a:gd name="connsiteY22" fmla="*/ 2011 h 122932"/>
                <a:gd name="connsiteX23" fmla="*/ 160 w 89099"/>
                <a:gd name="connsiteY23" fmla="*/ 7502 h 122932"/>
                <a:gd name="connsiteX24" fmla="*/ 13977 w 89099"/>
                <a:gd name="connsiteY24" fmla="*/ 17422 h 122932"/>
                <a:gd name="connsiteX25" fmla="*/ 13977 w 89099"/>
                <a:gd name="connsiteY25" fmla="*/ 109533 h 122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9099" h="122932">
                  <a:moveTo>
                    <a:pt x="13977" y="109533"/>
                  </a:moveTo>
                  <a:cubicBezTo>
                    <a:pt x="13977" y="117504"/>
                    <a:pt x="12028" y="117504"/>
                    <a:pt x="160" y="117504"/>
                  </a:cubicBezTo>
                  <a:lnTo>
                    <a:pt x="160" y="122995"/>
                  </a:lnTo>
                  <a:cubicBezTo>
                    <a:pt x="6360" y="122818"/>
                    <a:pt x="15394" y="122464"/>
                    <a:pt x="20176" y="122464"/>
                  </a:cubicBezTo>
                  <a:cubicBezTo>
                    <a:pt x="24782" y="122464"/>
                    <a:pt x="33993" y="122818"/>
                    <a:pt x="40016" y="122995"/>
                  </a:cubicBezTo>
                  <a:lnTo>
                    <a:pt x="40016" y="117504"/>
                  </a:lnTo>
                  <a:cubicBezTo>
                    <a:pt x="28148" y="117504"/>
                    <a:pt x="26199" y="117504"/>
                    <a:pt x="26199" y="109533"/>
                  </a:cubicBezTo>
                  <a:lnTo>
                    <a:pt x="26199" y="76940"/>
                  </a:lnTo>
                  <a:cubicBezTo>
                    <a:pt x="26199" y="58518"/>
                    <a:pt x="38776" y="48598"/>
                    <a:pt x="50112" y="48598"/>
                  </a:cubicBezTo>
                  <a:cubicBezTo>
                    <a:pt x="61272" y="48598"/>
                    <a:pt x="63220" y="58163"/>
                    <a:pt x="63220" y="68260"/>
                  </a:cubicBezTo>
                  <a:lnTo>
                    <a:pt x="63220" y="109533"/>
                  </a:lnTo>
                  <a:cubicBezTo>
                    <a:pt x="63220" y="117504"/>
                    <a:pt x="61272" y="117504"/>
                    <a:pt x="49404" y="117504"/>
                  </a:cubicBezTo>
                  <a:lnTo>
                    <a:pt x="49404" y="122995"/>
                  </a:lnTo>
                  <a:cubicBezTo>
                    <a:pt x="55604" y="122818"/>
                    <a:pt x="64637" y="122464"/>
                    <a:pt x="69420" y="122464"/>
                  </a:cubicBezTo>
                  <a:cubicBezTo>
                    <a:pt x="74026" y="122464"/>
                    <a:pt x="83237" y="122818"/>
                    <a:pt x="89259" y="122995"/>
                  </a:cubicBezTo>
                  <a:lnTo>
                    <a:pt x="89259" y="117504"/>
                  </a:lnTo>
                  <a:cubicBezTo>
                    <a:pt x="80048" y="117504"/>
                    <a:pt x="75620" y="117504"/>
                    <a:pt x="75443" y="112190"/>
                  </a:cubicBezTo>
                  <a:lnTo>
                    <a:pt x="75443" y="78357"/>
                  </a:lnTo>
                  <a:cubicBezTo>
                    <a:pt x="75443" y="63123"/>
                    <a:pt x="75443" y="57632"/>
                    <a:pt x="69952" y="51255"/>
                  </a:cubicBezTo>
                  <a:cubicBezTo>
                    <a:pt x="67472" y="48244"/>
                    <a:pt x="61626" y="44701"/>
                    <a:pt x="51352" y="44701"/>
                  </a:cubicBezTo>
                  <a:cubicBezTo>
                    <a:pt x="36473" y="44701"/>
                    <a:pt x="28679" y="55329"/>
                    <a:pt x="25668" y="62060"/>
                  </a:cubicBezTo>
                  <a:lnTo>
                    <a:pt x="25668" y="63"/>
                  </a:lnTo>
                  <a:lnTo>
                    <a:pt x="160" y="2011"/>
                  </a:lnTo>
                  <a:lnTo>
                    <a:pt x="160" y="7502"/>
                  </a:lnTo>
                  <a:cubicBezTo>
                    <a:pt x="12560" y="7502"/>
                    <a:pt x="13977" y="8742"/>
                    <a:pt x="13977" y="17422"/>
                  </a:cubicBezTo>
                  <a:lnTo>
                    <a:pt x="13977" y="109533"/>
                  </a:lnTo>
                  <a:close/>
                </a:path>
              </a:pathLst>
            </a:custGeom>
            <a:solidFill>
              <a:srgbClr val="000000"/>
            </a:solidFill>
            <a:ln w="17751"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EBD07373-4191-4AAE-A9A6-337AF1875900}"/>
                </a:ext>
              </a:extLst>
            </p:cNvPr>
            <p:cNvSpPr/>
            <p:nvPr>
              <p:custDataLst>
                <p:tags r:id="rId52"/>
              </p:custDataLst>
            </p:nvPr>
          </p:nvSpPr>
          <p:spPr>
            <a:xfrm>
              <a:off x="5494313" y="3590946"/>
              <a:ext cx="117795" cy="41449"/>
            </a:xfrm>
            <a:custGeom>
              <a:avLst/>
              <a:gdLst>
                <a:gd name="connsiteX0" fmla="*/ 111938 w 117795"/>
                <a:gd name="connsiteY0" fmla="*/ 7148 h 41449"/>
                <a:gd name="connsiteX1" fmla="*/ 117961 w 117795"/>
                <a:gd name="connsiteY1" fmla="*/ 3605 h 41449"/>
                <a:gd name="connsiteX2" fmla="*/ 112115 w 117795"/>
                <a:gd name="connsiteY2" fmla="*/ 63 h 41449"/>
                <a:gd name="connsiteX3" fmla="*/ 6011 w 117795"/>
                <a:gd name="connsiteY3" fmla="*/ 63 h 41449"/>
                <a:gd name="connsiteX4" fmla="*/ 166 w 117795"/>
                <a:gd name="connsiteY4" fmla="*/ 3605 h 41449"/>
                <a:gd name="connsiteX5" fmla="*/ 6188 w 117795"/>
                <a:gd name="connsiteY5" fmla="*/ 7148 h 41449"/>
                <a:gd name="connsiteX6" fmla="*/ 111938 w 117795"/>
                <a:gd name="connsiteY6" fmla="*/ 7148 h 41449"/>
                <a:gd name="connsiteX7" fmla="*/ 112115 w 117795"/>
                <a:gd name="connsiteY7" fmla="*/ 41513 h 41449"/>
                <a:gd name="connsiteX8" fmla="*/ 117961 w 117795"/>
                <a:gd name="connsiteY8" fmla="*/ 37970 h 41449"/>
                <a:gd name="connsiteX9" fmla="*/ 111938 w 117795"/>
                <a:gd name="connsiteY9" fmla="*/ 34427 h 41449"/>
                <a:gd name="connsiteX10" fmla="*/ 6188 w 117795"/>
                <a:gd name="connsiteY10" fmla="*/ 34427 h 41449"/>
                <a:gd name="connsiteX11" fmla="*/ 166 w 117795"/>
                <a:gd name="connsiteY11" fmla="*/ 37970 h 41449"/>
                <a:gd name="connsiteX12" fmla="*/ 6011 w 117795"/>
                <a:gd name="connsiteY12" fmla="*/ 41513 h 41449"/>
                <a:gd name="connsiteX13" fmla="*/ 112115 w 117795"/>
                <a:gd name="connsiteY13" fmla="*/ 41513 h 4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795" h="41449">
                  <a:moveTo>
                    <a:pt x="111938" y="7148"/>
                  </a:moveTo>
                  <a:cubicBezTo>
                    <a:pt x="114595" y="7148"/>
                    <a:pt x="117961" y="7148"/>
                    <a:pt x="117961" y="3605"/>
                  </a:cubicBezTo>
                  <a:cubicBezTo>
                    <a:pt x="117961" y="63"/>
                    <a:pt x="114595" y="63"/>
                    <a:pt x="112115" y="63"/>
                  </a:cubicBezTo>
                  <a:lnTo>
                    <a:pt x="6011" y="63"/>
                  </a:lnTo>
                  <a:cubicBezTo>
                    <a:pt x="3531" y="63"/>
                    <a:pt x="166" y="63"/>
                    <a:pt x="166" y="3605"/>
                  </a:cubicBezTo>
                  <a:cubicBezTo>
                    <a:pt x="166" y="7148"/>
                    <a:pt x="3531" y="7148"/>
                    <a:pt x="6188" y="7148"/>
                  </a:cubicBezTo>
                  <a:lnTo>
                    <a:pt x="111938" y="7148"/>
                  </a:lnTo>
                  <a:close/>
                  <a:moveTo>
                    <a:pt x="112115" y="41513"/>
                  </a:moveTo>
                  <a:cubicBezTo>
                    <a:pt x="114595" y="41513"/>
                    <a:pt x="117961" y="41513"/>
                    <a:pt x="117961" y="37970"/>
                  </a:cubicBezTo>
                  <a:cubicBezTo>
                    <a:pt x="117961" y="34427"/>
                    <a:pt x="114595" y="34427"/>
                    <a:pt x="111938" y="34427"/>
                  </a:cubicBezTo>
                  <a:lnTo>
                    <a:pt x="6188" y="34427"/>
                  </a:lnTo>
                  <a:cubicBezTo>
                    <a:pt x="3531" y="34427"/>
                    <a:pt x="166" y="34427"/>
                    <a:pt x="166" y="37970"/>
                  </a:cubicBezTo>
                  <a:cubicBezTo>
                    <a:pt x="166" y="41513"/>
                    <a:pt x="3531" y="41513"/>
                    <a:pt x="6011" y="41513"/>
                  </a:cubicBezTo>
                  <a:lnTo>
                    <a:pt x="112115" y="41513"/>
                  </a:lnTo>
                  <a:close/>
                </a:path>
              </a:pathLst>
            </a:custGeom>
            <a:solidFill>
              <a:srgbClr val="000000"/>
            </a:solidFill>
            <a:ln w="17751"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CEF05A6A-A633-0FCB-C708-50B1678351AF}"/>
                </a:ext>
              </a:extLst>
            </p:cNvPr>
            <p:cNvSpPr/>
            <p:nvPr>
              <p:custDataLst>
                <p:tags r:id="rId53"/>
              </p:custDataLst>
            </p:nvPr>
          </p:nvSpPr>
          <p:spPr>
            <a:xfrm>
              <a:off x="5637932" y="3537982"/>
              <a:ext cx="58454" cy="117972"/>
            </a:xfrm>
            <a:custGeom>
              <a:avLst/>
              <a:gdLst>
                <a:gd name="connsiteX0" fmla="*/ 36486 w 58454"/>
                <a:gd name="connsiteY0" fmla="*/ 4668 h 117972"/>
                <a:gd name="connsiteX1" fmla="*/ 32412 w 58454"/>
                <a:gd name="connsiteY1" fmla="*/ 63 h 117972"/>
                <a:gd name="connsiteX2" fmla="*/ 173 w 58454"/>
                <a:gd name="connsiteY2" fmla="*/ 11399 h 117972"/>
                <a:gd name="connsiteX3" fmla="*/ 173 w 58454"/>
                <a:gd name="connsiteY3" fmla="*/ 16891 h 117972"/>
                <a:gd name="connsiteX4" fmla="*/ 23378 w 58454"/>
                <a:gd name="connsiteY4" fmla="*/ 12285 h 117972"/>
                <a:gd name="connsiteX5" fmla="*/ 23378 w 58454"/>
                <a:gd name="connsiteY5" fmla="*/ 104041 h 117972"/>
                <a:gd name="connsiteX6" fmla="*/ 6905 w 58454"/>
                <a:gd name="connsiteY6" fmla="*/ 112544 h 117972"/>
                <a:gd name="connsiteX7" fmla="*/ 1236 w 58454"/>
                <a:gd name="connsiteY7" fmla="*/ 112544 h 117972"/>
                <a:gd name="connsiteX8" fmla="*/ 1236 w 58454"/>
                <a:gd name="connsiteY8" fmla="*/ 118035 h 117972"/>
                <a:gd name="connsiteX9" fmla="*/ 29932 w 58454"/>
                <a:gd name="connsiteY9" fmla="*/ 117504 h 117972"/>
                <a:gd name="connsiteX10" fmla="*/ 58628 w 58454"/>
                <a:gd name="connsiteY10" fmla="*/ 118035 h 117972"/>
                <a:gd name="connsiteX11" fmla="*/ 58628 w 58454"/>
                <a:gd name="connsiteY11" fmla="*/ 112544 h 117972"/>
                <a:gd name="connsiteX12" fmla="*/ 52960 w 58454"/>
                <a:gd name="connsiteY12" fmla="*/ 112544 h 117972"/>
                <a:gd name="connsiteX13" fmla="*/ 36486 w 58454"/>
                <a:gd name="connsiteY13" fmla="*/ 104041 h 117972"/>
                <a:gd name="connsiteX14" fmla="*/ 36486 w 58454"/>
                <a:gd name="connsiteY14" fmla="*/ 4668 h 117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454" h="117972">
                  <a:moveTo>
                    <a:pt x="36486" y="4668"/>
                  </a:moveTo>
                  <a:cubicBezTo>
                    <a:pt x="36486" y="417"/>
                    <a:pt x="36486" y="63"/>
                    <a:pt x="32412" y="63"/>
                  </a:cubicBezTo>
                  <a:cubicBezTo>
                    <a:pt x="21430" y="11399"/>
                    <a:pt x="5842" y="11399"/>
                    <a:pt x="173" y="11399"/>
                  </a:cubicBezTo>
                  <a:lnTo>
                    <a:pt x="173" y="16891"/>
                  </a:lnTo>
                  <a:cubicBezTo>
                    <a:pt x="3716" y="16891"/>
                    <a:pt x="14167" y="16891"/>
                    <a:pt x="23378" y="12285"/>
                  </a:cubicBezTo>
                  <a:lnTo>
                    <a:pt x="23378" y="104041"/>
                  </a:lnTo>
                  <a:cubicBezTo>
                    <a:pt x="23378" y="110418"/>
                    <a:pt x="22847" y="112544"/>
                    <a:pt x="6905" y="112544"/>
                  </a:cubicBezTo>
                  <a:lnTo>
                    <a:pt x="1236" y="112544"/>
                  </a:lnTo>
                  <a:lnTo>
                    <a:pt x="1236" y="118035"/>
                  </a:lnTo>
                  <a:cubicBezTo>
                    <a:pt x="7436" y="117504"/>
                    <a:pt x="22847" y="117504"/>
                    <a:pt x="29932" y="117504"/>
                  </a:cubicBezTo>
                  <a:cubicBezTo>
                    <a:pt x="37018" y="117504"/>
                    <a:pt x="52428" y="117504"/>
                    <a:pt x="58628" y="118035"/>
                  </a:cubicBezTo>
                  <a:lnTo>
                    <a:pt x="58628" y="112544"/>
                  </a:lnTo>
                  <a:lnTo>
                    <a:pt x="52960" y="112544"/>
                  </a:lnTo>
                  <a:cubicBezTo>
                    <a:pt x="37018" y="112544"/>
                    <a:pt x="36486" y="110595"/>
                    <a:pt x="36486" y="104041"/>
                  </a:cubicBezTo>
                  <a:lnTo>
                    <a:pt x="36486" y="4668"/>
                  </a:lnTo>
                  <a:close/>
                </a:path>
              </a:pathLst>
            </a:custGeom>
            <a:solidFill>
              <a:srgbClr val="000000"/>
            </a:solidFill>
            <a:ln w="17751"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349766F8-824C-1398-FBE6-1E2215841F9B}"/>
                </a:ext>
              </a:extLst>
            </p:cNvPr>
            <p:cNvSpPr/>
            <p:nvPr>
              <p:custDataLst>
                <p:tags r:id="rId54"/>
              </p:custDataLst>
            </p:nvPr>
          </p:nvSpPr>
          <p:spPr>
            <a:xfrm>
              <a:off x="5717643" y="3537982"/>
              <a:ext cx="74574" cy="121869"/>
            </a:xfrm>
            <a:custGeom>
              <a:avLst/>
              <a:gdLst>
                <a:gd name="connsiteX0" fmla="*/ 74752 w 74574"/>
                <a:gd name="connsiteY0" fmla="*/ 61352 h 121869"/>
                <a:gd name="connsiteX1" fmla="*/ 67667 w 74574"/>
                <a:gd name="connsiteY1" fmla="*/ 19902 h 121869"/>
                <a:gd name="connsiteX2" fmla="*/ 37554 w 74574"/>
                <a:gd name="connsiteY2" fmla="*/ 63 h 121869"/>
                <a:gd name="connsiteX3" fmla="*/ 6732 w 74574"/>
                <a:gd name="connsiteY3" fmla="*/ 21142 h 121869"/>
                <a:gd name="connsiteX4" fmla="*/ 178 w 74574"/>
                <a:gd name="connsiteY4" fmla="*/ 61352 h 121869"/>
                <a:gd name="connsiteX5" fmla="*/ 8149 w 74574"/>
                <a:gd name="connsiteY5" fmla="*/ 104041 h 121869"/>
                <a:gd name="connsiteX6" fmla="*/ 37377 w 74574"/>
                <a:gd name="connsiteY6" fmla="*/ 121932 h 121869"/>
                <a:gd name="connsiteX7" fmla="*/ 68198 w 74574"/>
                <a:gd name="connsiteY7" fmla="*/ 101384 h 121869"/>
                <a:gd name="connsiteX8" fmla="*/ 74752 w 74574"/>
                <a:gd name="connsiteY8" fmla="*/ 61352 h 121869"/>
                <a:gd name="connsiteX9" fmla="*/ 37377 w 74574"/>
                <a:gd name="connsiteY9" fmla="*/ 118035 h 121869"/>
                <a:gd name="connsiteX10" fmla="*/ 16829 w 74574"/>
                <a:gd name="connsiteY10" fmla="*/ 96602 h 121869"/>
                <a:gd name="connsiteX11" fmla="*/ 14881 w 74574"/>
                <a:gd name="connsiteY11" fmla="*/ 59226 h 121869"/>
                <a:gd name="connsiteX12" fmla="*/ 16298 w 74574"/>
                <a:gd name="connsiteY12" fmla="*/ 26633 h 121869"/>
                <a:gd name="connsiteX13" fmla="*/ 37377 w 74574"/>
                <a:gd name="connsiteY13" fmla="*/ 3960 h 121869"/>
                <a:gd name="connsiteX14" fmla="*/ 58279 w 74574"/>
                <a:gd name="connsiteY14" fmla="*/ 24685 h 121869"/>
                <a:gd name="connsiteX15" fmla="*/ 60050 w 74574"/>
                <a:gd name="connsiteY15" fmla="*/ 59226 h 121869"/>
                <a:gd name="connsiteX16" fmla="*/ 58102 w 74574"/>
                <a:gd name="connsiteY16" fmla="*/ 95893 h 121869"/>
                <a:gd name="connsiteX17" fmla="*/ 37377 w 74574"/>
                <a:gd name="connsiteY17" fmla="*/ 118035 h 12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574" h="121869">
                  <a:moveTo>
                    <a:pt x="74752" y="61352"/>
                  </a:moveTo>
                  <a:cubicBezTo>
                    <a:pt x="74752" y="47181"/>
                    <a:pt x="73867" y="33010"/>
                    <a:pt x="67667" y="19902"/>
                  </a:cubicBezTo>
                  <a:cubicBezTo>
                    <a:pt x="59519" y="2897"/>
                    <a:pt x="44994" y="63"/>
                    <a:pt x="37554" y="63"/>
                  </a:cubicBezTo>
                  <a:cubicBezTo>
                    <a:pt x="26926" y="63"/>
                    <a:pt x="13995" y="4668"/>
                    <a:pt x="6732" y="21142"/>
                  </a:cubicBezTo>
                  <a:cubicBezTo>
                    <a:pt x="1064" y="33364"/>
                    <a:pt x="178" y="47181"/>
                    <a:pt x="178" y="61352"/>
                  </a:cubicBezTo>
                  <a:cubicBezTo>
                    <a:pt x="178" y="74637"/>
                    <a:pt x="887" y="90579"/>
                    <a:pt x="8149" y="104041"/>
                  </a:cubicBezTo>
                  <a:cubicBezTo>
                    <a:pt x="15766" y="118389"/>
                    <a:pt x="28697" y="121932"/>
                    <a:pt x="37377" y="121932"/>
                  </a:cubicBezTo>
                  <a:cubicBezTo>
                    <a:pt x="46942" y="121932"/>
                    <a:pt x="60404" y="118212"/>
                    <a:pt x="68198" y="101384"/>
                  </a:cubicBezTo>
                  <a:cubicBezTo>
                    <a:pt x="73867" y="89162"/>
                    <a:pt x="74752" y="75345"/>
                    <a:pt x="74752" y="61352"/>
                  </a:cubicBezTo>
                  <a:close/>
                  <a:moveTo>
                    <a:pt x="37377" y="118035"/>
                  </a:moveTo>
                  <a:cubicBezTo>
                    <a:pt x="30469" y="118035"/>
                    <a:pt x="20018" y="113607"/>
                    <a:pt x="16829" y="96602"/>
                  </a:cubicBezTo>
                  <a:cubicBezTo>
                    <a:pt x="14881" y="85974"/>
                    <a:pt x="14881" y="69677"/>
                    <a:pt x="14881" y="59226"/>
                  </a:cubicBezTo>
                  <a:cubicBezTo>
                    <a:pt x="14881" y="47889"/>
                    <a:pt x="14881" y="36198"/>
                    <a:pt x="16298" y="26633"/>
                  </a:cubicBezTo>
                  <a:cubicBezTo>
                    <a:pt x="19663" y="5554"/>
                    <a:pt x="32948" y="3960"/>
                    <a:pt x="37377" y="3960"/>
                  </a:cubicBezTo>
                  <a:cubicBezTo>
                    <a:pt x="43222" y="3960"/>
                    <a:pt x="54913" y="7148"/>
                    <a:pt x="58279" y="24685"/>
                  </a:cubicBezTo>
                  <a:cubicBezTo>
                    <a:pt x="60050" y="34604"/>
                    <a:pt x="60050" y="48067"/>
                    <a:pt x="60050" y="59226"/>
                  </a:cubicBezTo>
                  <a:cubicBezTo>
                    <a:pt x="60050" y="72511"/>
                    <a:pt x="60050" y="84557"/>
                    <a:pt x="58102" y="95893"/>
                  </a:cubicBezTo>
                  <a:cubicBezTo>
                    <a:pt x="55445" y="112721"/>
                    <a:pt x="45348" y="118035"/>
                    <a:pt x="37377" y="118035"/>
                  </a:cubicBezTo>
                  <a:close/>
                </a:path>
              </a:pathLst>
            </a:custGeom>
            <a:solidFill>
              <a:srgbClr val="000000"/>
            </a:solidFill>
            <a:ln w="17751"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05E6934D-4DB4-593B-2BBF-C64DB29C8C8F}"/>
                </a:ext>
              </a:extLst>
            </p:cNvPr>
            <p:cNvSpPr/>
            <p:nvPr>
              <p:custDataLst>
                <p:tags r:id="rId55"/>
              </p:custDataLst>
            </p:nvPr>
          </p:nvSpPr>
          <p:spPr>
            <a:xfrm>
              <a:off x="5803200" y="3523103"/>
              <a:ext cx="24267" cy="177135"/>
            </a:xfrm>
            <a:custGeom>
              <a:avLst/>
              <a:gdLst>
                <a:gd name="connsiteX0" fmla="*/ 24451 w 24267"/>
                <a:gd name="connsiteY0" fmla="*/ 63 h 177135"/>
                <a:gd name="connsiteX1" fmla="*/ 183 w 24267"/>
                <a:gd name="connsiteY1" fmla="*/ 63 h 177135"/>
                <a:gd name="connsiteX2" fmla="*/ 183 w 24267"/>
                <a:gd name="connsiteY2" fmla="*/ 7148 h 177135"/>
                <a:gd name="connsiteX3" fmla="*/ 17365 w 24267"/>
                <a:gd name="connsiteY3" fmla="*/ 7148 h 177135"/>
                <a:gd name="connsiteX4" fmla="*/ 17365 w 24267"/>
                <a:gd name="connsiteY4" fmla="*/ 170113 h 177135"/>
                <a:gd name="connsiteX5" fmla="*/ 183 w 24267"/>
                <a:gd name="connsiteY5" fmla="*/ 170113 h 177135"/>
                <a:gd name="connsiteX6" fmla="*/ 183 w 24267"/>
                <a:gd name="connsiteY6" fmla="*/ 177199 h 177135"/>
                <a:gd name="connsiteX7" fmla="*/ 24451 w 24267"/>
                <a:gd name="connsiteY7" fmla="*/ 177199 h 177135"/>
                <a:gd name="connsiteX8" fmla="*/ 24451 w 24267"/>
                <a:gd name="connsiteY8" fmla="*/ 63 h 17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67" h="177135">
                  <a:moveTo>
                    <a:pt x="24451" y="63"/>
                  </a:moveTo>
                  <a:lnTo>
                    <a:pt x="183" y="63"/>
                  </a:lnTo>
                  <a:lnTo>
                    <a:pt x="183" y="7148"/>
                  </a:lnTo>
                  <a:lnTo>
                    <a:pt x="17365" y="7148"/>
                  </a:lnTo>
                  <a:lnTo>
                    <a:pt x="17365" y="170113"/>
                  </a:lnTo>
                  <a:lnTo>
                    <a:pt x="183" y="170113"/>
                  </a:lnTo>
                  <a:lnTo>
                    <a:pt x="183" y="177199"/>
                  </a:lnTo>
                  <a:lnTo>
                    <a:pt x="24451" y="177199"/>
                  </a:lnTo>
                  <a:lnTo>
                    <a:pt x="24451" y="63"/>
                  </a:lnTo>
                  <a:close/>
                </a:path>
              </a:pathLst>
            </a:custGeom>
            <a:solidFill>
              <a:srgbClr val="000000"/>
            </a:solidFill>
            <a:ln w="17751"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AF608596-1D93-9D49-8D09-740216D8CB0A}"/>
                </a:ext>
              </a:extLst>
            </p:cNvPr>
            <p:cNvSpPr/>
            <p:nvPr>
              <p:custDataLst>
                <p:tags r:id="rId56"/>
              </p:custDataLst>
            </p:nvPr>
          </p:nvSpPr>
          <p:spPr>
            <a:xfrm>
              <a:off x="5929923" y="3486278"/>
              <a:ext cx="47295" cy="27278"/>
            </a:xfrm>
            <a:custGeom>
              <a:avLst/>
              <a:gdLst>
                <a:gd name="connsiteX0" fmla="*/ 23926 w 47295"/>
                <a:gd name="connsiteY0" fmla="*/ 60 h 27278"/>
                <a:gd name="connsiteX1" fmla="*/ 190 w 47295"/>
                <a:gd name="connsiteY1" fmla="*/ 24151 h 27278"/>
                <a:gd name="connsiteX2" fmla="*/ 3378 w 47295"/>
                <a:gd name="connsiteY2" fmla="*/ 27339 h 27278"/>
                <a:gd name="connsiteX3" fmla="*/ 23926 w 47295"/>
                <a:gd name="connsiteY3" fmla="*/ 9271 h 27278"/>
                <a:gd name="connsiteX4" fmla="*/ 44296 w 47295"/>
                <a:gd name="connsiteY4" fmla="*/ 27339 h 27278"/>
                <a:gd name="connsiteX5" fmla="*/ 47485 w 47295"/>
                <a:gd name="connsiteY5" fmla="*/ 24151 h 27278"/>
                <a:gd name="connsiteX6" fmla="*/ 23926 w 47295"/>
                <a:gd name="connsiteY6" fmla="*/ 60 h 27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95" h="27278">
                  <a:moveTo>
                    <a:pt x="23926" y="60"/>
                  </a:moveTo>
                  <a:lnTo>
                    <a:pt x="190" y="24151"/>
                  </a:lnTo>
                  <a:lnTo>
                    <a:pt x="3378" y="27339"/>
                  </a:lnTo>
                  <a:lnTo>
                    <a:pt x="23926" y="9271"/>
                  </a:lnTo>
                  <a:lnTo>
                    <a:pt x="44296" y="27339"/>
                  </a:lnTo>
                  <a:lnTo>
                    <a:pt x="47485" y="24151"/>
                  </a:lnTo>
                  <a:lnTo>
                    <a:pt x="23926" y="60"/>
                  </a:lnTo>
                  <a:close/>
                </a:path>
              </a:pathLst>
            </a:custGeom>
            <a:solidFill>
              <a:srgbClr val="000000"/>
            </a:solidFill>
            <a:ln w="17751"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249A847E-3E0B-916C-4ECA-4AEAC270EADD}"/>
                </a:ext>
              </a:extLst>
            </p:cNvPr>
            <p:cNvSpPr/>
            <p:nvPr>
              <p:custDataLst>
                <p:tags r:id="rId57"/>
              </p:custDataLst>
            </p:nvPr>
          </p:nvSpPr>
          <p:spPr>
            <a:xfrm>
              <a:off x="5917293" y="3533022"/>
              <a:ext cx="86973" cy="124880"/>
            </a:xfrm>
            <a:custGeom>
              <a:avLst/>
              <a:gdLst>
                <a:gd name="connsiteX0" fmla="*/ 41285 w 86973"/>
                <a:gd name="connsiteY0" fmla="*/ 2011 h 124880"/>
                <a:gd name="connsiteX1" fmla="*/ 38982 w 86973"/>
                <a:gd name="connsiteY1" fmla="*/ 63 h 124880"/>
                <a:gd name="connsiteX2" fmla="*/ 17372 w 86973"/>
                <a:gd name="connsiteY2" fmla="*/ 1834 h 124880"/>
                <a:gd name="connsiteX3" fmla="*/ 14006 w 86973"/>
                <a:gd name="connsiteY3" fmla="*/ 5377 h 124880"/>
                <a:gd name="connsiteX4" fmla="*/ 18257 w 86973"/>
                <a:gd name="connsiteY4" fmla="*/ 7502 h 124880"/>
                <a:gd name="connsiteX5" fmla="*/ 27114 w 86973"/>
                <a:gd name="connsiteY5" fmla="*/ 10514 h 124880"/>
                <a:gd name="connsiteX6" fmla="*/ 26583 w 86973"/>
                <a:gd name="connsiteY6" fmla="*/ 14056 h 124880"/>
                <a:gd name="connsiteX7" fmla="*/ 898 w 86973"/>
                <a:gd name="connsiteY7" fmla="*/ 116087 h 124880"/>
                <a:gd name="connsiteX8" fmla="*/ 189 w 86973"/>
                <a:gd name="connsiteY8" fmla="*/ 119984 h 124880"/>
                <a:gd name="connsiteX9" fmla="*/ 5326 w 86973"/>
                <a:gd name="connsiteY9" fmla="*/ 124943 h 124880"/>
                <a:gd name="connsiteX10" fmla="*/ 11880 w 86973"/>
                <a:gd name="connsiteY10" fmla="*/ 120338 h 124880"/>
                <a:gd name="connsiteX11" fmla="*/ 15246 w 86973"/>
                <a:gd name="connsiteY11" fmla="*/ 106876 h 124880"/>
                <a:gd name="connsiteX12" fmla="*/ 19143 w 86973"/>
                <a:gd name="connsiteY12" fmla="*/ 90933 h 124880"/>
                <a:gd name="connsiteX13" fmla="*/ 22154 w 86973"/>
                <a:gd name="connsiteY13" fmla="*/ 79065 h 124880"/>
                <a:gd name="connsiteX14" fmla="*/ 24103 w 86973"/>
                <a:gd name="connsiteY14" fmla="*/ 71094 h 124880"/>
                <a:gd name="connsiteX15" fmla="*/ 36148 w 86973"/>
                <a:gd name="connsiteY15" fmla="*/ 54798 h 124880"/>
                <a:gd name="connsiteX16" fmla="*/ 53153 w 86973"/>
                <a:gd name="connsiteY16" fmla="*/ 48598 h 124880"/>
                <a:gd name="connsiteX17" fmla="*/ 62718 w 86973"/>
                <a:gd name="connsiteY17" fmla="*/ 60997 h 124880"/>
                <a:gd name="connsiteX18" fmla="*/ 51736 w 86973"/>
                <a:gd name="connsiteY18" fmla="*/ 100676 h 124880"/>
                <a:gd name="connsiteX19" fmla="*/ 49433 w 86973"/>
                <a:gd name="connsiteY19" fmla="*/ 110418 h 124880"/>
                <a:gd name="connsiteX20" fmla="*/ 63958 w 86973"/>
                <a:gd name="connsiteY20" fmla="*/ 124943 h 124880"/>
                <a:gd name="connsiteX21" fmla="*/ 87163 w 86973"/>
                <a:gd name="connsiteY21" fmla="*/ 97665 h 124880"/>
                <a:gd name="connsiteX22" fmla="*/ 85037 w 86973"/>
                <a:gd name="connsiteY22" fmla="*/ 95893 h 124880"/>
                <a:gd name="connsiteX23" fmla="*/ 82380 w 86973"/>
                <a:gd name="connsiteY23" fmla="*/ 99082 h 124880"/>
                <a:gd name="connsiteX24" fmla="*/ 64313 w 86973"/>
                <a:gd name="connsiteY24" fmla="*/ 121046 h 124880"/>
                <a:gd name="connsiteX25" fmla="*/ 60061 w 86973"/>
                <a:gd name="connsiteY25" fmla="*/ 115201 h 124880"/>
                <a:gd name="connsiteX26" fmla="*/ 63250 w 86973"/>
                <a:gd name="connsiteY26" fmla="*/ 102624 h 124880"/>
                <a:gd name="connsiteX27" fmla="*/ 74055 w 86973"/>
                <a:gd name="connsiteY27" fmla="*/ 63655 h 124880"/>
                <a:gd name="connsiteX28" fmla="*/ 53684 w 86973"/>
                <a:gd name="connsiteY28" fmla="*/ 44701 h 124880"/>
                <a:gd name="connsiteX29" fmla="*/ 27468 w 86973"/>
                <a:gd name="connsiteY29" fmla="*/ 58340 h 124880"/>
                <a:gd name="connsiteX30" fmla="*/ 41285 w 86973"/>
                <a:gd name="connsiteY30" fmla="*/ 2011 h 12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6973" h="124880">
                  <a:moveTo>
                    <a:pt x="41285" y="2011"/>
                  </a:moveTo>
                  <a:cubicBezTo>
                    <a:pt x="41285" y="1834"/>
                    <a:pt x="41285" y="63"/>
                    <a:pt x="38982" y="63"/>
                  </a:cubicBezTo>
                  <a:cubicBezTo>
                    <a:pt x="34908" y="63"/>
                    <a:pt x="21977" y="1480"/>
                    <a:pt x="17372" y="1834"/>
                  </a:cubicBezTo>
                  <a:cubicBezTo>
                    <a:pt x="15954" y="2011"/>
                    <a:pt x="14006" y="2188"/>
                    <a:pt x="14006" y="5377"/>
                  </a:cubicBezTo>
                  <a:cubicBezTo>
                    <a:pt x="14006" y="7502"/>
                    <a:pt x="15600" y="7502"/>
                    <a:pt x="18257" y="7502"/>
                  </a:cubicBezTo>
                  <a:cubicBezTo>
                    <a:pt x="26760" y="7502"/>
                    <a:pt x="27114" y="8742"/>
                    <a:pt x="27114" y="10514"/>
                  </a:cubicBezTo>
                  <a:lnTo>
                    <a:pt x="26583" y="14056"/>
                  </a:lnTo>
                  <a:lnTo>
                    <a:pt x="898" y="116087"/>
                  </a:lnTo>
                  <a:cubicBezTo>
                    <a:pt x="189" y="118567"/>
                    <a:pt x="189" y="118921"/>
                    <a:pt x="189" y="119984"/>
                  </a:cubicBezTo>
                  <a:cubicBezTo>
                    <a:pt x="189" y="124058"/>
                    <a:pt x="3732" y="124943"/>
                    <a:pt x="5326" y="124943"/>
                  </a:cubicBezTo>
                  <a:cubicBezTo>
                    <a:pt x="8161" y="124943"/>
                    <a:pt x="10995" y="122818"/>
                    <a:pt x="11880" y="120338"/>
                  </a:cubicBezTo>
                  <a:lnTo>
                    <a:pt x="15246" y="106876"/>
                  </a:lnTo>
                  <a:lnTo>
                    <a:pt x="19143" y="90933"/>
                  </a:lnTo>
                  <a:cubicBezTo>
                    <a:pt x="20206" y="87036"/>
                    <a:pt x="21269" y="83139"/>
                    <a:pt x="22154" y="79065"/>
                  </a:cubicBezTo>
                  <a:cubicBezTo>
                    <a:pt x="22509" y="78002"/>
                    <a:pt x="23926" y="72157"/>
                    <a:pt x="24103" y="71094"/>
                  </a:cubicBezTo>
                  <a:cubicBezTo>
                    <a:pt x="24634" y="69500"/>
                    <a:pt x="30125" y="59580"/>
                    <a:pt x="36148" y="54798"/>
                  </a:cubicBezTo>
                  <a:cubicBezTo>
                    <a:pt x="40045" y="51964"/>
                    <a:pt x="45536" y="48598"/>
                    <a:pt x="53153" y="48598"/>
                  </a:cubicBezTo>
                  <a:cubicBezTo>
                    <a:pt x="60770" y="48598"/>
                    <a:pt x="62718" y="54621"/>
                    <a:pt x="62718" y="60997"/>
                  </a:cubicBezTo>
                  <a:cubicBezTo>
                    <a:pt x="62718" y="70563"/>
                    <a:pt x="55987" y="89871"/>
                    <a:pt x="51736" y="100676"/>
                  </a:cubicBezTo>
                  <a:cubicBezTo>
                    <a:pt x="50319" y="104750"/>
                    <a:pt x="49433" y="106876"/>
                    <a:pt x="49433" y="110418"/>
                  </a:cubicBezTo>
                  <a:cubicBezTo>
                    <a:pt x="49433" y="118744"/>
                    <a:pt x="55633" y="124943"/>
                    <a:pt x="63958" y="124943"/>
                  </a:cubicBezTo>
                  <a:cubicBezTo>
                    <a:pt x="80609" y="124943"/>
                    <a:pt x="87163" y="99082"/>
                    <a:pt x="87163" y="97665"/>
                  </a:cubicBezTo>
                  <a:cubicBezTo>
                    <a:pt x="87163" y="95893"/>
                    <a:pt x="85569" y="95893"/>
                    <a:pt x="85037" y="95893"/>
                  </a:cubicBezTo>
                  <a:cubicBezTo>
                    <a:pt x="83266" y="95893"/>
                    <a:pt x="83266" y="96425"/>
                    <a:pt x="82380" y="99082"/>
                  </a:cubicBezTo>
                  <a:cubicBezTo>
                    <a:pt x="79723" y="108470"/>
                    <a:pt x="74055" y="121046"/>
                    <a:pt x="64313" y="121046"/>
                  </a:cubicBezTo>
                  <a:cubicBezTo>
                    <a:pt x="61301" y="121046"/>
                    <a:pt x="60061" y="119275"/>
                    <a:pt x="60061" y="115201"/>
                  </a:cubicBezTo>
                  <a:cubicBezTo>
                    <a:pt x="60061" y="110773"/>
                    <a:pt x="61656" y="106521"/>
                    <a:pt x="63250" y="102624"/>
                  </a:cubicBezTo>
                  <a:cubicBezTo>
                    <a:pt x="66084" y="95008"/>
                    <a:pt x="74055" y="73928"/>
                    <a:pt x="74055" y="63655"/>
                  </a:cubicBezTo>
                  <a:cubicBezTo>
                    <a:pt x="74055" y="52141"/>
                    <a:pt x="66970" y="44701"/>
                    <a:pt x="53684" y="44701"/>
                  </a:cubicBezTo>
                  <a:cubicBezTo>
                    <a:pt x="42525" y="44701"/>
                    <a:pt x="34022" y="50192"/>
                    <a:pt x="27468" y="58340"/>
                  </a:cubicBezTo>
                  <a:lnTo>
                    <a:pt x="41285" y="2011"/>
                  </a:lnTo>
                  <a:close/>
                </a:path>
              </a:pathLst>
            </a:custGeom>
            <a:solidFill>
              <a:srgbClr val="000000"/>
            </a:solidFill>
            <a:ln w="17751"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3D33C545-B963-B0E7-2D9C-E1E1059DCBC3}"/>
                </a:ext>
              </a:extLst>
            </p:cNvPr>
            <p:cNvSpPr/>
            <p:nvPr>
              <p:custDataLst>
                <p:tags r:id="rId58"/>
              </p:custDataLst>
            </p:nvPr>
          </p:nvSpPr>
          <p:spPr>
            <a:xfrm>
              <a:off x="6027146" y="3523103"/>
              <a:ext cx="41095" cy="177135"/>
            </a:xfrm>
            <a:custGeom>
              <a:avLst/>
              <a:gdLst>
                <a:gd name="connsiteX0" fmla="*/ 41291 w 41095"/>
                <a:gd name="connsiteY0" fmla="*/ 175427 h 177135"/>
                <a:gd name="connsiteX1" fmla="*/ 38279 w 41095"/>
                <a:gd name="connsiteY1" fmla="*/ 171530 h 177135"/>
                <a:gd name="connsiteX2" fmla="*/ 10469 w 41095"/>
                <a:gd name="connsiteY2" fmla="*/ 88631 h 177135"/>
                <a:gd name="connsiteX3" fmla="*/ 38988 w 41095"/>
                <a:gd name="connsiteY3" fmla="*/ 4845 h 177135"/>
                <a:gd name="connsiteX4" fmla="*/ 41291 w 41095"/>
                <a:gd name="connsiteY4" fmla="*/ 1834 h 177135"/>
                <a:gd name="connsiteX5" fmla="*/ 39519 w 41095"/>
                <a:gd name="connsiteY5" fmla="*/ 63 h 177135"/>
                <a:gd name="connsiteX6" fmla="*/ 11355 w 41095"/>
                <a:gd name="connsiteY6" fmla="*/ 34604 h 177135"/>
                <a:gd name="connsiteX7" fmla="*/ 195 w 41095"/>
                <a:gd name="connsiteY7" fmla="*/ 88631 h 177135"/>
                <a:gd name="connsiteX8" fmla="*/ 11886 w 41095"/>
                <a:gd name="connsiteY8" fmla="*/ 143897 h 177135"/>
                <a:gd name="connsiteX9" fmla="*/ 39519 w 41095"/>
                <a:gd name="connsiteY9" fmla="*/ 177199 h 177135"/>
                <a:gd name="connsiteX10" fmla="*/ 41291 w 41095"/>
                <a:gd name="connsiteY10" fmla="*/ 175427 h 17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95" h="177135">
                  <a:moveTo>
                    <a:pt x="41291" y="175427"/>
                  </a:moveTo>
                  <a:cubicBezTo>
                    <a:pt x="41291" y="174896"/>
                    <a:pt x="41291" y="174541"/>
                    <a:pt x="38279" y="171530"/>
                  </a:cubicBezTo>
                  <a:cubicBezTo>
                    <a:pt x="16137" y="149211"/>
                    <a:pt x="10469" y="115732"/>
                    <a:pt x="10469" y="88631"/>
                  </a:cubicBezTo>
                  <a:cubicBezTo>
                    <a:pt x="10469" y="57809"/>
                    <a:pt x="17200" y="26987"/>
                    <a:pt x="38988" y="4845"/>
                  </a:cubicBezTo>
                  <a:cubicBezTo>
                    <a:pt x="41291" y="2720"/>
                    <a:pt x="41291" y="2366"/>
                    <a:pt x="41291" y="1834"/>
                  </a:cubicBezTo>
                  <a:cubicBezTo>
                    <a:pt x="41291" y="594"/>
                    <a:pt x="40582" y="63"/>
                    <a:pt x="39519" y="63"/>
                  </a:cubicBezTo>
                  <a:cubicBezTo>
                    <a:pt x="37748" y="63"/>
                    <a:pt x="21806" y="12108"/>
                    <a:pt x="11355" y="34604"/>
                  </a:cubicBezTo>
                  <a:cubicBezTo>
                    <a:pt x="2321" y="54089"/>
                    <a:pt x="195" y="73751"/>
                    <a:pt x="195" y="88631"/>
                  </a:cubicBezTo>
                  <a:cubicBezTo>
                    <a:pt x="195" y="102447"/>
                    <a:pt x="2144" y="123881"/>
                    <a:pt x="11886" y="143897"/>
                  </a:cubicBezTo>
                  <a:cubicBezTo>
                    <a:pt x="22514" y="165685"/>
                    <a:pt x="37748" y="177199"/>
                    <a:pt x="39519" y="177199"/>
                  </a:cubicBezTo>
                  <a:cubicBezTo>
                    <a:pt x="40582" y="177199"/>
                    <a:pt x="41291" y="176667"/>
                    <a:pt x="41291" y="175427"/>
                  </a:cubicBezTo>
                  <a:close/>
                </a:path>
              </a:pathLst>
            </a:custGeom>
            <a:solidFill>
              <a:srgbClr val="000000"/>
            </a:solidFill>
            <a:ln w="17751"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AA763BD9-CC38-9A11-0CE7-51BA7F0BEA38}"/>
                </a:ext>
              </a:extLst>
            </p:cNvPr>
            <p:cNvSpPr/>
            <p:nvPr>
              <p:custDataLst>
                <p:tags r:id="rId59"/>
              </p:custDataLst>
            </p:nvPr>
          </p:nvSpPr>
          <p:spPr>
            <a:xfrm>
              <a:off x="6083632" y="3577661"/>
              <a:ext cx="88213" cy="80242"/>
            </a:xfrm>
            <a:custGeom>
              <a:avLst/>
              <a:gdLst>
                <a:gd name="connsiteX0" fmla="*/ 54225 w 88213"/>
                <a:gd name="connsiteY0" fmla="*/ 24862 h 80242"/>
                <a:gd name="connsiteX1" fmla="*/ 71762 w 88213"/>
                <a:gd name="connsiteY1" fmla="*/ 3960 h 80242"/>
                <a:gd name="connsiteX2" fmla="*/ 80619 w 88213"/>
                <a:gd name="connsiteY2" fmla="*/ 6263 h 80242"/>
                <a:gd name="connsiteX3" fmla="*/ 72116 w 88213"/>
                <a:gd name="connsiteY3" fmla="*/ 15828 h 80242"/>
                <a:gd name="connsiteX4" fmla="*/ 78847 w 88213"/>
                <a:gd name="connsiteY4" fmla="*/ 22028 h 80242"/>
                <a:gd name="connsiteX5" fmla="*/ 88413 w 88213"/>
                <a:gd name="connsiteY5" fmla="*/ 11754 h 80242"/>
                <a:gd name="connsiteX6" fmla="*/ 71939 w 88213"/>
                <a:gd name="connsiteY6" fmla="*/ 63 h 80242"/>
                <a:gd name="connsiteX7" fmla="*/ 53340 w 88213"/>
                <a:gd name="connsiteY7" fmla="*/ 13525 h 80242"/>
                <a:gd name="connsiteX8" fmla="*/ 34209 w 88213"/>
                <a:gd name="connsiteY8" fmla="*/ 63 h 80242"/>
                <a:gd name="connsiteX9" fmla="*/ 5690 w 88213"/>
                <a:gd name="connsiteY9" fmla="*/ 27342 h 80242"/>
                <a:gd name="connsiteX10" fmla="*/ 7816 w 88213"/>
                <a:gd name="connsiteY10" fmla="*/ 29113 h 80242"/>
                <a:gd name="connsiteX11" fmla="*/ 10119 w 88213"/>
                <a:gd name="connsiteY11" fmla="*/ 27165 h 80242"/>
                <a:gd name="connsiteX12" fmla="*/ 33855 w 88213"/>
                <a:gd name="connsiteY12" fmla="*/ 3960 h 80242"/>
                <a:gd name="connsiteX13" fmla="*/ 43420 w 88213"/>
                <a:gd name="connsiteY13" fmla="*/ 15828 h 80242"/>
                <a:gd name="connsiteX14" fmla="*/ 33855 w 88213"/>
                <a:gd name="connsiteY14" fmla="*/ 57986 h 80242"/>
                <a:gd name="connsiteX15" fmla="*/ 17027 w 88213"/>
                <a:gd name="connsiteY15" fmla="*/ 76408 h 80242"/>
                <a:gd name="connsiteX16" fmla="*/ 8170 w 88213"/>
                <a:gd name="connsiteY16" fmla="*/ 74106 h 80242"/>
                <a:gd name="connsiteX17" fmla="*/ 16495 w 88213"/>
                <a:gd name="connsiteY17" fmla="*/ 64540 h 80242"/>
                <a:gd name="connsiteX18" fmla="*/ 9941 w 88213"/>
                <a:gd name="connsiteY18" fmla="*/ 58340 h 80242"/>
                <a:gd name="connsiteX19" fmla="*/ 199 w 88213"/>
                <a:gd name="connsiteY19" fmla="*/ 68614 h 80242"/>
                <a:gd name="connsiteX20" fmla="*/ 16850 w 88213"/>
                <a:gd name="connsiteY20" fmla="*/ 80305 h 80242"/>
                <a:gd name="connsiteX21" fmla="*/ 35449 w 88213"/>
                <a:gd name="connsiteY21" fmla="*/ 66843 h 80242"/>
                <a:gd name="connsiteX22" fmla="*/ 54580 w 88213"/>
                <a:gd name="connsiteY22" fmla="*/ 80305 h 80242"/>
                <a:gd name="connsiteX23" fmla="*/ 82921 w 88213"/>
                <a:gd name="connsiteY23" fmla="*/ 53026 h 80242"/>
                <a:gd name="connsiteX24" fmla="*/ 80796 w 88213"/>
                <a:gd name="connsiteY24" fmla="*/ 51255 h 80242"/>
                <a:gd name="connsiteX25" fmla="*/ 78493 w 88213"/>
                <a:gd name="connsiteY25" fmla="*/ 53203 h 80242"/>
                <a:gd name="connsiteX26" fmla="*/ 54934 w 88213"/>
                <a:gd name="connsiteY26" fmla="*/ 76408 h 80242"/>
                <a:gd name="connsiteX27" fmla="*/ 45191 w 88213"/>
                <a:gd name="connsiteY27" fmla="*/ 64717 h 80242"/>
                <a:gd name="connsiteX28" fmla="*/ 48203 w 88213"/>
                <a:gd name="connsiteY28" fmla="*/ 49129 h 80242"/>
                <a:gd name="connsiteX29" fmla="*/ 54225 w 88213"/>
                <a:gd name="connsiteY29" fmla="*/ 24862 h 8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213" h="80242">
                  <a:moveTo>
                    <a:pt x="54225" y="24862"/>
                  </a:moveTo>
                  <a:cubicBezTo>
                    <a:pt x="55288" y="20256"/>
                    <a:pt x="59362" y="3960"/>
                    <a:pt x="71762" y="3960"/>
                  </a:cubicBezTo>
                  <a:cubicBezTo>
                    <a:pt x="72648" y="3960"/>
                    <a:pt x="76899" y="3960"/>
                    <a:pt x="80619" y="6263"/>
                  </a:cubicBezTo>
                  <a:cubicBezTo>
                    <a:pt x="75659" y="7148"/>
                    <a:pt x="72116" y="11577"/>
                    <a:pt x="72116" y="15828"/>
                  </a:cubicBezTo>
                  <a:cubicBezTo>
                    <a:pt x="72116" y="18662"/>
                    <a:pt x="74065" y="22028"/>
                    <a:pt x="78847" y="22028"/>
                  </a:cubicBezTo>
                  <a:cubicBezTo>
                    <a:pt x="82744" y="22028"/>
                    <a:pt x="88413" y="18839"/>
                    <a:pt x="88413" y="11754"/>
                  </a:cubicBezTo>
                  <a:cubicBezTo>
                    <a:pt x="88413" y="2543"/>
                    <a:pt x="77962" y="63"/>
                    <a:pt x="71939" y="63"/>
                  </a:cubicBezTo>
                  <a:cubicBezTo>
                    <a:pt x="61665" y="63"/>
                    <a:pt x="55465" y="9451"/>
                    <a:pt x="53340" y="13525"/>
                  </a:cubicBezTo>
                  <a:cubicBezTo>
                    <a:pt x="48911" y="1834"/>
                    <a:pt x="39346" y="63"/>
                    <a:pt x="34209" y="63"/>
                  </a:cubicBezTo>
                  <a:cubicBezTo>
                    <a:pt x="15787" y="63"/>
                    <a:pt x="5690" y="22913"/>
                    <a:pt x="5690" y="27342"/>
                  </a:cubicBezTo>
                  <a:cubicBezTo>
                    <a:pt x="5690" y="29113"/>
                    <a:pt x="7462" y="29113"/>
                    <a:pt x="7816" y="29113"/>
                  </a:cubicBezTo>
                  <a:cubicBezTo>
                    <a:pt x="9233" y="29113"/>
                    <a:pt x="9764" y="28759"/>
                    <a:pt x="10119" y="27165"/>
                  </a:cubicBezTo>
                  <a:cubicBezTo>
                    <a:pt x="16141" y="8388"/>
                    <a:pt x="27832" y="3960"/>
                    <a:pt x="33855" y="3960"/>
                  </a:cubicBezTo>
                  <a:cubicBezTo>
                    <a:pt x="37220" y="3960"/>
                    <a:pt x="43420" y="5554"/>
                    <a:pt x="43420" y="15828"/>
                  </a:cubicBezTo>
                  <a:cubicBezTo>
                    <a:pt x="43420" y="21319"/>
                    <a:pt x="40409" y="33187"/>
                    <a:pt x="33855" y="57986"/>
                  </a:cubicBezTo>
                  <a:cubicBezTo>
                    <a:pt x="31021" y="68969"/>
                    <a:pt x="24821" y="76408"/>
                    <a:pt x="17027" y="76408"/>
                  </a:cubicBezTo>
                  <a:cubicBezTo>
                    <a:pt x="15964" y="76408"/>
                    <a:pt x="11890" y="76408"/>
                    <a:pt x="8170" y="74106"/>
                  </a:cubicBezTo>
                  <a:cubicBezTo>
                    <a:pt x="12599" y="73220"/>
                    <a:pt x="16495" y="69500"/>
                    <a:pt x="16495" y="64540"/>
                  </a:cubicBezTo>
                  <a:cubicBezTo>
                    <a:pt x="16495" y="59758"/>
                    <a:pt x="12599" y="58340"/>
                    <a:pt x="9941" y="58340"/>
                  </a:cubicBezTo>
                  <a:cubicBezTo>
                    <a:pt x="4627" y="58340"/>
                    <a:pt x="199" y="62946"/>
                    <a:pt x="199" y="68614"/>
                  </a:cubicBezTo>
                  <a:cubicBezTo>
                    <a:pt x="199" y="76763"/>
                    <a:pt x="9056" y="80305"/>
                    <a:pt x="16850" y="80305"/>
                  </a:cubicBezTo>
                  <a:cubicBezTo>
                    <a:pt x="28541" y="80305"/>
                    <a:pt x="34918" y="67906"/>
                    <a:pt x="35449" y="66843"/>
                  </a:cubicBezTo>
                  <a:cubicBezTo>
                    <a:pt x="37575" y="73397"/>
                    <a:pt x="43952" y="80305"/>
                    <a:pt x="54580" y="80305"/>
                  </a:cubicBezTo>
                  <a:cubicBezTo>
                    <a:pt x="72825" y="80305"/>
                    <a:pt x="82921" y="57455"/>
                    <a:pt x="82921" y="53026"/>
                  </a:cubicBezTo>
                  <a:cubicBezTo>
                    <a:pt x="82921" y="51255"/>
                    <a:pt x="81327" y="51255"/>
                    <a:pt x="80796" y="51255"/>
                  </a:cubicBezTo>
                  <a:cubicBezTo>
                    <a:pt x="79202" y="51255"/>
                    <a:pt x="78847" y="51964"/>
                    <a:pt x="78493" y="53203"/>
                  </a:cubicBezTo>
                  <a:cubicBezTo>
                    <a:pt x="72648" y="72157"/>
                    <a:pt x="60602" y="76408"/>
                    <a:pt x="54934" y="76408"/>
                  </a:cubicBezTo>
                  <a:cubicBezTo>
                    <a:pt x="48026" y="76408"/>
                    <a:pt x="45191" y="70740"/>
                    <a:pt x="45191" y="64717"/>
                  </a:cubicBezTo>
                  <a:cubicBezTo>
                    <a:pt x="45191" y="60820"/>
                    <a:pt x="46254" y="56923"/>
                    <a:pt x="48203" y="49129"/>
                  </a:cubicBezTo>
                  <a:lnTo>
                    <a:pt x="54225" y="24862"/>
                  </a:lnTo>
                  <a:close/>
                </a:path>
              </a:pathLst>
            </a:custGeom>
            <a:solidFill>
              <a:srgbClr val="000000"/>
            </a:solidFill>
            <a:ln w="17751"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412CA25F-153E-8A1D-D7D1-0210918576BE}"/>
                </a:ext>
              </a:extLst>
            </p:cNvPr>
            <p:cNvSpPr/>
            <p:nvPr>
              <p:custDataLst>
                <p:tags r:id="rId60"/>
              </p:custDataLst>
            </p:nvPr>
          </p:nvSpPr>
          <p:spPr>
            <a:xfrm>
              <a:off x="6189830" y="3523103"/>
              <a:ext cx="41095" cy="177135"/>
            </a:xfrm>
            <a:custGeom>
              <a:avLst/>
              <a:gdLst>
                <a:gd name="connsiteX0" fmla="*/ 41300 w 41095"/>
                <a:gd name="connsiteY0" fmla="*/ 88631 h 177135"/>
                <a:gd name="connsiteX1" fmla="*/ 29609 w 41095"/>
                <a:gd name="connsiteY1" fmla="*/ 33364 h 177135"/>
                <a:gd name="connsiteX2" fmla="*/ 1976 w 41095"/>
                <a:gd name="connsiteY2" fmla="*/ 63 h 177135"/>
                <a:gd name="connsiteX3" fmla="*/ 205 w 41095"/>
                <a:gd name="connsiteY3" fmla="*/ 1834 h 177135"/>
                <a:gd name="connsiteX4" fmla="*/ 3570 w 41095"/>
                <a:gd name="connsiteY4" fmla="*/ 5908 h 177135"/>
                <a:gd name="connsiteX5" fmla="*/ 31026 w 41095"/>
                <a:gd name="connsiteY5" fmla="*/ 88631 h 177135"/>
                <a:gd name="connsiteX6" fmla="*/ 2507 w 41095"/>
                <a:gd name="connsiteY6" fmla="*/ 172416 h 177135"/>
                <a:gd name="connsiteX7" fmla="*/ 205 w 41095"/>
                <a:gd name="connsiteY7" fmla="*/ 175427 h 177135"/>
                <a:gd name="connsiteX8" fmla="*/ 1976 w 41095"/>
                <a:gd name="connsiteY8" fmla="*/ 177199 h 177135"/>
                <a:gd name="connsiteX9" fmla="*/ 30141 w 41095"/>
                <a:gd name="connsiteY9" fmla="*/ 142657 h 177135"/>
                <a:gd name="connsiteX10" fmla="*/ 41300 w 41095"/>
                <a:gd name="connsiteY10" fmla="*/ 88631 h 17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95" h="177135">
                  <a:moveTo>
                    <a:pt x="41300" y="88631"/>
                  </a:moveTo>
                  <a:cubicBezTo>
                    <a:pt x="41300" y="74814"/>
                    <a:pt x="39352" y="53381"/>
                    <a:pt x="29609" y="33364"/>
                  </a:cubicBezTo>
                  <a:cubicBezTo>
                    <a:pt x="18981" y="11577"/>
                    <a:pt x="3747" y="63"/>
                    <a:pt x="1976" y="63"/>
                  </a:cubicBezTo>
                  <a:cubicBezTo>
                    <a:pt x="913" y="63"/>
                    <a:pt x="205" y="771"/>
                    <a:pt x="205" y="1834"/>
                  </a:cubicBezTo>
                  <a:cubicBezTo>
                    <a:pt x="205" y="2366"/>
                    <a:pt x="205" y="2720"/>
                    <a:pt x="3570" y="5908"/>
                  </a:cubicBezTo>
                  <a:cubicBezTo>
                    <a:pt x="20930" y="23445"/>
                    <a:pt x="31026" y="51609"/>
                    <a:pt x="31026" y="88631"/>
                  </a:cubicBezTo>
                  <a:cubicBezTo>
                    <a:pt x="31026" y="118921"/>
                    <a:pt x="24472" y="150097"/>
                    <a:pt x="2507" y="172416"/>
                  </a:cubicBezTo>
                  <a:cubicBezTo>
                    <a:pt x="205" y="174541"/>
                    <a:pt x="205" y="174896"/>
                    <a:pt x="205" y="175427"/>
                  </a:cubicBezTo>
                  <a:cubicBezTo>
                    <a:pt x="205" y="176490"/>
                    <a:pt x="913" y="177199"/>
                    <a:pt x="1976" y="177199"/>
                  </a:cubicBezTo>
                  <a:cubicBezTo>
                    <a:pt x="3747" y="177199"/>
                    <a:pt x="19690" y="165153"/>
                    <a:pt x="30141" y="142657"/>
                  </a:cubicBezTo>
                  <a:cubicBezTo>
                    <a:pt x="39175" y="123172"/>
                    <a:pt x="41300" y="103510"/>
                    <a:pt x="41300" y="88631"/>
                  </a:cubicBezTo>
                  <a:close/>
                </a:path>
              </a:pathLst>
            </a:custGeom>
            <a:solidFill>
              <a:srgbClr val="000000"/>
            </a:solidFill>
            <a:ln w="17751" cap="flat">
              <a:noFill/>
              <a:prstDash val="solid"/>
              <a:miter/>
            </a:ln>
          </p:spPr>
          <p:txBody>
            <a:bodyPr rtlCol="0" anchor="ctr"/>
            <a:lstStyle/>
            <a:p>
              <a:endParaRPr lang="en-US"/>
            </a:p>
          </p:txBody>
        </p:sp>
      </p:grpSp>
      <p:grpSp>
        <p:nvGrpSpPr>
          <p:cNvPr id="223" name="Group 222" descr="\documentclass{article}&#10;\usepackage{amsmath}&#10;\pagestyle{empty}&#10;\begin{document}&#10;&#10;$\text{Prposed Tree [depth=10] } \hat{h}(x)$&#10;&#10;\end{document}" title="IguanaTex Vector Display">
            <a:extLst>
              <a:ext uri="{FF2B5EF4-FFF2-40B4-BE49-F238E27FC236}">
                <a16:creationId xmlns:a16="http://schemas.microsoft.com/office/drawing/2014/main" id="{6255882A-553D-5E12-1242-E3183AEDB88B}"/>
              </a:ext>
            </a:extLst>
          </p:cNvPr>
          <p:cNvGrpSpPr>
            <a:grpSpLocks noChangeAspect="1"/>
          </p:cNvGrpSpPr>
          <p:nvPr>
            <p:custDataLst>
              <p:tags r:id="rId7"/>
            </p:custDataLst>
          </p:nvPr>
        </p:nvGrpSpPr>
        <p:grpSpPr>
          <a:xfrm>
            <a:off x="9530972" y="2832968"/>
            <a:ext cx="2045628" cy="188713"/>
            <a:chOff x="3910144" y="3486278"/>
            <a:chExt cx="2319304" cy="213960"/>
          </a:xfrm>
        </p:grpSpPr>
        <p:sp>
          <p:nvSpPr>
            <p:cNvPr id="197" name="Freeform: Shape 196">
              <a:extLst>
                <a:ext uri="{FF2B5EF4-FFF2-40B4-BE49-F238E27FC236}">
                  <a16:creationId xmlns:a16="http://schemas.microsoft.com/office/drawing/2014/main" id="{0B94A50F-46C8-4C06-60D8-80F683BDA894}"/>
                </a:ext>
              </a:extLst>
            </p:cNvPr>
            <p:cNvSpPr/>
            <p:nvPr>
              <p:custDataLst>
                <p:tags r:id="rId8"/>
              </p:custDataLst>
            </p:nvPr>
          </p:nvSpPr>
          <p:spPr>
            <a:xfrm>
              <a:off x="3910144" y="3534971"/>
              <a:ext cx="104332" cy="120983"/>
            </a:xfrm>
            <a:custGeom>
              <a:avLst/>
              <a:gdLst>
                <a:gd name="connsiteX0" fmla="*/ 34087 w 104332"/>
                <a:gd name="connsiteY0" fmla="*/ 65072 h 120983"/>
                <a:gd name="connsiteX1" fmla="*/ 64023 w 104332"/>
                <a:gd name="connsiteY1" fmla="*/ 65072 h 120983"/>
                <a:gd name="connsiteX2" fmla="*/ 104410 w 104332"/>
                <a:gd name="connsiteY2" fmla="*/ 33010 h 120983"/>
                <a:gd name="connsiteX3" fmla="*/ 62606 w 104332"/>
                <a:gd name="connsiteY3" fmla="*/ 63 h 120983"/>
                <a:gd name="connsiteX4" fmla="*/ 77 w 104332"/>
                <a:gd name="connsiteY4" fmla="*/ 63 h 120983"/>
                <a:gd name="connsiteX5" fmla="*/ 77 w 104332"/>
                <a:gd name="connsiteY5" fmla="*/ 5554 h 120983"/>
                <a:gd name="connsiteX6" fmla="*/ 4328 w 104332"/>
                <a:gd name="connsiteY6" fmla="*/ 5554 h 120983"/>
                <a:gd name="connsiteX7" fmla="*/ 18322 w 104332"/>
                <a:gd name="connsiteY7" fmla="*/ 13879 h 120983"/>
                <a:gd name="connsiteX8" fmla="*/ 18322 w 104332"/>
                <a:gd name="connsiteY8" fmla="*/ 107230 h 120983"/>
                <a:gd name="connsiteX9" fmla="*/ 4328 w 104332"/>
                <a:gd name="connsiteY9" fmla="*/ 115555 h 120983"/>
                <a:gd name="connsiteX10" fmla="*/ 77 w 104332"/>
                <a:gd name="connsiteY10" fmla="*/ 115555 h 120983"/>
                <a:gd name="connsiteX11" fmla="*/ 77 w 104332"/>
                <a:gd name="connsiteY11" fmla="*/ 121046 h 120983"/>
                <a:gd name="connsiteX12" fmla="*/ 26116 w 104332"/>
                <a:gd name="connsiteY12" fmla="*/ 120515 h 120983"/>
                <a:gd name="connsiteX13" fmla="*/ 52332 w 104332"/>
                <a:gd name="connsiteY13" fmla="*/ 121046 h 120983"/>
                <a:gd name="connsiteX14" fmla="*/ 52332 w 104332"/>
                <a:gd name="connsiteY14" fmla="*/ 115555 h 120983"/>
                <a:gd name="connsiteX15" fmla="*/ 48081 w 104332"/>
                <a:gd name="connsiteY15" fmla="*/ 115555 h 120983"/>
                <a:gd name="connsiteX16" fmla="*/ 34087 w 104332"/>
                <a:gd name="connsiteY16" fmla="*/ 107230 h 120983"/>
                <a:gd name="connsiteX17" fmla="*/ 34087 w 104332"/>
                <a:gd name="connsiteY17" fmla="*/ 65072 h 120983"/>
                <a:gd name="connsiteX18" fmla="*/ 33555 w 104332"/>
                <a:gd name="connsiteY18" fmla="*/ 60466 h 120983"/>
                <a:gd name="connsiteX19" fmla="*/ 33555 w 104332"/>
                <a:gd name="connsiteY19" fmla="*/ 12639 h 120983"/>
                <a:gd name="connsiteX20" fmla="*/ 42235 w 104332"/>
                <a:gd name="connsiteY20" fmla="*/ 5554 h 120983"/>
                <a:gd name="connsiteX21" fmla="*/ 58000 w 104332"/>
                <a:gd name="connsiteY21" fmla="*/ 5554 h 120983"/>
                <a:gd name="connsiteX22" fmla="*/ 86165 w 104332"/>
                <a:gd name="connsiteY22" fmla="*/ 33010 h 120983"/>
                <a:gd name="connsiteX23" fmla="*/ 58000 w 104332"/>
                <a:gd name="connsiteY23" fmla="*/ 60466 h 120983"/>
                <a:gd name="connsiteX24" fmla="*/ 33555 w 104332"/>
                <a:gd name="connsiteY24" fmla="*/ 60466 h 120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332" h="120983">
                  <a:moveTo>
                    <a:pt x="34087" y="65072"/>
                  </a:moveTo>
                  <a:lnTo>
                    <a:pt x="64023" y="65072"/>
                  </a:lnTo>
                  <a:cubicBezTo>
                    <a:pt x="85279" y="65072"/>
                    <a:pt x="104410" y="50724"/>
                    <a:pt x="104410" y="33010"/>
                  </a:cubicBezTo>
                  <a:cubicBezTo>
                    <a:pt x="104410" y="15651"/>
                    <a:pt x="86873" y="63"/>
                    <a:pt x="62606" y="63"/>
                  </a:cubicBezTo>
                  <a:lnTo>
                    <a:pt x="77" y="63"/>
                  </a:lnTo>
                  <a:lnTo>
                    <a:pt x="77" y="5554"/>
                  </a:lnTo>
                  <a:lnTo>
                    <a:pt x="4328" y="5554"/>
                  </a:lnTo>
                  <a:cubicBezTo>
                    <a:pt x="17967" y="5554"/>
                    <a:pt x="18322" y="7502"/>
                    <a:pt x="18322" y="13879"/>
                  </a:cubicBezTo>
                  <a:lnTo>
                    <a:pt x="18322" y="107230"/>
                  </a:lnTo>
                  <a:cubicBezTo>
                    <a:pt x="18322" y="113607"/>
                    <a:pt x="17967" y="115555"/>
                    <a:pt x="4328" y="115555"/>
                  </a:cubicBezTo>
                  <a:lnTo>
                    <a:pt x="77" y="115555"/>
                  </a:lnTo>
                  <a:lnTo>
                    <a:pt x="77" y="121046"/>
                  </a:lnTo>
                  <a:cubicBezTo>
                    <a:pt x="6276" y="120515"/>
                    <a:pt x="19385" y="120515"/>
                    <a:pt x="26116" y="120515"/>
                  </a:cubicBezTo>
                  <a:cubicBezTo>
                    <a:pt x="32847" y="120515"/>
                    <a:pt x="46132" y="120515"/>
                    <a:pt x="52332" y="121046"/>
                  </a:cubicBezTo>
                  <a:lnTo>
                    <a:pt x="52332" y="115555"/>
                  </a:lnTo>
                  <a:lnTo>
                    <a:pt x="48081" y="115555"/>
                  </a:lnTo>
                  <a:cubicBezTo>
                    <a:pt x="34441" y="115555"/>
                    <a:pt x="34087" y="113607"/>
                    <a:pt x="34087" y="107230"/>
                  </a:cubicBezTo>
                  <a:lnTo>
                    <a:pt x="34087" y="65072"/>
                  </a:lnTo>
                  <a:close/>
                  <a:moveTo>
                    <a:pt x="33555" y="60466"/>
                  </a:moveTo>
                  <a:lnTo>
                    <a:pt x="33555" y="12639"/>
                  </a:lnTo>
                  <a:cubicBezTo>
                    <a:pt x="33555" y="6794"/>
                    <a:pt x="33910" y="5554"/>
                    <a:pt x="42235" y="5554"/>
                  </a:cubicBezTo>
                  <a:lnTo>
                    <a:pt x="58000" y="5554"/>
                  </a:lnTo>
                  <a:cubicBezTo>
                    <a:pt x="86165" y="5554"/>
                    <a:pt x="86165" y="24330"/>
                    <a:pt x="86165" y="33010"/>
                  </a:cubicBezTo>
                  <a:cubicBezTo>
                    <a:pt x="86165" y="41335"/>
                    <a:pt x="86165" y="60466"/>
                    <a:pt x="58000" y="60466"/>
                  </a:cubicBezTo>
                  <a:lnTo>
                    <a:pt x="33555" y="60466"/>
                  </a:lnTo>
                  <a:close/>
                </a:path>
              </a:pathLst>
            </a:custGeom>
            <a:solidFill>
              <a:srgbClr val="000000"/>
            </a:solidFill>
            <a:ln w="17751"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86C9BA21-16D2-9CE2-BB50-D0437EF95F96}"/>
                </a:ext>
              </a:extLst>
            </p:cNvPr>
            <p:cNvSpPr/>
            <p:nvPr>
              <p:custDataLst>
                <p:tags r:id="rId9"/>
              </p:custDataLst>
            </p:nvPr>
          </p:nvSpPr>
          <p:spPr>
            <a:xfrm>
              <a:off x="4029456" y="3577661"/>
              <a:ext cx="59517" cy="78294"/>
            </a:xfrm>
            <a:custGeom>
              <a:avLst/>
              <a:gdLst>
                <a:gd name="connsiteX0" fmla="*/ 24705 w 59517"/>
                <a:gd name="connsiteY0" fmla="*/ 19548 h 78294"/>
                <a:gd name="connsiteX1" fmla="*/ 24705 w 59517"/>
                <a:gd name="connsiteY1" fmla="*/ 63 h 78294"/>
                <a:gd name="connsiteX2" fmla="*/ 83 w 59517"/>
                <a:gd name="connsiteY2" fmla="*/ 2011 h 78294"/>
                <a:gd name="connsiteX3" fmla="*/ 83 w 59517"/>
                <a:gd name="connsiteY3" fmla="*/ 7502 h 78294"/>
                <a:gd name="connsiteX4" fmla="*/ 13900 w 59517"/>
                <a:gd name="connsiteY4" fmla="*/ 17422 h 78294"/>
                <a:gd name="connsiteX5" fmla="*/ 13900 w 59517"/>
                <a:gd name="connsiteY5" fmla="*/ 64894 h 78294"/>
                <a:gd name="connsiteX6" fmla="*/ 83 w 59517"/>
                <a:gd name="connsiteY6" fmla="*/ 72866 h 78294"/>
                <a:gd name="connsiteX7" fmla="*/ 83 w 59517"/>
                <a:gd name="connsiteY7" fmla="*/ 78357 h 78294"/>
                <a:gd name="connsiteX8" fmla="*/ 20277 w 59517"/>
                <a:gd name="connsiteY8" fmla="*/ 77825 h 78294"/>
                <a:gd name="connsiteX9" fmla="*/ 42773 w 59517"/>
                <a:gd name="connsiteY9" fmla="*/ 78357 h 78294"/>
                <a:gd name="connsiteX10" fmla="*/ 42773 w 59517"/>
                <a:gd name="connsiteY10" fmla="*/ 72866 h 78294"/>
                <a:gd name="connsiteX11" fmla="*/ 39053 w 59517"/>
                <a:gd name="connsiteY11" fmla="*/ 72866 h 78294"/>
                <a:gd name="connsiteX12" fmla="*/ 25591 w 59517"/>
                <a:gd name="connsiteY12" fmla="*/ 64540 h 78294"/>
                <a:gd name="connsiteX13" fmla="*/ 25591 w 59517"/>
                <a:gd name="connsiteY13" fmla="*/ 37261 h 78294"/>
                <a:gd name="connsiteX14" fmla="*/ 46493 w 59517"/>
                <a:gd name="connsiteY14" fmla="*/ 3960 h 78294"/>
                <a:gd name="connsiteX15" fmla="*/ 48442 w 59517"/>
                <a:gd name="connsiteY15" fmla="*/ 4137 h 78294"/>
                <a:gd name="connsiteX16" fmla="*/ 44367 w 59517"/>
                <a:gd name="connsiteY16" fmla="*/ 11045 h 78294"/>
                <a:gd name="connsiteX17" fmla="*/ 51984 w 59517"/>
                <a:gd name="connsiteY17" fmla="*/ 18662 h 78294"/>
                <a:gd name="connsiteX18" fmla="*/ 59601 w 59517"/>
                <a:gd name="connsiteY18" fmla="*/ 10868 h 78294"/>
                <a:gd name="connsiteX19" fmla="*/ 46493 w 59517"/>
                <a:gd name="connsiteY19" fmla="*/ 63 h 78294"/>
                <a:gd name="connsiteX20" fmla="*/ 24705 w 59517"/>
                <a:gd name="connsiteY20" fmla="*/ 19548 h 7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9517" h="78294">
                  <a:moveTo>
                    <a:pt x="24705" y="19548"/>
                  </a:moveTo>
                  <a:lnTo>
                    <a:pt x="24705" y="63"/>
                  </a:lnTo>
                  <a:lnTo>
                    <a:pt x="83" y="2011"/>
                  </a:lnTo>
                  <a:lnTo>
                    <a:pt x="83" y="7502"/>
                  </a:lnTo>
                  <a:cubicBezTo>
                    <a:pt x="12483" y="7502"/>
                    <a:pt x="13900" y="8742"/>
                    <a:pt x="13900" y="17422"/>
                  </a:cubicBezTo>
                  <a:lnTo>
                    <a:pt x="13900" y="64894"/>
                  </a:lnTo>
                  <a:cubicBezTo>
                    <a:pt x="13900" y="72866"/>
                    <a:pt x="11952" y="72866"/>
                    <a:pt x="83" y="72866"/>
                  </a:cubicBezTo>
                  <a:lnTo>
                    <a:pt x="83" y="78357"/>
                  </a:lnTo>
                  <a:cubicBezTo>
                    <a:pt x="6992" y="78180"/>
                    <a:pt x="15317" y="77825"/>
                    <a:pt x="20277" y="77825"/>
                  </a:cubicBezTo>
                  <a:cubicBezTo>
                    <a:pt x="27362" y="77825"/>
                    <a:pt x="35688" y="77825"/>
                    <a:pt x="42773" y="78357"/>
                  </a:cubicBezTo>
                  <a:lnTo>
                    <a:pt x="42773" y="72866"/>
                  </a:lnTo>
                  <a:lnTo>
                    <a:pt x="39053" y="72866"/>
                  </a:lnTo>
                  <a:cubicBezTo>
                    <a:pt x="25945" y="72866"/>
                    <a:pt x="25591" y="70917"/>
                    <a:pt x="25591" y="64540"/>
                  </a:cubicBezTo>
                  <a:lnTo>
                    <a:pt x="25591" y="37261"/>
                  </a:lnTo>
                  <a:cubicBezTo>
                    <a:pt x="25591" y="19725"/>
                    <a:pt x="33031" y="3960"/>
                    <a:pt x="46493" y="3960"/>
                  </a:cubicBezTo>
                  <a:cubicBezTo>
                    <a:pt x="47733" y="3960"/>
                    <a:pt x="48087" y="3960"/>
                    <a:pt x="48442" y="4137"/>
                  </a:cubicBezTo>
                  <a:cubicBezTo>
                    <a:pt x="47910" y="4314"/>
                    <a:pt x="44367" y="6440"/>
                    <a:pt x="44367" y="11045"/>
                  </a:cubicBezTo>
                  <a:cubicBezTo>
                    <a:pt x="44367" y="16005"/>
                    <a:pt x="48087" y="18662"/>
                    <a:pt x="51984" y="18662"/>
                  </a:cubicBezTo>
                  <a:cubicBezTo>
                    <a:pt x="55173" y="18662"/>
                    <a:pt x="59601" y="16536"/>
                    <a:pt x="59601" y="10868"/>
                  </a:cubicBezTo>
                  <a:cubicBezTo>
                    <a:pt x="59601" y="5200"/>
                    <a:pt x="54110" y="63"/>
                    <a:pt x="46493" y="63"/>
                  </a:cubicBezTo>
                  <a:cubicBezTo>
                    <a:pt x="33562" y="63"/>
                    <a:pt x="27185" y="11931"/>
                    <a:pt x="24705" y="19548"/>
                  </a:cubicBezTo>
                  <a:close/>
                </a:path>
              </a:pathLst>
            </a:custGeom>
            <a:solidFill>
              <a:srgbClr val="000000"/>
            </a:solidFill>
            <a:ln w="17751"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5F1766B5-9ED7-B353-5BB4-834CF871BD6B}"/>
                </a:ext>
              </a:extLst>
            </p:cNvPr>
            <p:cNvSpPr/>
            <p:nvPr>
              <p:custDataLst>
                <p:tags r:id="rId10"/>
              </p:custDataLst>
            </p:nvPr>
          </p:nvSpPr>
          <p:spPr>
            <a:xfrm>
              <a:off x="4098834" y="3577661"/>
              <a:ext cx="87327" cy="112658"/>
            </a:xfrm>
            <a:custGeom>
              <a:avLst/>
              <a:gdLst>
                <a:gd name="connsiteX0" fmla="*/ 25595 w 87327"/>
                <a:gd name="connsiteY0" fmla="*/ 11754 h 112658"/>
                <a:gd name="connsiteX1" fmla="*/ 25595 w 87327"/>
                <a:gd name="connsiteY1" fmla="*/ 63 h 112658"/>
                <a:gd name="connsiteX2" fmla="*/ 87 w 87327"/>
                <a:gd name="connsiteY2" fmla="*/ 2011 h 112658"/>
                <a:gd name="connsiteX3" fmla="*/ 87 w 87327"/>
                <a:gd name="connsiteY3" fmla="*/ 7502 h 112658"/>
                <a:gd name="connsiteX4" fmla="*/ 13904 w 87327"/>
                <a:gd name="connsiteY4" fmla="*/ 16359 h 112658"/>
                <a:gd name="connsiteX5" fmla="*/ 13904 w 87327"/>
                <a:gd name="connsiteY5" fmla="*/ 99259 h 112658"/>
                <a:gd name="connsiteX6" fmla="*/ 87 w 87327"/>
                <a:gd name="connsiteY6" fmla="*/ 107230 h 112658"/>
                <a:gd name="connsiteX7" fmla="*/ 87 w 87327"/>
                <a:gd name="connsiteY7" fmla="*/ 112721 h 112658"/>
                <a:gd name="connsiteX8" fmla="*/ 19927 w 87327"/>
                <a:gd name="connsiteY8" fmla="*/ 112190 h 112658"/>
                <a:gd name="connsiteX9" fmla="*/ 39943 w 87327"/>
                <a:gd name="connsiteY9" fmla="*/ 112721 h 112658"/>
                <a:gd name="connsiteX10" fmla="*/ 39943 w 87327"/>
                <a:gd name="connsiteY10" fmla="*/ 107230 h 112658"/>
                <a:gd name="connsiteX11" fmla="*/ 26126 w 87327"/>
                <a:gd name="connsiteY11" fmla="*/ 99259 h 112658"/>
                <a:gd name="connsiteX12" fmla="*/ 26126 w 87327"/>
                <a:gd name="connsiteY12" fmla="*/ 69500 h 112658"/>
                <a:gd name="connsiteX13" fmla="*/ 26126 w 87327"/>
                <a:gd name="connsiteY13" fmla="*/ 67906 h 112658"/>
                <a:gd name="connsiteX14" fmla="*/ 47914 w 87327"/>
                <a:gd name="connsiteY14" fmla="*/ 80305 h 112658"/>
                <a:gd name="connsiteX15" fmla="*/ 87415 w 87327"/>
                <a:gd name="connsiteY15" fmla="*/ 40095 h 112658"/>
                <a:gd name="connsiteX16" fmla="*/ 50394 w 87327"/>
                <a:gd name="connsiteY16" fmla="*/ 63 h 112658"/>
                <a:gd name="connsiteX17" fmla="*/ 25595 w 87327"/>
                <a:gd name="connsiteY17" fmla="*/ 11754 h 112658"/>
                <a:gd name="connsiteX18" fmla="*/ 26126 w 87327"/>
                <a:gd name="connsiteY18" fmla="*/ 58163 h 112658"/>
                <a:gd name="connsiteX19" fmla="*/ 26126 w 87327"/>
                <a:gd name="connsiteY19" fmla="*/ 18662 h 112658"/>
                <a:gd name="connsiteX20" fmla="*/ 48977 w 87327"/>
                <a:gd name="connsiteY20" fmla="*/ 4491 h 112658"/>
                <a:gd name="connsiteX21" fmla="*/ 72713 w 87327"/>
                <a:gd name="connsiteY21" fmla="*/ 40095 h 112658"/>
                <a:gd name="connsiteX22" fmla="*/ 47206 w 87327"/>
                <a:gd name="connsiteY22" fmla="*/ 76408 h 112658"/>
                <a:gd name="connsiteX23" fmla="*/ 28606 w 87327"/>
                <a:gd name="connsiteY23" fmla="*/ 65603 h 112658"/>
                <a:gd name="connsiteX24" fmla="*/ 26126 w 87327"/>
                <a:gd name="connsiteY24" fmla="*/ 58163 h 112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7327" h="112658">
                  <a:moveTo>
                    <a:pt x="25595" y="11754"/>
                  </a:moveTo>
                  <a:lnTo>
                    <a:pt x="25595" y="63"/>
                  </a:lnTo>
                  <a:lnTo>
                    <a:pt x="87" y="2011"/>
                  </a:lnTo>
                  <a:lnTo>
                    <a:pt x="87" y="7502"/>
                  </a:lnTo>
                  <a:cubicBezTo>
                    <a:pt x="12664" y="7502"/>
                    <a:pt x="13904" y="8565"/>
                    <a:pt x="13904" y="16359"/>
                  </a:cubicBezTo>
                  <a:lnTo>
                    <a:pt x="13904" y="99259"/>
                  </a:lnTo>
                  <a:cubicBezTo>
                    <a:pt x="13904" y="107230"/>
                    <a:pt x="11955" y="107230"/>
                    <a:pt x="87" y="107230"/>
                  </a:cubicBezTo>
                  <a:lnTo>
                    <a:pt x="87" y="112721"/>
                  </a:lnTo>
                  <a:cubicBezTo>
                    <a:pt x="6110" y="112544"/>
                    <a:pt x="15321" y="112190"/>
                    <a:pt x="19927" y="112190"/>
                  </a:cubicBezTo>
                  <a:cubicBezTo>
                    <a:pt x="24709" y="112190"/>
                    <a:pt x="33743" y="112544"/>
                    <a:pt x="39943" y="112721"/>
                  </a:cubicBezTo>
                  <a:lnTo>
                    <a:pt x="39943" y="107230"/>
                  </a:lnTo>
                  <a:cubicBezTo>
                    <a:pt x="28075" y="107230"/>
                    <a:pt x="26126" y="107230"/>
                    <a:pt x="26126" y="99259"/>
                  </a:cubicBezTo>
                  <a:lnTo>
                    <a:pt x="26126" y="69500"/>
                  </a:lnTo>
                  <a:lnTo>
                    <a:pt x="26126" y="67906"/>
                  </a:lnTo>
                  <a:cubicBezTo>
                    <a:pt x="27012" y="70740"/>
                    <a:pt x="34452" y="80305"/>
                    <a:pt x="47914" y="80305"/>
                  </a:cubicBezTo>
                  <a:cubicBezTo>
                    <a:pt x="68993" y="80305"/>
                    <a:pt x="87415" y="62946"/>
                    <a:pt x="87415" y="40095"/>
                  </a:cubicBezTo>
                  <a:cubicBezTo>
                    <a:pt x="87415" y="17599"/>
                    <a:pt x="70233" y="63"/>
                    <a:pt x="50394" y="63"/>
                  </a:cubicBezTo>
                  <a:cubicBezTo>
                    <a:pt x="36577" y="63"/>
                    <a:pt x="29138" y="7857"/>
                    <a:pt x="25595" y="11754"/>
                  </a:cubicBezTo>
                  <a:close/>
                  <a:moveTo>
                    <a:pt x="26126" y="58163"/>
                  </a:moveTo>
                  <a:lnTo>
                    <a:pt x="26126" y="18662"/>
                  </a:lnTo>
                  <a:cubicBezTo>
                    <a:pt x="31263" y="9628"/>
                    <a:pt x="39943" y="4491"/>
                    <a:pt x="48977" y="4491"/>
                  </a:cubicBezTo>
                  <a:cubicBezTo>
                    <a:pt x="61908" y="4491"/>
                    <a:pt x="72713" y="20079"/>
                    <a:pt x="72713" y="40095"/>
                  </a:cubicBezTo>
                  <a:cubicBezTo>
                    <a:pt x="72713" y="61529"/>
                    <a:pt x="60314" y="76408"/>
                    <a:pt x="47206" y="76408"/>
                  </a:cubicBezTo>
                  <a:cubicBezTo>
                    <a:pt x="40120" y="76408"/>
                    <a:pt x="33389" y="72866"/>
                    <a:pt x="28606" y="65603"/>
                  </a:cubicBezTo>
                  <a:cubicBezTo>
                    <a:pt x="26126" y="61883"/>
                    <a:pt x="26126" y="61706"/>
                    <a:pt x="26126" y="58163"/>
                  </a:cubicBezTo>
                  <a:close/>
                </a:path>
              </a:pathLst>
            </a:custGeom>
            <a:solidFill>
              <a:srgbClr val="000000"/>
            </a:solidFill>
            <a:ln w="17751"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14D067E0-34D7-06E7-9B59-CE42B506635A}"/>
                </a:ext>
              </a:extLst>
            </p:cNvPr>
            <p:cNvSpPr/>
            <p:nvPr>
              <p:custDataLst>
                <p:tags r:id="rId11"/>
              </p:custDataLst>
            </p:nvPr>
          </p:nvSpPr>
          <p:spPr>
            <a:xfrm>
              <a:off x="4202164" y="3576598"/>
              <a:ext cx="78471" cy="81305"/>
            </a:xfrm>
            <a:custGeom>
              <a:avLst/>
              <a:gdLst>
                <a:gd name="connsiteX0" fmla="*/ 78564 w 78471"/>
                <a:gd name="connsiteY0" fmla="*/ 41513 h 81305"/>
                <a:gd name="connsiteX1" fmla="*/ 39417 w 78471"/>
                <a:gd name="connsiteY1" fmla="*/ 63 h 81305"/>
                <a:gd name="connsiteX2" fmla="*/ 93 w 78471"/>
                <a:gd name="connsiteY2" fmla="*/ 41513 h 81305"/>
                <a:gd name="connsiteX3" fmla="*/ 39240 w 78471"/>
                <a:gd name="connsiteY3" fmla="*/ 81368 h 81305"/>
                <a:gd name="connsiteX4" fmla="*/ 78564 w 78471"/>
                <a:gd name="connsiteY4" fmla="*/ 41513 h 81305"/>
                <a:gd name="connsiteX5" fmla="*/ 39417 w 78471"/>
                <a:gd name="connsiteY5" fmla="*/ 76940 h 81305"/>
                <a:gd name="connsiteX6" fmla="*/ 19224 w 78471"/>
                <a:gd name="connsiteY6" fmla="*/ 65072 h 81305"/>
                <a:gd name="connsiteX7" fmla="*/ 14795 w 78471"/>
                <a:gd name="connsiteY7" fmla="*/ 40095 h 81305"/>
                <a:gd name="connsiteX8" fmla="*/ 19047 w 78471"/>
                <a:gd name="connsiteY8" fmla="*/ 15828 h 81305"/>
                <a:gd name="connsiteX9" fmla="*/ 39240 w 78471"/>
                <a:gd name="connsiteY9" fmla="*/ 3960 h 81305"/>
                <a:gd name="connsiteX10" fmla="*/ 59257 w 78471"/>
                <a:gd name="connsiteY10" fmla="*/ 15474 h 81305"/>
                <a:gd name="connsiteX11" fmla="*/ 63862 w 78471"/>
                <a:gd name="connsiteY11" fmla="*/ 40095 h 81305"/>
                <a:gd name="connsiteX12" fmla="*/ 59965 w 78471"/>
                <a:gd name="connsiteY12" fmla="*/ 63832 h 81305"/>
                <a:gd name="connsiteX13" fmla="*/ 39417 w 78471"/>
                <a:gd name="connsiteY13" fmla="*/ 76940 h 8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471" h="81305">
                  <a:moveTo>
                    <a:pt x="78564" y="41513"/>
                  </a:moveTo>
                  <a:cubicBezTo>
                    <a:pt x="78564" y="18839"/>
                    <a:pt x="60851" y="63"/>
                    <a:pt x="39417" y="63"/>
                  </a:cubicBezTo>
                  <a:cubicBezTo>
                    <a:pt x="17275" y="63"/>
                    <a:pt x="93" y="19371"/>
                    <a:pt x="93" y="41513"/>
                  </a:cubicBezTo>
                  <a:cubicBezTo>
                    <a:pt x="93" y="64363"/>
                    <a:pt x="18515" y="81368"/>
                    <a:pt x="39240" y="81368"/>
                  </a:cubicBezTo>
                  <a:cubicBezTo>
                    <a:pt x="60674" y="81368"/>
                    <a:pt x="78564" y="64009"/>
                    <a:pt x="78564" y="41513"/>
                  </a:cubicBezTo>
                  <a:close/>
                  <a:moveTo>
                    <a:pt x="39417" y="76940"/>
                  </a:moveTo>
                  <a:cubicBezTo>
                    <a:pt x="31801" y="76940"/>
                    <a:pt x="24007" y="73220"/>
                    <a:pt x="19224" y="65072"/>
                  </a:cubicBezTo>
                  <a:cubicBezTo>
                    <a:pt x="14795" y="57278"/>
                    <a:pt x="14795" y="46472"/>
                    <a:pt x="14795" y="40095"/>
                  </a:cubicBezTo>
                  <a:cubicBezTo>
                    <a:pt x="14795" y="33187"/>
                    <a:pt x="14795" y="23622"/>
                    <a:pt x="19047" y="15828"/>
                  </a:cubicBezTo>
                  <a:cubicBezTo>
                    <a:pt x="23829" y="7680"/>
                    <a:pt x="32155" y="3960"/>
                    <a:pt x="39240" y="3960"/>
                  </a:cubicBezTo>
                  <a:cubicBezTo>
                    <a:pt x="47034" y="3960"/>
                    <a:pt x="54651" y="7857"/>
                    <a:pt x="59257" y="15474"/>
                  </a:cubicBezTo>
                  <a:cubicBezTo>
                    <a:pt x="63862" y="23090"/>
                    <a:pt x="63862" y="33364"/>
                    <a:pt x="63862" y="40095"/>
                  </a:cubicBezTo>
                  <a:cubicBezTo>
                    <a:pt x="63862" y="46472"/>
                    <a:pt x="63862" y="56038"/>
                    <a:pt x="59965" y="63832"/>
                  </a:cubicBezTo>
                  <a:cubicBezTo>
                    <a:pt x="56068" y="71803"/>
                    <a:pt x="48274" y="76940"/>
                    <a:pt x="39417" y="76940"/>
                  </a:cubicBezTo>
                  <a:close/>
                </a:path>
              </a:pathLst>
            </a:custGeom>
            <a:solidFill>
              <a:srgbClr val="000000"/>
            </a:solidFill>
            <a:ln w="17751"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0EC6C441-6FB8-E4D4-B10E-E143D270D23E}"/>
                </a:ext>
              </a:extLst>
            </p:cNvPr>
            <p:cNvSpPr/>
            <p:nvPr>
              <p:custDataLst>
                <p:tags r:id="rId12"/>
              </p:custDataLst>
            </p:nvPr>
          </p:nvSpPr>
          <p:spPr>
            <a:xfrm>
              <a:off x="4291618" y="3576598"/>
              <a:ext cx="57923" cy="81305"/>
            </a:xfrm>
            <a:custGeom>
              <a:avLst/>
              <a:gdLst>
                <a:gd name="connsiteX0" fmla="*/ 31097 w 57923"/>
                <a:gd name="connsiteY0" fmla="*/ 45055 h 81305"/>
                <a:gd name="connsiteX1" fmla="*/ 49519 w 57923"/>
                <a:gd name="connsiteY1" fmla="*/ 61352 h 81305"/>
                <a:gd name="connsiteX2" fmla="*/ 29503 w 57923"/>
                <a:gd name="connsiteY2" fmla="*/ 77471 h 81305"/>
                <a:gd name="connsiteX3" fmla="*/ 4881 w 57923"/>
                <a:gd name="connsiteY3" fmla="*/ 52318 h 81305"/>
                <a:gd name="connsiteX4" fmla="*/ 2401 w 57923"/>
                <a:gd name="connsiteY4" fmla="*/ 49307 h 81305"/>
                <a:gd name="connsiteX5" fmla="*/ 98 w 57923"/>
                <a:gd name="connsiteY5" fmla="*/ 53735 h 81305"/>
                <a:gd name="connsiteX6" fmla="*/ 98 w 57923"/>
                <a:gd name="connsiteY6" fmla="*/ 77117 h 81305"/>
                <a:gd name="connsiteX7" fmla="*/ 2047 w 57923"/>
                <a:gd name="connsiteY7" fmla="*/ 81368 h 81305"/>
                <a:gd name="connsiteX8" fmla="*/ 6475 w 57923"/>
                <a:gd name="connsiteY8" fmla="*/ 77825 h 81305"/>
                <a:gd name="connsiteX9" fmla="*/ 10018 w 57923"/>
                <a:gd name="connsiteY9" fmla="*/ 73751 h 81305"/>
                <a:gd name="connsiteX10" fmla="*/ 29503 w 57923"/>
                <a:gd name="connsiteY10" fmla="*/ 81368 h 81305"/>
                <a:gd name="connsiteX11" fmla="*/ 58022 w 57923"/>
                <a:gd name="connsiteY11" fmla="*/ 56746 h 81305"/>
                <a:gd name="connsiteX12" fmla="*/ 50582 w 57923"/>
                <a:gd name="connsiteY12" fmla="*/ 39918 h 81305"/>
                <a:gd name="connsiteX13" fmla="*/ 30388 w 57923"/>
                <a:gd name="connsiteY13" fmla="*/ 31416 h 81305"/>
                <a:gd name="connsiteX14" fmla="*/ 8601 w 57923"/>
                <a:gd name="connsiteY14" fmla="*/ 16891 h 81305"/>
                <a:gd name="connsiteX15" fmla="*/ 28440 w 57923"/>
                <a:gd name="connsiteY15" fmla="*/ 3428 h 81305"/>
                <a:gd name="connsiteX16" fmla="*/ 49165 w 57923"/>
                <a:gd name="connsiteY16" fmla="*/ 24862 h 81305"/>
                <a:gd name="connsiteX17" fmla="*/ 51290 w 57923"/>
                <a:gd name="connsiteY17" fmla="*/ 26456 h 81305"/>
                <a:gd name="connsiteX18" fmla="*/ 53593 w 57923"/>
                <a:gd name="connsiteY18" fmla="*/ 22205 h 81305"/>
                <a:gd name="connsiteX19" fmla="*/ 53593 w 57923"/>
                <a:gd name="connsiteY19" fmla="*/ 4314 h 81305"/>
                <a:gd name="connsiteX20" fmla="*/ 51645 w 57923"/>
                <a:gd name="connsiteY20" fmla="*/ 63 h 81305"/>
                <a:gd name="connsiteX21" fmla="*/ 48102 w 57923"/>
                <a:gd name="connsiteY21" fmla="*/ 2188 h 81305"/>
                <a:gd name="connsiteX22" fmla="*/ 45091 w 57923"/>
                <a:gd name="connsiteY22" fmla="*/ 5023 h 81305"/>
                <a:gd name="connsiteX23" fmla="*/ 28440 w 57923"/>
                <a:gd name="connsiteY23" fmla="*/ 63 h 81305"/>
                <a:gd name="connsiteX24" fmla="*/ 98 w 57923"/>
                <a:gd name="connsiteY24" fmla="*/ 21850 h 81305"/>
                <a:gd name="connsiteX25" fmla="*/ 7715 w 57923"/>
                <a:gd name="connsiteY25" fmla="*/ 36907 h 81305"/>
                <a:gd name="connsiteX26" fmla="*/ 31097 w 57923"/>
                <a:gd name="connsiteY26" fmla="*/ 45055 h 8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7923" h="81305">
                  <a:moveTo>
                    <a:pt x="31097" y="45055"/>
                  </a:moveTo>
                  <a:cubicBezTo>
                    <a:pt x="34994" y="45764"/>
                    <a:pt x="49519" y="48598"/>
                    <a:pt x="49519" y="61352"/>
                  </a:cubicBezTo>
                  <a:cubicBezTo>
                    <a:pt x="49519" y="70386"/>
                    <a:pt x="43319" y="77471"/>
                    <a:pt x="29503" y="77471"/>
                  </a:cubicBezTo>
                  <a:cubicBezTo>
                    <a:pt x="14623" y="77471"/>
                    <a:pt x="8246" y="67374"/>
                    <a:pt x="4881" y="52318"/>
                  </a:cubicBezTo>
                  <a:cubicBezTo>
                    <a:pt x="4349" y="50015"/>
                    <a:pt x="4172" y="49307"/>
                    <a:pt x="2401" y="49307"/>
                  </a:cubicBezTo>
                  <a:cubicBezTo>
                    <a:pt x="98" y="49307"/>
                    <a:pt x="98" y="50546"/>
                    <a:pt x="98" y="53735"/>
                  </a:cubicBezTo>
                  <a:lnTo>
                    <a:pt x="98" y="77117"/>
                  </a:lnTo>
                  <a:cubicBezTo>
                    <a:pt x="98" y="80128"/>
                    <a:pt x="98" y="81368"/>
                    <a:pt x="2047" y="81368"/>
                  </a:cubicBezTo>
                  <a:cubicBezTo>
                    <a:pt x="2932" y="81368"/>
                    <a:pt x="3109" y="81191"/>
                    <a:pt x="6475" y="77825"/>
                  </a:cubicBezTo>
                  <a:cubicBezTo>
                    <a:pt x="6829" y="77471"/>
                    <a:pt x="6829" y="77117"/>
                    <a:pt x="10018" y="73751"/>
                  </a:cubicBezTo>
                  <a:cubicBezTo>
                    <a:pt x="17812" y="81191"/>
                    <a:pt x="25783" y="81368"/>
                    <a:pt x="29503" y="81368"/>
                  </a:cubicBezTo>
                  <a:cubicBezTo>
                    <a:pt x="49873" y="81368"/>
                    <a:pt x="58022" y="69500"/>
                    <a:pt x="58022" y="56746"/>
                  </a:cubicBezTo>
                  <a:cubicBezTo>
                    <a:pt x="58022" y="47358"/>
                    <a:pt x="52708" y="42044"/>
                    <a:pt x="50582" y="39918"/>
                  </a:cubicBezTo>
                  <a:cubicBezTo>
                    <a:pt x="44736" y="34250"/>
                    <a:pt x="37828" y="32833"/>
                    <a:pt x="30388" y="31416"/>
                  </a:cubicBezTo>
                  <a:cubicBezTo>
                    <a:pt x="20469" y="29467"/>
                    <a:pt x="8601" y="27165"/>
                    <a:pt x="8601" y="16891"/>
                  </a:cubicBezTo>
                  <a:cubicBezTo>
                    <a:pt x="8601" y="10691"/>
                    <a:pt x="13206" y="3428"/>
                    <a:pt x="28440" y="3428"/>
                  </a:cubicBezTo>
                  <a:cubicBezTo>
                    <a:pt x="47925" y="3428"/>
                    <a:pt x="48811" y="19371"/>
                    <a:pt x="49165" y="24862"/>
                  </a:cubicBezTo>
                  <a:cubicBezTo>
                    <a:pt x="49342" y="26456"/>
                    <a:pt x="50936" y="26456"/>
                    <a:pt x="51290" y="26456"/>
                  </a:cubicBezTo>
                  <a:cubicBezTo>
                    <a:pt x="53593" y="26456"/>
                    <a:pt x="53593" y="25570"/>
                    <a:pt x="53593" y="22205"/>
                  </a:cubicBezTo>
                  <a:lnTo>
                    <a:pt x="53593" y="4314"/>
                  </a:lnTo>
                  <a:cubicBezTo>
                    <a:pt x="53593" y="1303"/>
                    <a:pt x="53593" y="63"/>
                    <a:pt x="51645" y="63"/>
                  </a:cubicBezTo>
                  <a:cubicBezTo>
                    <a:pt x="50759" y="63"/>
                    <a:pt x="50405" y="63"/>
                    <a:pt x="48102" y="2188"/>
                  </a:cubicBezTo>
                  <a:cubicBezTo>
                    <a:pt x="47571" y="2897"/>
                    <a:pt x="45799" y="4491"/>
                    <a:pt x="45091" y="5023"/>
                  </a:cubicBezTo>
                  <a:cubicBezTo>
                    <a:pt x="38360" y="63"/>
                    <a:pt x="31097" y="63"/>
                    <a:pt x="28440" y="63"/>
                  </a:cubicBezTo>
                  <a:cubicBezTo>
                    <a:pt x="6829" y="63"/>
                    <a:pt x="98" y="11931"/>
                    <a:pt x="98" y="21850"/>
                  </a:cubicBezTo>
                  <a:cubicBezTo>
                    <a:pt x="98" y="28050"/>
                    <a:pt x="2932" y="33010"/>
                    <a:pt x="7715" y="36907"/>
                  </a:cubicBezTo>
                  <a:cubicBezTo>
                    <a:pt x="13383" y="41513"/>
                    <a:pt x="18343" y="42575"/>
                    <a:pt x="31097" y="45055"/>
                  </a:cubicBezTo>
                  <a:close/>
                </a:path>
              </a:pathLst>
            </a:custGeom>
            <a:solidFill>
              <a:srgbClr val="000000"/>
            </a:solidFill>
            <a:ln w="17751"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4D7442E9-6496-345F-769E-F54909B1A251}"/>
                </a:ext>
              </a:extLst>
            </p:cNvPr>
            <p:cNvSpPr/>
            <p:nvPr>
              <p:custDataLst>
                <p:tags r:id="rId13"/>
              </p:custDataLst>
            </p:nvPr>
          </p:nvSpPr>
          <p:spPr>
            <a:xfrm>
              <a:off x="4360602" y="3576598"/>
              <a:ext cx="68551" cy="81305"/>
            </a:xfrm>
            <a:custGeom>
              <a:avLst/>
              <a:gdLst>
                <a:gd name="connsiteX0" fmla="*/ 14982 w 68551"/>
                <a:gd name="connsiteY0" fmla="*/ 34781 h 81305"/>
                <a:gd name="connsiteX1" fmla="*/ 36946 w 68551"/>
                <a:gd name="connsiteY1" fmla="*/ 3960 h 81305"/>
                <a:gd name="connsiteX2" fmla="*/ 56963 w 68551"/>
                <a:gd name="connsiteY2" fmla="*/ 34781 h 81305"/>
                <a:gd name="connsiteX3" fmla="*/ 14982 w 68551"/>
                <a:gd name="connsiteY3" fmla="*/ 34781 h 81305"/>
                <a:gd name="connsiteX4" fmla="*/ 14804 w 68551"/>
                <a:gd name="connsiteY4" fmla="*/ 38501 h 81305"/>
                <a:gd name="connsiteX5" fmla="*/ 64225 w 68551"/>
                <a:gd name="connsiteY5" fmla="*/ 38501 h 81305"/>
                <a:gd name="connsiteX6" fmla="*/ 68654 w 68551"/>
                <a:gd name="connsiteY6" fmla="*/ 34781 h 81305"/>
                <a:gd name="connsiteX7" fmla="*/ 36946 w 68551"/>
                <a:gd name="connsiteY7" fmla="*/ 63 h 81305"/>
                <a:gd name="connsiteX8" fmla="*/ 102 w 68551"/>
                <a:gd name="connsiteY8" fmla="*/ 40450 h 81305"/>
                <a:gd name="connsiteX9" fmla="*/ 39072 w 68551"/>
                <a:gd name="connsiteY9" fmla="*/ 81368 h 81305"/>
                <a:gd name="connsiteX10" fmla="*/ 68654 w 68551"/>
                <a:gd name="connsiteY10" fmla="*/ 58340 h 81305"/>
                <a:gd name="connsiteX11" fmla="*/ 66351 w 68551"/>
                <a:gd name="connsiteY11" fmla="*/ 56215 h 81305"/>
                <a:gd name="connsiteX12" fmla="*/ 64048 w 68551"/>
                <a:gd name="connsiteY12" fmla="*/ 58695 h 81305"/>
                <a:gd name="connsiteX13" fmla="*/ 40135 w 68551"/>
                <a:gd name="connsiteY13" fmla="*/ 76940 h 81305"/>
                <a:gd name="connsiteX14" fmla="*/ 20118 w 68551"/>
                <a:gd name="connsiteY14" fmla="*/ 65072 h 81305"/>
                <a:gd name="connsiteX15" fmla="*/ 14804 w 68551"/>
                <a:gd name="connsiteY15" fmla="*/ 38501 h 8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51" h="81305">
                  <a:moveTo>
                    <a:pt x="14982" y="34781"/>
                  </a:moveTo>
                  <a:cubicBezTo>
                    <a:pt x="16044" y="8388"/>
                    <a:pt x="30924" y="3960"/>
                    <a:pt x="36946" y="3960"/>
                  </a:cubicBezTo>
                  <a:cubicBezTo>
                    <a:pt x="55191" y="3960"/>
                    <a:pt x="56963" y="27873"/>
                    <a:pt x="56963" y="34781"/>
                  </a:cubicBezTo>
                  <a:lnTo>
                    <a:pt x="14982" y="34781"/>
                  </a:lnTo>
                  <a:close/>
                  <a:moveTo>
                    <a:pt x="14804" y="38501"/>
                  </a:moveTo>
                  <a:lnTo>
                    <a:pt x="64225" y="38501"/>
                  </a:lnTo>
                  <a:cubicBezTo>
                    <a:pt x="68122" y="38501"/>
                    <a:pt x="68654" y="38501"/>
                    <a:pt x="68654" y="34781"/>
                  </a:cubicBezTo>
                  <a:cubicBezTo>
                    <a:pt x="68654" y="17245"/>
                    <a:pt x="59088" y="63"/>
                    <a:pt x="36946" y="63"/>
                  </a:cubicBezTo>
                  <a:cubicBezTo>
                    <a:pt x="16399" y="63"/>
                    <a:pt x="102" y="18308"/>
                    <a:pt x="102" y="40450"/>
                  </a:cubicBezTo>
                  <a:cubicBezTo>
                    <a:pt x="102" y="64186"/>
                    <a:pt x="18701" y="81368"/>
                    <a:pt x="39072" y="81368"/>
                  </a:cubicBezTo>
                  <a:cubicBezTo>
                    <a:pt x="60683" y="81368"/>
                    <a:pt x="68654" y="61706"/>
                    <a:pt x="68654" y="58340"/>
                  </a:cubicBezTo>
                  <a:cubicBezTo>
                    <a:pt x="68654" y="56569"/>
                    <a:pt x="67237" y="56215"/>
                    <a:pt x="66351" y="56215"/>
                  </a:cubicBezTo>
                  <a:cubicBezTo>
                    <a:pt x="64757" y="56215"/>
                    <a:pt x="64402" y="57278"/>
                    <a:pt x="64048" y="58695"/>
                  </a:cubicBezTo>
                  <a:cubicBezTo>
                    <a:pt x="57848" y="76940"/>
                    <a:pt x="41906" y="76940"/>
                    <a:pt x="40135" y="76940"/>
                  </a:cubicBezTo>
                  <a:cubicBezTo>
                    <a:pt x="31278" y="76940"/>
                    <a:pt x="24193" y="71626"/>
                    <a:pt x="20118" y="65072"/>
                  </a:cubicBezTo>
                  <a:cubicBezTo>
                    <a:pt x="14804" y="56569"/>
                    <a:pt x="14804" y="44878"/>
                    <a:pt x="14804" y="38501"/>
                  </a:cubicBezTo>
                  <a:close/>
                </a:path>
              </a:pathLst>
            </a:custGeom>
            <a:solidFill>
              <a:srgbClr val="000000"/>
            </a:solidFill>
            <a:ln w="17751"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777402D9-4A49-01B7-6729-9C6972404A80}"/>
                </a:ext>
              </a:extLst>
            </p:cNvPr>
            <p:cNvSpPr/>
            <p:nvPr>
              <p:custDataLst>
                <p:tags r:id="rId14"/>
              </p:custDataLst>
            </p:nvPr>
          </p:nvSpPr>
          <p:spPr>
            <a:xfrm>
              <a:off x="4440392" y="3533022"/>
              <a:ext cx="87327" cy="124880"/>
            </a:xfrm>
            <a:custGeom>
              <a:avLst/>
              <a:gdLst>
                <a:gd name="connsiteX0" fmla="*/ 61396 w 87327"/>
                <a:gd name="connsiteY0" fmla="*/ 113253 h 124880"/>
                <a:gd name="connsiteX1" fmla="*/ 61396 w 87327"/>
                <a:gd name="connsiteY1" fmla="*/ 124943 h 124880"/>
                <a:gd name="connsiteX2" fmla="*/ 87434 w 87327"/>
                <a:gd name="connsiteY2" fmla="*/ 122995 h 124880"/>
                <a:gd name="connsiteX3" fmla="*/ 87434 w 87327"/>
                <a:gd name="connsiteY3" fmla="*/ 117504 h 124880"/>
                <a:gd name="connsiteX4" fmla="*/ 73618 w 87327"/>
                <a:gd name="connsiteY4" fmla="*/ 107584 h 124880"/>
                <a:gd name="connsiteX5" fmla="*/ 73618 w 87327"/>
                <a:gd name="connsiteY5" fmla="*/ 63 h 124880"/>
                <a:gd name="connsiteX6" fmla="*/ 48110 w 87327"/>
                <a:gd name="connsiteY6" fmla="*/ 2011 h 124880"/>
                <a:gd name="connsiteX7" fmla="*/ 48110 w 87327"/>
                <a:gd name="connsiteY7" fmla="*/ 7502 h 124880"/>
                <a:gd name="connsiteX8" fmla="*/ 61927 w 87327"/>
                <a:gd name="connsiteY8" fmla="*/ 17422 h 124880"/>
                <a:gd name="connsiteX9" fmla="*/ 61927 w 87327"/>
                <a:gd name="connsiteY9" fmla="*/ 55683 h 124880"/>
                <a:gd name="connsiteX10" fmla="*/ 39608 w 87327"/>
                <a:gd name="connsiteY10" fmla="*/ 44701 h 124880"/>
                <a:gd name="connsiteX11" fmla="*/ 107 w 87327"/>
                <a:gd name="connsiteY11" fmla="*/ 84911 h 124880"/>
                <a:gd name="connsiteX12" fmla="*/ 37659 w 87327"/>
                <a:gd name="connsiteY12" fmla="*/ 124943 h 124880"/>
                <a:gd name="connsiteX13" fmla="*/ 61396 w 87327"/>
                <a:gd name="connsiteY13" fmla="*/ 113253 h 124880"/>
                <a:gd name="connsiteX14" fmla="*/ 61396 w 87327"/>
                <a:gd name="connsiteY14" fmla="*/ 65780 h 124880"/>
                <a:gd name="connsiteX15" fmla="*/ 61396 w 87327"/>
                <a:gd name="connsiteY15" fmla="*/ 102093 h 124880"/>
                <a:gd name="connsiteX16" fmla="*/ 59447 w 87327"/>
                <a:gd name="connsiteY16" fmla="*/ 108647 h 124880"/>
                <a:gd name="connsiteX17" fmla="*/ 38545 w 87327"/>
                <a:gd name="connsiteY17" fmla="*/ 121046 h 124880"/>
                <a:gd name="connsiteX18" fmla="*/ 19946 w 87327"/>
                <a:gd name="connsiteY18" fmla="*/ 109710 h 124880"/>
                <a:gd name="connsiteX19" fmla="*/ 14809 w 87327"/>
                <a:gd name="connsiteY19" fmla="*/ 85088 h 124880"/>
                <a:gd name="connsiteX20" fmla="*/ 20300 w 87327"/>
                <a:gd name="connsiteY20" fmla="*/ 59935 h 124880"/>
                <a:gd name="connsiteX21" fmla="*/ 40316 w 87327"/>
                <a:gd name="connsiteY21" fmla="*/ 48598 h 124880"/>
                <a:gd name="connsiteX22" fmla="*/ 59447 w 87327"/>
                <a:gd name="connsiteY22" fmla="*/ 59226 h 124880"/>
                <a:gd name="connsiteX23" fmla="*/ 61396 w 87327"/>
                <a:gd name="connsiteY23" fmla="*/ 65780 h 12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7327" h="124880">
                  <a:moveTo>
                    <a:pt x="61396" y="113253"/>
                  </a:moveTo>
                  <a:lnTo>
                    <a:pt x="61396" y="124943"/>
                  </a:lnTo>
                  <a:lnTo>
                    <a:pt x="87434" y="122995"/>
                  </a:lnTo>
                  <a:lnTo>
                    <a:pt x="87434" y="117504"/>
                  </a:lnTo>
                  <a:cubicBezTo>
                    <a:pt x="75035" y="117504"/>
                    <a:pt x="73618" y="116264"/>
                    <a:pt x="73618" y="107584"/>
                  </a:cubicBezTo>
                  <a:lnTo>
                    <a:pt x="73618" y="63"/>
                  </a:lnTo>
                  <a:lnTo>
                    <a:pt x="48110" y="2011"/>
                  </a:lnTo>
                  <a:lnTo>
                    <a:pt x="48110" y="7502"/>
                  </a:lnTo>
                  <a:cubicBezTo>
                    <a:pt x="60510" y="7502"/>
                    <a:pt x="61927" y="8742"/>
                    <a:pt x="61927" y="17422"/>
                  </a:cubicBezTo>
                  <a:lnTo>
                    <a:pt x="61927" y="55683"/>
                  </a:lnTo>
                  <a:cubicBezTo>
                    <a:pt x="56790" y="49307"/>
                    <a:pt x="49173" y="44701"/>
                    <a:pt x="39608" y="44701"/>
                  </a:cubicBezTo>
                  <a:cubicBezTo>
                    <a:pt x="18706" y="44701"/>
                    <a:pt x="107" y="62060"/>
                    <a:pt x="107" y="84911"/>
                  </a:cubicBezTo>
                  <a:cubicBezTo>
                    <a:pt x="107" y="107407"/>
                    <a:pt x="17466" y="124943"/>
                    <a:pt x="37659" y="124943"/>
                  </a:cubicBezTo>
                  <a:cubicBezTo>
                    <a:pt x="48996" y="124943"/>
                    <a:pt x="56967" y="118921"/>
                    <a:pt x="61396" y="113253"/>
                  </a:cubicBezTo>
                  <a:close/>
                  <a:moveTo>
                    <a:pt x="61396" y="65780"/>
                  </a:moveTo>
                  <a:lnTo>
                    <a:pt x="61396" y="102093"/>
                  </a:lnTo>
                  <a:cubicBezTo>
                    <a:pt x="61396" y="105281"/>
                    <a:pt x="61396" y="105636"/>
                    <a:pt x="59447" y="108647"/>
                  </a:cubicBezTo>
                  <a:cubicBezTo>
                    <a:pt x="54133" y="117149"/>
                    <a:pt x="46162" y="121046"/>
                    <a:pt x="38545" y="121046"/>
                  </a:cubicBezTo>
                  <a:cubicBezTo>
                    <a:pt x="30574" y="121046"/>
                    <a:pt x="24197" y="116441"/>
                    <a:pt x="19946" y="109710"/>
                  </a:cubicBezTo>
                  <a:cubicBezTo>
                    <a:pt x="15340" y="102447"/>
                    <a:pt x="14809" y="92350"/>
                    <a:pt x="14809" y="85088"/>
                  </a:cubicBezTo>
                  <a:cubicBezTo>
                    <a:pt x="14809" y="78534"/>
                    <a:pt x="15163" y="67906"/>
                    <a:pt x="20300" y="59935"/>
                  </a:cubicBezTo>
                  <a:cubicBezTo>
                    <a:pt x="24020" y="54443"/>
                    <a:pt x="30751" y="48598"/>
                    <a:pt x="40316" y="48598"/>
                  </a:cubicBezTo>
                  <a:cubicBezTo>
                    <a:pt x="46516" y="48598"/>
                    <a:pt x="53956" y="51255"/>
                    <a:pt x="59447" y="59226"/>
                  </a:cubicBezTo>
                  <a:cubicBezTo>
                    <a:pt x="61396" y="62237"/>
                    <a:pt x="61396" y="62592"/>
                    <a:pt x="61396" y="65780"/>
                  </a:cubicBezTo>
                  <a:close/>
                </a:path>
              </a:pathLst>
            </a:custGeom>
            <a:solidFill>
              <a:srgbClr val="000000"/>
            </a:solidFill>
            <a:ln w="17751"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38A361BF-5BC6-B2C3-440A-8F79432500FC}"/>
                </a:ext>
              </a:extLst>
            </p:cNvPr>
            <p:cNvSpPr/>
            <p:nvPr>
              <p:custDataLst>
                <p:tags r:id="rId15"/>
              </p:custDataLst>
            </p:nvPr>
          </p:nvSpPr>
          <p:spPr>
            <a:xfrm>
              <a:off x="4598201" y="3536034"/>
              <a:ext cx="114961" cy="119920"/>
            </a:xfrm>
            <a:custGeom>
              <a:avLst/>
              <a:gdLst>
                <a:gd name="connsiteX0" fmla="*/ 111711 w 114961"/>
                <a:gd name="connsiteY0" fmla="*/ 63 h 119920"/>
                <a:gd name="connsiteX1" fmla="*/ 3481 w 114961"/>
                <a:gd name="connsiteY1" fmla="*/ 63 h 119920"/>
                <a:gd name="connsiteX2" fmla="*/ 115 w 114961"/>
                <a:gd name="connsiteY2" fmla="*/ 39918 h 119920"/>
                <a:gd name="connsiteX3" fmla="*/ 4544 w 114961"/>
                <a:gd name="connsiteY3" fmla="*/ 39918 h 119920"/>
                <a:gd name="connsiteX4" fmla="*/ 36428 w 114961"/>
                <a:gd name="connsiteY4" fmla="*/ 5554 h 119920"/>
                <a:gd name="connsiteX5" fmla="*/ 45994 w 114961"/>
                <a:gd name="connsiteY5" fmla="*/ 5908 h 119920"/>
                <a:gd name="connsiteX6" fmla="*/ 49713 w 114961"/>
                <a:gd name="connsiteY6" fmla="*/ 12639 h 119920"/>
                <a:gd name="connsiteX7" fmla="*/ 49713 w 114961"/>
                <a:gd name="connsiteY7" fmla="*/ 105990 h 119920"/>
                <a:gd name="connsiteX8" fmla="*/ 31114 w 114961"/>
                <a:gd name="connsiteY8" fmla="*/ 114492 h 119920"/>
                <a:gd name="connsiteX9" fmla="*/ 24029 w 114961"/>
                <a:gd name="connsiteY9" fmla="*/ 114492 h 119920"/>
                <a:gd name="connsiteX10" fmla="*/ 24029 w 114961"/>
                <a:gd name="connsiteY10" fmla="*/ 119984 h 119920"/>
                <a:gd name="connsiteX11" fmla="*/ 57507 w 114961"/>
                <a:gd name="connsiteY11" fmla="*/ 119452 h 119920"/>
                <a:gd name="connsiteX12" fmla="*/ 91163 w 114961"/>
                <a:gd name="connsiteY12" fmla="*/ 119984 h 119920"/>
                <a:gd name="connsiteX13" fmla="*/ 91163 w 114961"/>
                <a:gd name="connsiteY13" fmla="*/ 114492 h 119920"/>
                <a:gd name="connsiteX14" fmla="*/ 84078 w 114961"/>
                <a:gd name="connsiteY14" fmla="*/ 114492 h 119920"/>
                <a:gd name="connsiteX15" fmla="*/ 65478 w 114961"/>
                <a:gd name="connsiteY15" fmla="*/ 105990 h 119920"/>
                <a:gd name="connsiteX16" fmla="*/ 65478 w 114961"/>
                <a:gd name="connsiteY16" fmla="*/ 12639 h 119920"/>
                <a:gd name="connsiteX17" fmla="*/ 68667 w 114961"/>
                <a:gd name="connsiteY17" fmla="*/ 5908 h 119920"/>
                <a:gd name="connsiteX18" fmla="*/ 78764 w 114961"/>
                <a:gd name="connsiteY18" fmla="*/ 5554 h 119920"/>
                <a:gd name="connsiteX19" fmla="*/ 110648 w 114961"/>
                <a:gd name="connsiteY19" fmla="*/ 39918 h 119920"/>
                <a:gd name="connsiteX20" fmla="*/ 115076 w 114961"/>
                <a:gd name="connsiteY20" fmla="*/ 39918 h 119920"/>
                <a:gd name="connsiteX21" fmla="*/ 111711 w 114961"/>
                <a:gd name="connsiteY21" fmla="*/ 63 h 11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961" h="119920">
                  <a:moveTo>
                    <a:pt x="111711" y="63"/>
                  </a:moveTo>
                  <a:lnTo>
                    <a:pt x="3481" y="63"/>
                  </a:lnTo>
                  <a:lnTo>
                    <a:pt x="115" y="39918"/>
                  </a:lnTo>
                  <a:lnTo>
                    <a:pt x="4544" y="39918"/>
                  </a:lnTo>
                  <a:cubicBezTo>
                    <a:pt x="7024" y="11399"/>
                    <a:pt x="9681" y="5554"/>
                    <a:pt x="36428" y="5554"/>
                  </a:cubicBezTo>
                  <a:cubicBezTo>
                    <a:pt x="39617" y="5554"/>
                    <a:pt x="44222" y="5554"/>
                    <a:pt x="45994" y="5908"/>
                  </a:cubicBezTo>
                  <a:cubicBezTo>
                    <a:pt x="49713" y="6617"/>
                    <a:pt x="49713" y="8565"/>
                    <a:pt x="49713" y="12639"/>
                  </a:cubicBezTo>
                  <a:lnTo>
                    <a:pt x="49713" y="105990"/>
                  </a:lnTo>
                  <a:cubicBezTo>
                    <a:pt x="49713" y="112013"/>
                    <a:pt x="49713" y="114492"/>
                    <a:pt x="31114" y="114492"/>
                  </a:cubicBezTo>
                  <a:lnTo>
                    <a:pt x="24029" y="114492"/>
                  </a:lnTo>
                  <a:lnTo>
                    <a:pt x="24029" y="119984"/>
                  </a:lnTo>
                  <a:cubicBezTo>
                    <a:pt x="31291" y="119452"/>
                    <a:pt x="49359" y="119452"/>
                    <a:pt x="57507" y="119452"/>
                  </a:cubicBezTo>
                  <a:cubicBezTo>
                    <a:pt x="65656" y="119452"/>
                    <a:pt x="83901" y="119452"/>
                    <a:pt x="91163" y="119984"/>
                  </a:cubicBezTo>
                  <a:lnTo>
                    <a:pt x="91163" y="114492"/>
                  </a:lnTo>
                  <a:lnTo>
                    <a:pt x="84078" y="114492"/>
                  </a:lnTo>
                  <a:cubicBezTo>
                    <a:pt x="65478" y="114492"/>
                    <a:pt x="65478" y="112013"/>
                    <a:pt x="65478" y="105990"/>
                  </a:cubicBezTo>
                  <a:lnTo>
                    <a:pt x="65478" y="12639"/>
                  </a:lnTo>
                  <a:cubicBezTo>
                    <a:pt x="65478" y="9097"/>
                    <a:pt x="65478" y="6617"/>
                    <a:pt x="68667" y="5908"/>
                  </a:cubicBezTo>
                  <a:cubicBezTo>
                    <a:pt x="70615" y="5554"/>
                    <a:pt x="75398" y="5554"/>
                    <a:pt x="78764" y="5554"/>
                  </a:cubicBezTo>
                  <a:cubicBezTo>
                    <a:pt x="105511" y="5554"/>
                    <a:pt x="108168" y="11399"/>
                    <a:pt x="110648" y="39918"/>
                  </a:cubicBezTo>
                  <a:lnTo>
                    <a:pt x="115076" y="39918"/>
                  </a:lnTo>
                  <a:lnTo>
                    <a:pt x="111711" y="63"/>
                  </a:lnTo>
                  <a:close/>
                </a:path>
              </a:pathLst>
            </a:custGeom>
            <a:solidFill>
              <a:srgbClr val="000000"/>
            </a:solidFill>
            <a:ln w="17751"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6B1F04F6-4A6C-F581-C98F-3B434DEED155}"/>
                </a:ext>
              </a:extLst>
            </p:cNvPr>
            <p:cNvSpPr/>
            <p:nvPr>
              <p:custDataLst>
                <p:tags r:id="rId16"/>
              </p:custDataLst>
            </p:nvPr>
          </p:nvSpPr>
          <p:spPr>
            <a:xfrm>
              <a:off x="4709954" y="3577661"/>
              <a:ext cx="59517" cy="78294"/>
            </a:xfrm>
            <a:custGeom>
              <a:avLst/>
              <a:gdLst>
                <a:gd name="connsiteX0" fmla="*/ 24744 w 59517"/>
                <a:gd name="connsiteY0" fmla="*/ 19548 h 78294"/>
                <a:gd name="connsiteX1" fmla="*/ 24744 w 59517"/>
                <a:gd name="connsiteY1" fmla="*/ 63 h 78294"/>
                <a:gd name="connsiteX2" fmla="*/ 122 w 59517"/>
                <a:gd name="connsiteY2" fmla="*/ 2011 h 78294"/>
                <a:gd name="connsiteX3" fmla="*/ 122 w 59517"/>
                <a:gd name="connsiteY3" fmla="*/ 7502 h 78294"/>
                <a:gd name="connsiteX4" fmla="*/ 13938 w 59517"/>
                <a:gd name="connsiteY4" fmla="*/ 17422 h 78294"/>
                <a:gd name="connsiteX5" fmla="*/ 13938 w 59517"/>
                <a:gd name="connsiteY5" fmla="*/ 64894 h 78294"/>
                <a:gd name="connsiteX6" fmla="*/ 122 w 59517"/>
                <a:gd name="connsiteY6" fmla="*/ 72866 h 78294"/>
                <a:gd name="connsiteX7" fmla="*/ 122 w 59517"/>
                <a:gd name="connsiteY7" fmla="*/ 78357 h 78294"/>
                <a:gd name="connsiteX8" fmla="*/ 20315 w 59517"/>
                <a:gd name="connsiteY8" fmla="*/ 77825 h 78294"/>
                <a:gd name="connsiteX9" fmla="*/ 42811 w 59517"/>
                <a:gd name="connsiteY9" fmla="*/ 78357 h 78294"/>
                <a:gd name="connsiteX10" fmla="*/ 42811 w 59517"/>
                <a:gd name="connsiteY10" fmla="*/ 72866 h 78294"/>
                <a:gd name="connsiteX11" fmla="*/ 39092 w 59517"/>
                <a:gd name="connsiteY11" fmla="*/ 72866 h 78294"/>
                <a:gd name="connsiteX12" fmla="*/ 25629 w 59517"/>
                <a:gd name="connsiteY12" fmla="*/ 64540 h 78294"/>
                <a:gd name="connsiteX13" fmla="*/ 25629 w 59517"/>
                <a:gd name="connsiteY13" fmla="*/ 37261 h 78294"/>
                <a:gd name="connsiteX14" fmla="*/ 46531 w 59517"/>
                <a:gd name="connsiteY14" fmla="*/ 3960 h 78294"/>
                <a:gd name="connsiteX15" fmla="*/ 48480 w 59517"/>
                <a:gd name="connsiteY15" fmla="*/ 4137 h 78294"/>
                <a:gd name="connsiteX16" fmla="*/ 44406 w 59517"/>
                <a:gd name="connsiteY16" fmla="*/ 11045 h 78294"/>
                <a:gd name="connsiteX17" fmla="*/ 52023 w 59517"/>
                <a:gd name="connsiteY17" fmla="*/ 18662 h 78294"/>
                <a:gd name="connsiteX18" fmla="*/ 59639 w 59517"/>
                <a:gd name="connsiteY18" fmla="*/ 10868 h 78294"/>
                <a:gd name="connsiteX19" fmla="*/ 46531 w 59517"/>
                <a:gd name="connsiteY19" fmla="*/ 63 h 78294"/>
                <a:gd name="connsiteX20" fmla="*/ 24744 w 59517"/>
                <a:gd name="connsiteY20" fmla="*/ 19548 h 7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9517" h="78294">
                  <a:moveTo>
                    <a:pt x="24744" y="19548"/>
                  </a:moveTo>
                  <a:lnTo>
                    <a:pt x="24744" y="63"/>
                  </a:lnTo>
                  <a:lnTo>
                    <a:pt x="122" y="2011"/>
                  </a:lnTo>
                  <a:lnTo>
                    <a:pt x="122" y="7502"/>
                  </a:lnTo>
                  <a:cubicBezTo>
                    <a:pt x="12521" y="7502"/>
                    <a:pt x="13938" y="8742"/>
                    <a:pt x="13938" y="17422"/>
                  </a:cubicBezTo>
                  <a:lnTo>
                    <a:pt x="13938" y="64894"/>
                  </a:lnTo>
                  <a:cubicBezTo>
                    <a:pt x="13938" y="72866"/>
                    <a:pt x="11990" y="72866"/>
                    <a:pt x="122" y="72866"/>
                  </a:cubicBezTo>
                  <a:lnTo>
                    <a:pt x="122" y="78357"/>
                  </a:lnTo>
                  <a:cubicBezTo>
                    <a:pt x="7030" y="78180"/>
                    <a:pt x="15355" y="77825"/>
                    <a:pt x="20315" y="77825"/>
                  </a:cubicBezTo>
                  <a:cubicBezTo>
                    <a:pt x="27401" y="77825"/>
                    <a:pt x="35726" y="77825"/>
                    <a:pt x="42811" y="78357"/>
                  </a:cubicBezTo>
                  <a:lnTo>
                    <a:pt x="42811" y="72866"/>
                  </a:lnTo>
                  <a:lnTo>
                    <a:pt x="39092" y="72866"/>
                  </a:lnTo>
                  <a:cubicBezTo>
                    <a:pt x="25984" y="72866"/>
                    <a:pt x="25629" y="70917"/>
                    <a:pt x="25629" y="64540"/>
                  </a:cubicBezTo>
                  <a:lnTo>
                    <a:pt x="25629" y="37261"/>
                  </a:lnTo>
                  <a:cubicBezTo>
                    <a:pt x="25629" y="19725"/>
                    <a:pt x="33069" y="3960"/>
                    <a:pt x="46531" y="3960"/>
                  </a:cubicBezTo>
                  <a:cubicBezTo>
                    <a:pt x="47771" y="3960"/>
                    <a:pt x="48126" y="3960"/>
                    <a:pt x="48480" y="4137"/>
                  </a:cubicBezTo>
                  <a:cubicBezTo>
                    <a:pt x="47948" y="4314"/>
                    <a:pt x="44406" y="6440"/>
                    <a:pt x="44406" y="11045"/>
                  </a:cubicBezTo>
                  <a:cubicBezTo>
                    <a:pt x="44406" y="16005"/>
                    <a:pt x="48126" y="18662"/>
                    <a:pt x="52023" y="18662"/>
                  </a:cubicBezTo>
                  <a:cubicBezTo>
                    <a:pt x="55211" y="18662"/>
                    <a:pt x="59639" y="16536"/>
                    <a:pt x="59639" y="10868"/>
                  </a:cubicBezTo>
                  <a:cubicBezTo>
                    <a:pt x="59639" y="5200"/>
                    <a:pt x="54148" y="63"/>
                    <a:pt x="46531" y="63"/>
                  </a:cubicBezTo>
                  <a:cubicBezTo>
                    <a:pt x="33600" y="63"/>
                    <a:pt x="27224" y="11931"/>
                    <a:pt x="24744" y="19548"/>
                  </a:cubicBezTo>
                  <a:close/>
                </a:path>
              </a:pathLst>
            </a:custGeom>
            <a:solidFill>
              <a:srgbClr val="000000"/>
            </a:solidFill>
            <a:ln w="17751"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2E515314-E83D-7BFF-611A-293F331166F5}"/>
                </a:ext>
              </a:extLst>
            </p:cNvPr>
            <p:cNvSpPr/>
            <p:nvPr>
              <p:custDataLst>
                <p:tags r:id="rId17"/>
              </p:custDataLst>
            </p:nvPr>
          </p:nvSpPr>
          <p:spPr>
            <a:xfrm>
              <a:off x="4779332" y="3576598"/>
              <a:ext cx="68551" cy="81305"/>
            </a:xfrm>
            <a:custGeom>
              <a:avLst/>
              <a:gdLst>
                <a:gd name="connsiteX0" fmla="*/ 15005 w 68551"/>
                <a:gd name="connsiteY0" fmla="*/ 34781 h 81305"/>
                <a:gd name="connsiteX1" fmla="*/ 36970 w 68551"/>
                <a:gd name="connsiteY1" fmla="*/ 3960 h 81305"/>
                <a:gd name="connsiteX2" fmla="*/ 56986 w 68551"/>
                <a:gd name="connsiteY2" fmla="*/ 34781 h 81305"/>
                <a:gd name="connsiteX3" fmla="*/ 15005 w 68551"/>
                <a:gd name="connsiteY3" fmla="*/ 34781 h 81305"/>
                <a:gd name="connsiteX4" fmla="*/ 14828 w 68551"/>
                <a:gd name="connsiteY4" fmla="*/ 38501 h 81305"/>
                <a:gd name="connsiteX5" fmla="*/ 64249 w 68551"/>
                <a:gd name="connsiteY5" fmla="*/ 38501 h 81305"/>
                <a:gd name="connsiteX6" fmla="*/ 68677 w 68551"/>
                <a:gd name="connsiteY6" fmla="*/ 34781 h 81305"/>
                <a:gd name="connsiteX7" fmla="*/ 36970 w 68551"/>
                <a:gd name="connsiteY7" fmla="*/ 63 h 81305"/>
                <a:gd name="connsiteX8" fmla="*/ 126 w 68551"/>
                <a:gd name="connsiteY8" fmla="*/ 40450 h 81305"/>
                <a:gd name="connsiteX9" fmla="*/ 39096 w 68551"/>
                <a:gd name="connsiteY9" fmla="*/ 81368 h 81305"/>
                <a:gd name="connsiteX10" fmla="*/ 68677 w 68551"/>
                <a:gd name="connsiteY10" fmla="*/ 58340 h 81305"/>
                <a:gd name="connsiteX11" fmla="*/ 66374 w 68551"/>
                <a:gd name="connsiteY11" fmla="*/ 56215 h 81305"/>
                <a:gd name="connsiteX12" fmla="*/ 64072 w 68551"/>
                <a:gd name="connsiteY12" fmla="*/ 58695 h 81305"/>
                <a:gd name="connsiteX13" fmla="*/ 40158 w 68551"/>
                <a:gd name="connsiteY13" fmla="*/ 76940 h 81305"/>
                <a:gd name="connsiteX14" fmla="*/ 20142 w 68551"/>
                <a:gd name="connsiteY14" fmla="*/ 65072 h 81305"/>
                <a:gd name="connsiteX15" fmla="*/ 14828 w 68551"/>
                <a:gd name="connsiteY15" fmla="*/ 38501 h 8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51" h="81305">
                  <a:moveTo>
                    <a:pt x="15005" y="34781"/>
                  </a:moveTo>
                  <a:cubicBezTo>
                    <a:pt x="16068" y="8388"/>
                    <a:pt x="30947" y="3960"/>
                    <a:pt x="36970" y="3960"/>
                  </a:cubicBezTo>
                  <a:cubicBezTo>
                    <a:pt x="55215" y="3960"/>
                    <a:pt x="56986" y="27873"/>
                    <a:pt x="56986" y="34781"/>
                  </a:cubicBezTo>
                  <a:lnTo>
                    <a:pt x="15005" y="34781"/>
                  </a:lnTo>
                  <a:close/>
                  <a:moveTo>
                    <a:pt x="14828" y="38501"/>
                  </a:moveTo>
                  <a:lnTo>
                    <a:pt x="64249" y="38501"/>
                  </a:lnTo>
                  <a:cubicBezTo>
                    <a:pt x="68146" y="38501"/>
                    <a:pt x="68677" y="38501"/>
                    <a:pt x="68677" y="34781"/>
                  </a:cubicBezTo>
                  <a:cubicBezTo>
                    <a:pt x="68677" y="17245"/>
                    <a:pt x="59112" y="63"/>
                    <a:pt x="36970" y="63"/>
                  </a:cubicBezTo>
                  <a:cubicBezTo>
                    <a:pt x="16422" y="63"/>
                    <a:pt x="126" y="18308"/>
                    <a:pt x="126" y="40450"/>
                  </a:cubicBezTo>
                  <a:cubicBezTo>
                    <a:pt x="126" y="64186"/>
                    <a:pt x="18725" y="81368"/>
                    <a:pt x="39096" y="81368"/>
                  </a:cubicBezTo>
                  <a:cubicBezTo>
                    <a:pt x="60706" y="81368"/>
                    <a:pt x="68677" y="61706"/>
                    <a:pt x="68677" y="58340"/>
                  </a:cubicBezTo>
                  <a:cubicBezTo>
                    <a:pt x="68677" y="56569"/>
                    <a:pt x="67260" y="56215"/>
                    <a:pt x="66374" y="56215"/>
                  </a:cubicBezTo>
                  <a:cubicBezTo>
                    <a:pt x="64780" y="56215"/>
                    <a:pt x="64426" y="57278"/>
                    <a:pt x="64072" y="58695"/>
                  </a:cubicBezTo>
                  <a:cubicBezTo>
                    <a:pt x="57872" y="76940"/>
                    <a:pt x="41930" y="76940"/>
                    <a:pt x="40158" y="76940"/>
                  </a:cubicBezTo>
                  <a:cubicBezTo>
                    <a:pt x="31302" y="76940"/>
                    <a:pt x="24216" y="71626"/>
                    <a:pt x="20142" y="65072"/>
                  </a:cubicBezTo>
                  <a:cubicBezTo>
                    <a:pt x="14828" y="56569"/>
                    <a:pt x="14828" y="44878"/>
                    <a:pt x="14828" y="38501"/>
                  </a:cubicBezTo>
                  <a:close/>
                </a:path>
              </a:pathLst>
            </a:custGeom>
            <a:solidFill>
              <a:srgbClr val="000000"/>
            </a:solidFill>
            <a:ln w="17751"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AE7B6493-A5A0-325B-4A46-F60BE6519317}"/>
                </a:ext>
              </a:extLst>
            </p:cNvPr>
            <p:cNvSpPr/>
            <p:nvPr>
              <p:custDataLst>
                <p:tags r:id="rId18"/>
              </p:custDataLst>
            </p:nvPr>
          </p:nvSpPr>
          <p:spPr>
            <a:xfrm>
              <a:off x="4858059" y="3576598"/>
              <a:ext cx="68551" cy="81305"/>
            </a:xfrm>
            <a:custGeom>
              <a:avLst/>
              <a:gdLst>
                <a:gd name="connsiteX0" fmla="*/ 15010 w 68551"/>
                <a:gd name="connsiteY0" fmla="*/ 34781 h 81305"/>
                <a:gd name="connsiteX1" fmla="*/ 36974 w 68551"/>
                <a:gd name="connsiteY1" fmla="*/ 3960 h 81305"/>
                <a:gd name="connsiteX2" fmla="*/ 56991 w 68551"/>
                <a:gd name="connsiteY2" fmla="*/ 34781 h 81305"/>
                <a:gd name="connsiteX3" fmla="*/ 15010 w 68551"/>
                <a:gd name="connsiteY3" fmla="*/ 34781 h 81305"/>
                <a:gd name="connsiteX4" fmla="*/ 14832 w 68551"/>
                <a:gd name="connsiteY4" fmla="*/ 38501 h 81305"/>
                <a:gd name="connsiteX5" fmla="*/ 64253 w 68551"/>
                <a:gd name="connsiteY5" fmla="*/ 38501 h 81305"/>
                <a:gd name="connsiteX6" fmla="*/ 68682 w 68551"/>
                <a:gd name="connsiteY6" fmla="*/ 34781 h 81305"/>
                <a:gd name="connsiteX7" fmla="*/ 36974 w 68551"/>
                <a:gd name="connsiteY7" fmla="*/ 63 h 81305"/>
                <a:gd name="connsiteX8" fmla="*/ 130 w 68551"/>
                <a:gd name="connsiteY8" fmla="*/ 40450 h 81305"/>
                <a:gd name="connsiteX9" fmla="*/ 39100 w 68551"/>
                <a:gd name="connsiteY9" fmla="*/ 81368 h 81305"/>
                <a:gd name="connsiteX10" fmla="*/ 68682 w 68551"/>
                <a:gd name="connsiteY10" fmla="*/ 58340 h 81305"/>
                <a:gd name="connsiteX11" fmla="*/ 66379 w 68551"/>
                <a:gd name="connsiteY11" fmla="*/ 56215 h 81305"/>
                <a:gd name="connsiteX12" fmla="*/ 64076 w 68551"/>
                <a:gd name="connsiteY12" fmla="*/ 58695 h 81305"/>
                <a:gd name="connsiteX13" fmla="*/ 40163 w 68551"/>
                <a:gd name="connsiteY13" fmla="*/ 76940 h 81305"/>
                <a:gd name="connsiteX14" fmla="*/ 20146 w 68551"/>
                <a:gd name="connsiteY14" fmla="*/ 65072 h 81305"/>
                <a:gd name="connsiteX15" fmla="*/ 14832 w 68551"/>
                <a:gd name="connsiteY15" fmla="*/ 38501 h 8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51" h="81305">
                  <a:moveTo>
                    <a:pt x="15010" y="34781"/>
                  </a:moveTo>
                  <a:cubicBezTo>
                    <a:pt x="16072" y="8388"/>
                    <a:pt x="30952" y="3960"/>
                    <a:pt x="36974" y="3960"/>
                  </a:cubicBezTo>
                  <a:cubicBezTo>
                    <a:pt x="55219" y="3960"/>
                    <a:pt x="56991" y="27873"/>
                    <a:pt x="56991" y="34781"/>
                  </a:cubicBezTo>
                  <a:lnTo>
                    <a:pt x="15010" y="34781"/>
                  </a:lnTo>
                  <a:close/>
                  <a:moveTo>
                    <a:pt x="14832" y="38501"/>
                  </a:moveTo>
                  <a:lnTo>
                    <a:pt x="64253" y="38501"/>
                  </a:lnTo>
                  <a:cubicBezTo>
                    <a:pt x="68150" y="38501"/>
                    <a:pt x="68682" y="38501"/>
                    <a:pt x="68682" y="34781"/>
                  </a:cubicBezTo>
                  <a:cubicBezTo>
                    <a:pt x="68682" y="17245"/>
                    <a:pt x="59116" y="63"/>
                    <a:pt x="36974" y="63"/>
                  </a:cubicBezTo>
                  <a:cubicBezTo>
                    <a:pt x="16427" y="63"/>
                    <a:pt x="130" y="18308"/>
                    <a:pt x="130" y="40450"/>
                  </a:cubicBezTo>
                  <a:cubicBezTo>
                    <a:pt x="130" y="64186"/>
                    <a:pt x="18729" y="81368"/>
                    <a:pt x="39100" y="81368"/>
                  </a:cubicBezTo>
                  <a:cubicBezTo>
                    <a:pt x="60711" y="81368"/>
                    <a:pt x="68682" y="61706"/>
                    <a:pt x="68682" y="58340"/>
                  </a:cubicBezTo>
                  <a:cubicBezTo>
                    <a:pt x="68682" y="56569"/>
                    <a:pt x="67265" y="56215"/>
                    <a:pt x="66379" y="56215"/>
                  </a:cubicBezTo>
                  <a:cubicBezTo>
                    <a:pt x="64785" y="56215"/>
                    <a:pt x="64430" y="57278"/>
                    <a:pt x="64076" y="58695"/>
                  </a:cubicBezTo>
                  <a:cubicBezTo>
                    <a:pt x="57876" y="76940"/>
                    <a:pt x="41934" y="76940"/>
                    <a:pt x="40163" y="76940"/>
                  </a:cubicBezTo>
                  <a:cubicBezTo>
                    <a:pt x="31306" y="76940"/>
                    <a:pt x="24221" y="71626"/>
                    <a:pt x="20146" y="65072"/>
                  </a:cubicBezTo>
                  <a:cubicBezTo>
                    <a:pt x="14832" y="56569"/>
                    <a:pt x="14832" y="44878"/>
                    <a:pt x="14832" y="38501"/>
                  </a:cubicBezTo>
                  <a:close/>
                </a:path>
              </a:pathLst>
            </a:custGeom>
            <a:solidFill>
              <a:srgbClr val="000000"/>
            </a:solidFill>
            <a:ln w="17751"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63C71608-F9F1-51E8-D88E-9A2B463C19AF}"/>
                </a:ext>
              </a:extLst>
            </p:cNvPr>
            <p:cNvSpPr/>
            <p:nvPr>
              <p:custDataLst>
                <p:tags r:id="rId19"/>
              </p:custDataLst>
            </p:nvPr>
          </p:nvSpPr>
          <p:spPr>
            <a:xfrm>
              <a:off x="5011774" y="3523103"/>
              <a:ext cx="24267" cy="177135"/>
            </a:xfrm>
            <a:custGeom>
              <a:avLst/>
              <a:gdLst>
                <a:gd name="connsiteX0" fmla="*/ 24405 w 24267"/>
                <a:gd name="connsiteY0" fmla="*/ 177199 h 177135"/>
                <a:gd name="connsiteX1" fmla="*/ 24405 w 24267"/>
                <a:gd name="connsiteY1" fmla="*/ 170113 h 177135"/>
                <a:gd name="connsiteX2" fmla="*/ 7223 w 24267"/>
                <a:gd name="connsiteY2" fmla="*/ 170113 h 177135"/>
                <a:gd name="connsiteX3" fmla="*/ 7223 w 24267"/>
                <a:gd name="connsiteY3" fmla="*/ 7148 h 177135"/>
                <a:gd name="connsiteX4" fmla="*/ 24405 w 24267"/>
                <a:gd name="connsiteY4" fmla="*/ 7148 h 177135"/>
                <a:gd name="connsiteX5" fmla="*/ 24405 w 24267"/>
                <a:gd name="connsiteY5" fmla="*/ 63 h 177135"/>
                <a:gd name="connsiteX6" fmla="*/ 138 w 24267"/>
                <a:gd name="connsiteY6" fmla="*/ 63 h 177135"/>
                <a:gd name="connsiteX7" fmla="*/ 138 w 24267"/>
                <a:gd name="connsiteY7" fmla="*/ 177199 h 177135"/>
                <a:gd name="connsiteX8" fmla="*/ 24405 w 24267"/>
                <a:gd name="connsiteY8" fmla="*/ 177199 h 17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67" h="177135">
                  <a:moveTo>
                    <a:pt x="24405" y="177199"/>
                  </a:moveTo>
                  <a:lnTo>
                    <a:pt x="24405" y="170113"/>
                  </a:lnTo>
                  <a:lnTo>
                    <a:pt x="7223" y="170113"/>
                  </a:lnTo>
                  <a:lnTo>
                    <a:pt x="7223" y="7148"/>
                  </a:lnTo>
                  <a:lnTo>
                    <a:pt x="24405" y="7148"/>
                  </a:lnTo>
                  <a:lnTo>
                    <a:pt x="24405" y="63"/>
                  </a:lnTo>
                  <a:lnTo>
                    <a:pt x="138" y="63"/>
                  </a:lnTo>
                  <a:lnTo>
                    <a:pt x="138" y="177199"/>
                  </a:lnTo>
                  <a:lnTo>
                    <a:pt x="24405" y="177199"/>
                  </a:lnTo>
                  <a:close/>
                </a:path>
              </a:pathLst>
            </a:custGeom>
            <a:solidFill>
              <a:srgbClr val="000000"/>
            </a:solidFill>
            <a:ln w="17751"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7278AEAD-5898-F598-35C8-F3C099A160BE}"/>
                </a:ext>
              </a:extLst>
            </p:cNvPr>
            <p:cNvSpPr/>
            <p:nvPr>
              <p:custDataLst>
                <p:tags r:id="rId20"/>
              </p:custDataLst>
            </p:nvPr>
          </p:nvSpPr>
          <p:spPr>
            <a:xfrm>
              <a:off x="5046099" y="3533022"/>
              <a:ext cx="87327" cy="124880"/>
            </a:xfrm>
            <a:custGeom>
              <a:avLst/>
              <a:gdLst>
                <a:gd name="connsiteX0" fmla="*/ 61430 w 87327"/>
                <a:gd name="connsiteY0" fmla="*/ 113253 h 124880"/>
                <a:gd name="connsiteX1" fmla="*/ 61430 w 87327"/>
                <a:gd name="connsiteY1" fmla="*/ 124943 h 124880"/>
                <a:gd name="connsiteX2" fmla="*/ 87469 w 87327"/>
                <a:gd name="connsiteY2" fmla="*/ 122995 h 124880"/>
                <a:gd name="connsiteX3" fmla="*/ 87469 w 87327"/>
                <a:gd name="connsiteY3" fmla="*/ 117504 h 124880"/>
                <a:gd name="connsiteX4" fmla="*/ 73652 w 87327"/>
                <a:gd name="connsiteY4" fmla="*/ 107584 h 124880"/>
                <a:gd name="connsiteX5" fmla="*/ 73652 w 87327"/>
                <a:gd name="connsiteY5" fmla="*/ 63 h 124880"/>
                <a:gd name="connsiteX6" fmla="*/ 48144 w 87327"/>
                <a:gd name="connsiteY6" fmla="*/ 2011 h 124880"/>
                <a:gd name="connsiteX7" fmla="*/ 48144 w 87327"/>
                <a:gd name="connsiteY7" fmla="*/ 7502 h 124880"/>
                <a:gd name="connsiteX8" fmla="*/ 61961 w 87327"/>
                <a:gd name="connsiteY8" fmla="*/ 17422 h 124880"/>
                <a:gd name="connsiteX9" fmla="*/ 61961 w 87327"/>
                <a:gd name="connsiteY9" fmla="*/ 55683 h 124880"/>
                <a:gd name="connsiteX10" fmla="*/ 39642 w 87327"/>
                <a:gd name="connsiteY10" fmla="*/ 44701 h 124880"/>
                <a:gd name="connsiteX11" fmla="*/ 141 w 87327"/>
                <a:gd name="connsiteY11" fmla="*/ 84911 h 124880"/>
                <a:gd name="connsiteX12" fmla="*/ 37693 w 87327"/>
                <a:gd name="connsiteY12" fmla="*/ 124943 h 124880"/>
                <a:gd name="connsiteX13" fmla="*/ 61430 w 87327"/>
                <a:gd name="connsiteY13" fmla="*/ 113253 h 124880"/>
                <a:gd name="connsiteX14" fmla="*/ 61430 w 87327"/>
                <a:gd name="connsiteY14" fmla="*/ 65780 h 124880"/>
                <a:gd name="connsiteX15" fmla="*/ 61430 w 87327"/>
                <a:gd name="connsiteY15" fmla="*/ 102093 h 124880"/>
                <a:gd name="connsiteX16" fmla="*/ 59481 w 87327"/>
                <a:gd name="connsiteY16" fmla="*/ 108647 h 124880"/>
                <a:gd name="connsiteX17" fmla="*/ 38579 w 87327"/>
                <a:gd name="connsiteY17" fmla="*/ 121046 h 124880"/>
                <a:gd name="connsiteX18" fmla="*/ 19980 w 87327"/>
                <a:gd name="connsiteY18" fmla="*/ 109710 h 124880"/>
                <a:gd name="connsiteX19" fmla="*/ 14843 w 87327"/>
                <a:gd name="connsiteY19" fmla="*/ 85088 h 124880"/>
                <a:gd name="connsiteX20" fmla="*/ 20334 w 87327"/>
                <a:gd name="connsiteY20" fmla="*/ 59935 h 124880"/>
                <a:gd name="connsiteX21" fmla="*/ 40350 w 87327"/>
                <a:gd name="connsiteY21" fmla="*/ 48598 h 124880"/>
                <a:gd name="connsiteX22" fmla="*/ 59481 w 87327"/>
                <a:gd name="connsiteY22" fmla="*/ 59226 h 124880"/>
                <a:gd name="connsiteX23" fmla="*/ 61430 w 87327"/>
                <a:gd name="connsiteY23" fmla="*/ 65780 h 12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7327" h="124880">
                  <a:moveTo>
                    <a:pt x="61430" y="113253"/>
                  </a:moveTo>
                  <a:lnTo>
                    <a:pt x="61430" y="124943"/>
                  </a:lnTo>
                  <a:lnTo>
                    <a:pt x="87469" y="122995"/>
                  </a:lnTo>
                  <a:lnTo>
                    <a:pt x="87469" y="117504"/>
                  </a:lnTo>
                  <a:cubicBezTo>
                    <a:pt x="75069" y="117504"/>
                    <a:pt x="73652" y="116264"/>
                    <a:pt x="73652" y="107584"/>
                  </a:cubicBezTo>
                  <a:lnTo>
                    <a:pt x="73652" y="63"/>
                  </a:lnTo>
                  <a:lnTo>
                    <a:pt x="48144" y="2011"/>
                  </a:lnTo>
                  <a:lnTo>
                    <a:pt x="48144" y="7502"/>
                  </a:lnTo>
                  <a:cubicBezTo>
                    <a:pt x="60544" y="7502"/>
                    <a:pt x="61961" y="8742"/>
                    <a:pt x="61961" y="17422"/>
                  </a:cubicBezTo>
                  <a:lnTo>
                    <a:pt x="61961" y="55683"/>
                  </a:lnTo>
                  <a:cubicBezTo>
                    <a:pt x="56824" y="49307"/>
                    <a:pt x="49207" y="44701"/>
                    <a:pt x="39642" y="44701"/>
                  </a:cubicBezTo>
                  <a:cubicBezTo>
                    <a:pt x="18740" y="44701"/>
                    <a:pt x="141" y="62060"/>
                    <a:pt x="141" y="84911"/>
                  </a:cubicBezTo>
                  <a:cubicBezTo>
                    <a:pt x="141" y="107407"/>
                    <a:pt x="17500" y="124943"/>
                    <a:pt x="37693" y="124943"/>
                  </a:cubicBezTo>
                  <a:cubicBezTo>
                    <a:pt x="49030" y="124943"/>
                    <a:pt x="57001" y="118921"/>
                    <a:pt x="61430" y="113253"/>
                  </a:cubicBezTo>
                  <a:close/>
                  <a:moveTo>
                    <a:pt x="61430" y="65780"/>
                  </a:moveTo>
                  <a:lnTo>
                    <a:pt x="61430" y="102093"/>
                  </a:lnTo>
                  <a:cubicBezTo>
                    <a:pt x="61430" y="105281"/>
                    <a:pt x="61430" y="105636"/>
                    <a:pt x="59481" y="108647"/>
                  </a:cubicBezTo>
                  <a:cubicBezTo>
                    <a:pt x="54167" y="117149"/>
                    <a:pt x="46196" y="121046"/>
                    <a:pt x="38579" y="121046"/>
                  </a:cubicBezTo>
                  <a:cubicBezTo>
                    <a:pt x="30608" y="121046"/>
                    <a:pt x="24231" y="116441"/>
                    <a:pt x="19980" y="109710"/>
                  </a:cubicBezTo>
                  <a:cubicBezTo>
                    <a:pt x="15374" y="102447"/>
                    <a:pt x="14843" y="92350"/>
                    <a:pt x="14843" y="85088"/>
                  </a:cubicBezTo>
                  <a:cubicBezTo>
                    <a:pt x="14843" y="78534"/>
                    <a:pt x="15197" y="67906"/>
                    <a:pt x="20334" y="59935"/>
                  </a:cubicBezTo>
                  <a:cubicBezTo>
                    <a:pt x="24054" y="54443"/>
                    <a:pt x="30785" y="48598"/>
                    <a:pt x="40350" y="48598"/>
                  </a:cubicBezTo>
                  <a:cubicBezTo>
                    <a:pt x="46550" y="48598"/>
                    <a:pt x="53990" y="51255"/>
                    <a:pt x="59481" y="59226"/>
                  </a:cubicBezTo>
                  <a:cubicBezTo>
                    <a:pt x="61430" y="62237"/>
                    <a:pt x="61430" y="62592"/>
                    <a:pt x="61430" y="65780"/>
                  </a:cubicBezTo>
                  <a:close/>
                </a:path>
              </a:pathLst>
            </a:custGeom>
            <a:solidFill>
              <a:srgbClr val="000000"/>
            </a:solidFill>
            <a:ln w="17751"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F863A8F9-7066-4BDA-4AD8-25225D2F59FA}"/>
                </a:ext>
              </a:extLst>
            </p:cNvPr>
            <p:cNvSpPr/>
            <p:nvPr>
              <p:custDataLst>
                <p:tags r:id="rId21"/>
              </p:custDataLst>
            </p:nvPr>
          </p:nvSpPr>
          <p:spPr>
            <a:xfrm>
              <a:off x="5143445" y="3576598"/>
              <a:ext cx="68551" cy="81305"/>
            </a:xfrm>
            <a:custGeom>
              <a:avLst/>
              <a:gdLst>
                <a:gd name="connsiteX0" fmla="*/ 15026 w 68551"/>
                <a:gd name="connsiteY0" fmla="*/ 34781 h 81305"/>
                <a:gd name="connsiteX1" fmla="*/ 36990 w 68551"/>
                <a:gd name="connsiteY1" fmla="*/ 3960 h 81305"/>
                <a:gd name="connsiteX2" fmla="*/ 57007 w 68551"/>
                <a:gd name="connsiteY2" fmla="*/ 34781 h 81305"/>
                <a:gd name="connsiteX3" fmla="*/ 15026 w 68551"/>
                <a:gd name="connsiteY3" fmla="*/ 34781 h 81305"/>
                <a:gd name="connsiteX4" fmla="*/ 14848 w 68551"/>
                <a:gd name="connsiteY4" fmla="*/ 38501 h 81305"/>
                <a:gd name="connsiteX5" fmla="*/ 64269 w 68551"/>
                <a:gd name="connsiteY5" fmla="*/ 38501 h 81305"/>
                <a:gd name="connsiteX6" fmla="*/ 68698 w 68551"/>
                <a:gd name="connsiteY6" fmla="*/ 34781 h 81305"/>
                <a:gd name="connsiteX7" fmla="*/ 36990 w 68551"/>
                <a:gd name="connsiteY7" fmla="*/ 63 h 81305"/>
                <a:gd name="connsiteX8" fmla="*/ 146 w 68551"/>
                <a:gd name="connsiteY8" fmla="*/ 40450 h 81305"/>
                <a:gd name="connsiteX9" fmla="*/ 39116 w 68551"/>
                <a:gd name="connsiteY9" fmla="*/ 81368 h 81305"/>
                <a:gd name="connsiteX10" fmla="*/ 68698 w 68551"/>
                <a:gd name="connsiteY10" fmla="*/ 58340 h 81305"/>
                <a:gd name="connsiteX11" fmla="*/ 66395 w 68551"/>
                <a:gd name="connsiteY11" fmla="*/ 56215 h 81305"/>
                <a:gd name="connsiteX12" fmla="*/ 64092 w 68551"/>
                <a:gd name="connsiteY12" fmla="*/ 58695 h 81305"/>
                <a:gd name="connsiteX13" fmla="*/ 40179 w 68551"/>
                <a:gd name="connsiteY13" fmla="*/ 76940 h 81305"/>
                <a:gd name="connsiteX14" fmla="*/ 20162 w 68551"/>
                <a:gd name="connsiteY14" fmla="*/ 65072 h 81305"/>
                <a:gd name="connsiteX15" fmla="*/ 14848 w 68551"/>
                <a:gd name="connsiteY15" fmla="*/ 38501 h 8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51" h="81305">
                  <a:moveTo>
                    <a:pt x="15026" y="34781"/>
                  </a:moveTo>
                  <a:cubicBezTo>
                    <a:pt x="16088" y="8388"/>
                    <a:pt x="30968" y="3960"/>
                    <a:pt x="36990" y="3960"/>
                  </a:cubicBezTo>
                  <a:cubicBezTo>
                    <a:pt x="55235" y="3960"/>
                    <a:pt x="57007" y="27873"/>
                    <a:pt x="57007" y="34781"/>
                  </a:cubicBezTo>
                  <a:lnTo>
                    <a:pt x="15026" y="34781"/>
                  </a:lnTo>
                  <a:close/>
                  <a:moveTo>
                    <a:pt x="14848" y="38501"/>
                  </a:moveTo>
                  <a:lnTo>
                    <a:pt x="64269" y="38501"/>
                  </a:lnTo>
                  <a:cubicBezTo>
                    <a:pt x="68166" y="38501"/>
                    <a:pt x="68698" y="38501"/>
                    <a:pt x="68698" y="34781"/>
                  </a:cubicBezTo>
                  <a:cubicBezTo>
                    <a:pt x="68698" y="17245"/>
                    <a:pt x="59132" y="63"/>
                    <a:pt x="36990" y="63"/>
                  </a:cubicBezTo>
                  <a:cubicBezTo>
                    <a:pt x="16443" y="63"/>
                    <a:pt x="146" y="18308"/>
                    <a:pt x="146" y="40450"/>
                  </a:cubicBezTo>
                  <a:cubicBezTo>
                    <a:pt x="146" y="64186"/>
                    <a:pt x="18745" y="81368"/>
                    <a:pt x="39116" y="81368"/>
                  </a:cubicBezTo>
                  <a:cubicBezTo>
                    <a:pt x="60727" y="81368"/>
                    <a:pt x="68698" y="61706"/>
                    <a:pt x="68698" y="58340"/>
                  </a:cubicBezTo>
                  <a:cubicBezTo>
                    <a:pt x="68698" y="56569"/>
                    <a:pt x="67281" y="56215"/>
                    <a:pt x="66395" y="56215"/>
                  </a:cubicBezTo>
                  <a:cubicBezTo>
                    <a:pt x="64801" y="56215"/>
                    <a:pt x="64446" y="57278"/>
                    <a:pt x="64092" y="58695"/>
                  </a:cubicBezTo>
                  <a:cubicBezTo>
                    <a:pt x="57892" y="76940"/>
                    <a:pt x="41950" y="76940"/>
                    <a:pt x="40179" y="76940"/>
                  </a:cubicBezTo>
                  <a:cubicBezTo>
                    <a:pt x="31322" y="76940"/>
                    <a:pt x="24237" y="71626"/>
                    <a:pt x="20162" y="65072"/>
                  </a:cubicBezTo>
                  <a:cubicBezTo>
                    <a:pt x="14848" y="56569"/>
                    <a:pt x="14848" y="44878"/>
                    <a:pt x="14848" y="38501"/>
                  </a:cubicBezTo>
                  <a:close/>
                </a:path>
              </a:pathLst>
            </a:custGeom>
            <a:solidFill>
              <a:srgbClr val="000000"/>
            </a:solidFill>
            <a:ln w="17751"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DCBE387D-C317-AEDB-AE4E-489F4590214E}"/>
                </a:ext>
              </a:extLst>
            </p:cNvPr>
            <p:cNvSpPr/>
            <p:nvPr>
              <p:custDataLst>
                <p:tags r:id="rId22"/>
              </p:custDataLst>
            </p:nvPr>
          </p:nvSpPr>
          <p:spPr>
            <a:xfrm>
              <a:off x="5222173" y="3577661"/>
              <a:ext cx="87327" cy="112658"/>
            </a:xfrm>
            <a:custGeom>
              <a:avLst/>
              <a:gdLst>
                <a:gd name="connsiteX0" fmla="*/ 25658 w 87327"/>
                <a:gd name="connsiteY0" fmla="*/ 11754 h 112658"/>
                <a:gd name="connsiteX1" fmla="*/ 25658 w 87327"/>
                <a:gd name="connsiteY1" fmla="*/ 63 h 112658"/>
                <a:gd name="connsiteX2" fmla="*/ 151 w 87327"/>
                <a:gd name="connsiteY2" fmla="*/ 2011 h 112658"/>
                <a:gd name="connsiteX3" fmla="*/ 151 w 87327"/>
                <a:gd name="connsiteY3" fmla="*/ 7502 h 112658"/>
                <a:gd name="connsiteX4" fmla="*/ 13967 w 87327"/>
                <a:gd name="connsiteY4" fmla="*/ 16359 h 112658"/>
                <a:gd name="connsiteX5" fmla="*/ 13967 w 87327"/>
                <a:gd name="connsiteY5" fmla="*/ 99259 h 112658"/>
                <a:gd name="connsiteX6" fmla="*/ 151 w 87327"/>
                <a:gd name="connsiteY6" fmla="*/ 107230 h 112658"/>
                <a:gd name="connsiteX7" fmla="*/ 151 w 87327"/>
                <a:gd name="connsiteY7" fmla="*/ 112721 h 112658"/>
                <a:gd name="connsiteX8" fmla="*/ 19990 w 87327"/>
                <a:gd name="connsiteY8" fmla="*/ 112190 h 112658"/>
                <a:gd name="connsiteX9" fmla="*/ 40006 w 87327"/>
                <a:gd name="connsiteY9" fmla="*/ 112721 h 112658"/>
                <a:gd name="connsiteX10" fmla="*/ 40006 w 87327"/>
                <a:gd name="connsiteY10" fmla="*/ 107230 h 112658"/>
                <a:gd name="connsiteX11" fmla="*/ 26190 w 87327"/>
                <a:gd name="connsiteY11" fmla="*/ 99259 h 112658"/>
                <a:gd name="connsiteX12" fmla="*/ 26190 w 87327"/>
                <a:gd name="connsiteY12" fmla="*/ 69500 h 112658"/>
                <a:gd name="connsiteX13" fmla="*/ 26190 w 87327"/>
                <a:gd name="connsiteY13" fmla="*/ 67906 h 112658"/>
                <a:gd name="connsiteX14" fmla="*/ 47977 w 87327"/>
                <a:gd name="connsiteY14" fmla="*/ 80305 h 112658"/>
                <a:gd name="connsiteX15" fmla="*/ 87478 w 87327"/>
                <a:gd name="connsiteY15" fmla="*/ 40095 h 112658"/>
                <a:gd name="connsiteX16" fmla="*/ 50457 w 87327"/>
                <a:gd name="connsiteY16" fmla="*/ 63 h 112658"/>
                <a:gd name="connsiteX17" fmla="*/ 25658 w 87327"/>
                <a:gd name="connsiteY17" fmla="*/ 11754 h 112658"/>
                <a:gd name="connsiteX18" fmla="*/ 26190 w 87327"/>
                <a:gd name="connsiteY18" fmla="*/ 58163 h 112658"/>
                <a:gd name="connsiteX19" fmla="*/ 26190 w 87327"/>
                <a:gd name="connsiteY19" fmla="*/ 18662 h 112658"/>
                <a:gd name="connsiteX20" fmla="*/ 49040 w 87327"/>
                <a:gd name="connsiteY20" fmla="*/ 4491 h 112658"/>
                <a:gd name="connsiteX21" fmla="*/ 72776 w 87327"/>
                <a:gd name="connsiteY21" fmla="*/ 40095 h 112658"/>
                <a:gd name="connsiteX22" fmla="*/ 47269 w 87327"/>
                <a:gd name="connsiteY22" fmla="*/ 76408 h 112658"/>
                <a:gd name="connsiteX23" fmla="*/ 28669 w 87327"/>
                <a:gd name="connsiteY23" fmla="*/ 65603 h 112658"/>
                <a:gd name="connsiteX24" fmla="*/ 26190 w 87327"/>
                <a:gd name="connsiteY24" fmla="*/ 58163 h 112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7327" h="112658">
                  <a:moveTo>
                    <a:pt x="25658" y="11754"/>
                  </a:moveTo>
                  <a:lnTo>
                    <a:pt x="25658" y="63"/>
                  </a:lnTo>
                  <a:lnTo>
                    <a:pt x="151" y="2011"/>
                  </a:lnTo>
                  <a:lnTo>
                    <a:pt x="151" y="7502"/>
                  </a:lnTo>
                  <a:cubicBezTo>
                    <a:pt x="12727" y="7502"/>
                    <a:pt x="13967" y="8565"/>
                    <a:pt x="13967" y="16359"/>
                  </a:cubicBezTo>
                  <a:lnTo>
                    <a:pt x="13967" y="99259"/>
                  </a:lnTo>
                  <a:cubicBezTo>
                    <a:pt x="13967" y="107230"/>
                    <a:pt x="12019" y="107230"/>
                    <a:pt x="151" y="107230"/>
                  </a:cubicBezTo>
                  <a:lnTo>
                    <a:pt x="151" y="112721"/>
                  </a:lnTo>
                  <a:cubicBezTo>
                    <a:pt x="6173" y="112544"/>
                    <a:pt x="15384" y="112190"/>
                    <a:pt x="19990" y="112190"/>
                  </a:cubicBezTo>
                  <a:cubicBezTo>
                    <a:pt x="24772" y="112190"/>
                    <a:pt x="33806" y="112544"/>
                    <a:pt x="40006" y="112721"/>
                  </a:cubicBezTo>
                  <a:lnTo>
                    <a:pt x="40006" y="107230"/>
                  </a:lnTo>
                  <a:cubicBezTo>
                    <a:pt x="28138" y="107230"/>
                    <a:pt x="26190" y="107230"/>
                    <a:pt x="26190" y="99259"/>
                  </a:cubicBezTo>
                  <a:lnTo>
                    <a:pt x="26190" y="69500"/>
                  </a:lnTo>
                  <a:lnTo>
                    <a:pt x="26190" y="67906"/>
                  </a:lnTo>
                  <a:cubicBezTo>
                    <a:pt x="27075" y="70740"/>
                    <a:pt x="34515" y="80305"/>
                    <a:pt x="47977" y="80305"/>
                  </a:cubicBezTo>
                  <a:cubicBezTo>
                    <a:pt x="69056" y="80305"/>
                    <a:pt x="87478" y="62946"/>
                    <a:pt x="87478" y="40095"/>
                  </a:cubicBezTo>
                  <a:cubicBezTo>
                    <a:pt x="87478" y="17599"/>
                    <a:pt x="70296" y="63"/>
                    <a:pt x="50457" y="63"/>
                  </a:cubicBezTo>
                  <a:cubicBezTo>
                    <a:pt x="36641" y="63"/>
                    <a:pt x="29201" y="7857"/>
                    <a:pt x="25658" y="11754"/>
                  </a:cubicBezTo>
                  <a:close/>
                  <a:moveTo>
                    <a:pt x="26190" y="58163"/>
                  </a:moveTo>
                  <a:lnTo>
                    <a:pt x="26190" y="18662"/>
                  </a:lnTo>
                  <a:cubicBezTo>
                    <a:pt x="31326" y="9628"/>
                    <a:pt x="40006" y="4491"/>
                    <a:pt x="49040" y="4491"/>
                  </a:cubicBezTo>
                  <a:cubicBezTo>
                    <a:pt x="61971" y="4491"/>
                    <a:pt x="72776" y="20079"/>
                    <a:pt x="72776" y="40095"/>
                  </a:cubicBezTo>
                  <a:cubicBezTo>
                    <a:pt x="72776" y="61529"/>
                    <a:pt x="60377" y="76408"/>
                    <a:pt x="47269" y="76408"/>
                  </a:cubicBezTo>
                  <a:cubicBezTo>
                    <a:pt x="40183" y="76408"/>
                    <a:pt x="33452" y="72866"/>
                    <a:pt x="28669" y="65603"/>
                  </a:cubicBezTo>
                  <a:cubicBezTo>
                    <a:pt x="26190" y="61883"/>
                    <a:pt x="26190" y="61706"/>
                    <a:pt x="26190" y="58163"/>
                  </a:cubicBezTo>
                  <a:close/>
                </a:path>
              </a:pathLst>
            </a:custGeom>
            <a:solidFill>
              <a:srgbClr val="000000"/>
            </a:solidFill>
            <a:ln w="17751"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C93CFC41-4663-2758-5B54-E75EC00B3091}"/>
                </a:ext>
              </a:extLst>
            </p:cNvPr>
            <p:cNvSpPr/>
            <p:nvPr>
              <p:custDataLst>
                <p:tags r:id="rId23"/>
              </p:custDataLst>
            </p:nvPr>
          </p:nvSpPr>
          <p:spPr>
            <a:xfrm>
              <a:off x="5318987" y="3547016"/>
              <a:ext cx="55443" cy="110886"/>
            </a:xfrm>
            <a:custGeom>
              <a:avLst/>
              <a:gdLst>
                <a:gd name="connsiteX0" fmla="*/ 27435 w 55443"/>
                <a:gd name="connsiteY0" fmla="*/ 38147 h 110886"/>
                <a:gd name="connsiteX1" fmla="*/ 52765 w 55443"/>
                <a:gd name="connsiteY1" fmla="*/ 38147 h 110886"/>
                <a:gd name="connsiteX2" fmla="*/ 52765 w 55443"/>
                <a:gd name="connsiteY2" fmla="*/ 32656 h 110886"/>
                <a:gd name="connsiteX3" fmla="*/ 27435 w 55443"/>
                <a:gd name="connsiteY3" fmla="*/ 32656 h 110886"/>
                <a:gd name="connsiteX4" fmla="*/ 27435 w 55443"/>
                <a:gd name="connsiteY4" fmla="*/ 63 h 110886"/>
                <a:gd name="connsiteX5" fmla="*/ 23007 w 55443"/>
                <a:gd name="connsiteY5" fmla="*/ 63 h 110886"/>
                <a:gd name="connsiteX6" fmla="*/ 156 w 55443"/>
                <a:gd name="connsiteY6" fmla="*/ 34250 h 110886"/>
                <a:gd name="connsiteX7" fmla="*/ 156 w 55443"/>
                <a:gd name="connsiteY7" fmla="*/ 38147 h 110886"/>
                <a:gd name="connsiteX8" fmla="*/ 15213 w 55443"/>
                <a:gd name="connsiteY8" fmla="*/ 38147 h 110886"/>
                <a:gd name="connsiteX9" fmla="*/ 15213 w 55443"/>
                <a:gd name="connsiteY9" fmla="*/ 87036 h 110886"/>
                <a:gd name="connsiteX10" fmla="*/ 38063 w 55443"/>
                <a:gd name="connsiteY10" fmla="*/ 110950 h 110886"/>
                <a:gd name="connsiteX11" fmla="*/ 55600 w 55443"/>
                <a:gd name="connsiteY11" fmla="*/ 87036 h 110886"/>
                <a:gd name="connsiteX12" fmla="*/ 55600 w 55443"/>
                <a:gd name="connsiteY12" fmla="*/ 76940 h 110886"/>
                <a:gd name="connsiteX13" fmla="*/ 51171 w 55443"/>
                <a:gd name="connsiteY13" fmla="*/ 76940 h 110886"/>
                <a:gd name="connsiteX14" fmla="*/ 51171 w 55443"/>
                <a:gd name="connsiteY14" fmla="*/ 86682 h 110886"/>
                <a:gd name="connsiteX15" fmla="*/ 39303 w 55443"/>
                <a:gd name="connsiteY15" fmla="*/ 106521 h 110886"/>
                <a:gd name="connsiteX16" fmla="*/ 27435 w 55443"/>
                <a:gd name="connsiteY16" fmla="*/ 87391 h 110886"/>
                <a:gd name="connsiteX17" fmla="*/ 27435 w 55443"/>
                <a:gd name="connsiteY17" fmla="*/ 38147 h 110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443" h="110886">
                  <a:moveTo>
                    <a:pt x="27435" y="38147"/>
                  </a:moveTo>
                  <a:lnTo>
                    <a:pt x="52765" y="38147"/>
                  </a:lnTo>
                  <a:lnTo>
                    <a:pt x="52765" y="32656"/>
                  </a:lnTo>
                  <a:lnTo>
                    <a:pt x="27435" y="32656"/>
                  </a:lnTo>
                  <a:lnTo>
                    <a:pt x="27435" y="63"/>
                  </a:lnTo>
                  <a:lnTo>
                    <a:pt x="23007" y="63"/>
                  </a:lnTo>
                  <a:cubicBezTo>
                    <a:pt x="22829" y="14588"/>
                    <a:pt x="17515" y="33541"/>
                    <a:pt x="156" y="34250"/>
                  </a:cubicBezTo>
                  <a:lnTo>
                    <a:pt x="156" y="38147"/>
                  </a:lnTo>
                  <a:lnTo>
                    <a:pt x="15213" y="38147"/>
                  </a:lnTo>
                  <a:lnTo>
                    <a:pt x="15213" y="87036"/>
                  </a:lnTo>
                  <a:cubicBezTo>
                    <a:pt x="15213" y="108824"/>
                    <a:pt x="31686" y="110950"/>
                    <a:pt x="38063" y="110950"/>
                  </a:cubicBezTo>
                  <a:cubicBezTo>
                    <a:pt x="50640" y="110950"/>
                    <a:pt x="55600" y="98373"/>
                    <a:pt x="55600" y="87036"/>
                  </a:cubicBezTo>
                  <a:lnTo>
                    <a:pt x="55600" y="76940"/>
                  </a:lnTo>
                  <a:lnTo>
                    <a:pt x="51171" y="76940"/>
                  </a:lnTo>
                  <a:lnTo>
                    <a:pt x="51171" y="86682"/>
                  </a:lnTo>
                  <a:cubicBezTo>
                    <a:pt x="51171" y="99790"/>
                    <a:pt x="45857" y="106521"/>
                    <a:pt x="39303" y="106521"/>
                  </a:cubicBezTo>
                  <a:cubicBezTo>
                    <a:pt x="27435" y="106521"/>
                    <a:pt x="27435" y="90402"/>
                    <a:pt x="27435" y="87391"/>
                  </a:cubicBezTo>
                  <a:lnTo>
                    <a:pt x="27435" y="38147"/>
                  </a:lnTo>
                  <a:close/>
                </a:path>
              </a:pathLst>
            </a:custGeom>
            <a:solidFill>
              <a:srgbClr val="000000"/>
            </a:solidFill>
            <a:ln w="17751"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F4CB5A87-87F2-CC0C-4AC7-88DE6E358B6E}"/>
                </a:ext>
              </a:extLst>
            </p:cNvPr>
            <p:cNvSpPr/>
            <p:nvPr>
              <p:custDataLst>
                <p:tags r:id="rId24"/>
              </p:custDataLst>
            </p:nvPr>
          </p:nvSpPr>
          <p:spPr>
            <a:xfrm>
              <a:off x="5390177" y="3533022"/>
              <a:ext cx="89099" cy="122932"/>
            </a:xfrm>
            <a:custGeom>
              <a:avLst/>
              <a:gdLst>
                <a:gd name="connsiteX0" fmla="*/ 13977 w 89099"/>
                <a:gd name="connsiteY0" fmla="*/ 109533 h 122932"/>
                <a:gd name="connsiteX1" fmla="*/ 160 w 89099"/>
                <a:gd name="connsiteY1" fmla="*/ 117504 h 122932"/>
                <a:gd name="connsiteX2" fmla="*/ 160 w 89099"/>
                <a:gd name="connsiteY2" fmla="*/ 122995 h 122932"/>
                <a:gd name="connsiteX3" fmla="*/ 20176 w 89099"/>
                <a:gd name="connsiteY3" fmla="*/ 122464 h 122932"/>
                <a:gd name="connsiteX4" fmla="*/ 40016 w 89099"/>
                <a:gd name="connsiteY4" fmla="*/ 122995 h 122932"/>
                <a:gd name="connsiteX5" fmla="*/ 40016 w 89099"/>
                <a:gd name="connsiteY5" fmla="*/ 117504 h 122932"/>
                <a:gd name="connsiteX6" fmla="*/ 26199 w 89099"/>
                <a:gd name="connsiteY6" fmla="*/ 109533 h 122932"/>
                <a:gd name="connsiteX7" fmla="*/ 26199 w 89099"/>
                <a:gd name="connsiteY7" fmla="*/ 76940 h 122932"/>
                <a:gd name="connsiteX8" fmla="*/ 50112 w 89099"/>
                <a:gd name="connsiteY8" fmla="*/ 48598 h 122932"/>
                <a:gd name="connsiteX9" fmla="*/ 63220 w 89099"/>
                <a:gd name="connsiteY9" fmla="*/ 68260 h 122932"/>
                <a:gd name="connsiteX10" fmla="*/ 63220 w 89099"/>
                <a:gd name="connsiteY10" fmla="*/ 109533 h 122932"/>
                <a:gd name="connsiteX11" fmla="*/ 49404 w 89099"/>
                <a:gd name="connsiteY11" fmla="*/ 117504 h 122932"/>
                <a:gd name="connsiteX12" fmla="*/ 49404 w 89099"/>
                <a:gd name="connsiteY12" fmla="*/ 122995 h 122932"/>
                <a:gd name="connsiteX13" fmla="*/ 69420 w 89099"/>
                <a:gd name="connsiteY13" fmla="*/ 122464 h 122932"/>
                <a:gd name="connsiteX14" fmla="*/ 89259 w 89099"/>
                <a:gd name="connsiteY14" fmla="*/ 122995 h 122932"/>
                <a:gd name="connsiteX15" fmla="*/ 89259 w 89099"/>
                <a:gd name="connsiteY15" fmla="*/ 117504 h 122932"/>
                <a:gd name="connsiteX16" fmla="*/ 75443 w 89099"/>
                <a:gd name="connsiteY16" fmla="*/ 112190 h 122932"/>
                <a:gd name="connsiteX17" fmla="*/ 75443 w 89099"/>
                <a:gd name="connsiteY17" fmla="*/ 78357 h 122932"/>
                <a:gd name="connsiteX18" fmla="*/ 69951 w 89099"/>
                <a:gd name="connsiteY18" fmla="*/ 51255 h 122932"/>
                <a:gd name="connsiteX19" fmla="*/ 51352 w 89099"/>
                <a:gd name="connsiteY19" fmla="*/ 44701 h 122932"/>
                <a:gd name="connsiteX20" fmla="*/ 25668 w 89099"/>
                <a:gd name="connsiteY20" fmla="*/ 62060 h 122932"/>
                <a:gd name="connsiteX21" fmla="*/ 25668 w 89099"/>
                <a:gd name="connsiteY21" fmla="*/ 63 h 122932"/>
                <a:gd name="connsiteX22" fmla="*/ 160 w 89099"/>
                <a:gd name="connsiteY22" fmla="*/ 2011 h 122932"/>
                <a:gd name="connsiteX23" fmla="*/ 160 w 89099"/>
                <a:gd name="connsiteY23" fmla="*/ 7502 h 122932"/>
                <a:gd name="connsiteX24" fmla="*/ 13977 w 89099"/>
                <a:gd name="connsiteY24" fmla="*/ 17422 h 122932"/>
                <a:gd name="connsiteX25" fmla="*/ 13977 w 89099"/>
                <a:gd name="connsiteY25" fmla="*/ 109533 h 122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9099" h="122932">
                  <a:moveTo>
                    <a:pt x="13977" y="109533"/>
                  </a:moveTo>
                  <a:cubicBezTo>
                    <a:pt x="13977" y="117504"/>
                    <a:pt x="12028" y="117504"/>
                    <a:pt x="160" y="117504"/>
                  </a:cubicBezTo>
                  <a:lnTo>
                    <a:pt x="160" y="122995"/>
                  </a:lnTo>
                  <a:cubicBezTo>
                    <a:pt x="6360" y="122818"/>
                    <a:pt x="15394" y="122464"/>
                    <a:pt x="20176" y="122464"/>
                  </a:cubicBezTo>
                  <a:cubicBezTo>
                    <a:pt x="24782" y="122464"/>
                    <a:pt x="33993" y="122818"/>
                    <a:pt x="40016" y="122995"/>
                  </a:cubicBezTo>
                  <a:lnTo>
                    <a:pt x="40016" y="117504"/>
                  </a:lnTo>
                  <a:cubicBezTo>
                    <a:pt x="28147" y="117504"/>
                    <a:pt x="26199" y="117504"/>
                    <a:pt x="26199" y="109533"/>
                  </a:cubicBezTo>
                  <a:lnTo>
                    <a:pt x="26199" y="76940"/>
                  </a:lnTo>
                  <a:cubicBezTo>
                    <a:pt x="26199" y="58518"/>
                    <a:pt x="38776" y="48598"/>
                    <a:pt x="50112" y="48598"/>
                  </a:cubicBezTo>
                  <a:cubicBezTo>
                    <a:pt x="61272" y="48598"/>
                    <a:pt x="63220" y="58163"/>
                    <a:pt x="63220" y="68260"/>
                  </a:cubicBezTo>
                  <a:lnTo>
                    <a:pt x="63220" y="109533"/>
                  </a:lnTo>
                  <a:cubicBezTo>
                    <a:pt x="63220" y="117504"/>
                    <a:pt x="61272" y="117504"/>
                    <a:pt x="49404" y="117504"/>
                  </a:cubicBezTo>
                  <a:lnTo>
                    <a:pt x="49404" y="122995"/>
                  </a:lnTo>
                  <a:cubicBezTo>
                    <a:pt x="55603" y="122818"/>
                    <a:pt x="64637" y="122464"/>
                    <a:pt x="69420" y="122464"/>
                  </a:cubicBezTo>
                  <a:cubicBezTo>
                    <a:pt x="74026" y="122464"/>
                    <a:pt x="83237" y="122818"/>
                    <a:pt x="89259" y="122995"/>
                  </a:cubicBezTo>
                  <a:lnTo>
                    <a:pt x="89259" y="117504"/>
                  </a:lnTo>
                  <a:cubicBezTo>
                    <a:pt x="80048" y="117504"/>
                    <a:pt x="75620" y="117504"/>
                    <a:pt x="75443" y="112190"/>
                  </a:cubicBezTo>
                  <a:lnTo>
                    <a:pt x="75443" y="78357"/>
                  </a:lnTo>
                  <a:cubicBezTo>
                    <a:pt x="75443" y="63123"/>
                    <a:pt x="75443" y="57632"/>
                    <a:pt x="69951" y="51255"/>
                  </a:cubicBezTo>
                  <a:cubicBezTo>
                    <a:pt x="67472" y="48244"/>
                    <a:pt x="61626" y="44701"/>
                    <a:pt x="51352" y="44701"/>
                  </a:cubicBezTo>
                  <a:cubicBezTo>
                    <a:pt x="36473" y="44701"/>
                    <a:pt x="28679" y="55329"/>
                    <a:pt x="25668" y="62060"/>
                  </a:cubicBezTo>
                  <a:lnTo>
                    <a:pt x="25668" y="63"/>
                  </a:lnTo>
                  <a:lnTo>
                    <a:pt x="160" y="2011"/>
                  </a:lnTo>
                  <a:lnTo>
                    <a:pt x="160" y="7502"/>
                  </a:lnTo>
                  <a:cubicBezTo>
                    <a:pt x="12559" y="7502"/>
                    <a:pt x="13977" y="8742"/>
                    <a:pt x="13977" y="17422"/>
                  </a:cubicBezTo>
                  <a:lnTo>
                    <a:pt x="13977" y="109533"/>
                  </a:lnTo>
                  <a:close/>
                </a:path>
              </a:pathLst>
            </a:custGeom>
            <a:solidFill>
              <a:srgbClr val="000000"/>
            </a:solidFill>
            <a:ln w="17751"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30575B3A-2C5E-E917-1932-20DB8D6CD973}"/>
                </a:ext>
              </a:extLst>
            </p:cNvPr>
            <p:cNvSpPr/>
            <p:nvPr>
              <p:custDataLst>
                <p:tags r:id="rId25"/>
              </p:custDataLst>
            </p:nvPr>
          </p:nvSpPr>
          <p:spPr>
            <a:xfrm>
              <a:off x="5492837" y="3590946"/>
              <a:ext cx="117795" cy="41449"/>
            </a:xfrm>
            <a:custGeom>
              <a:avLst/>
              <a:gdLst>
                <a:gd name="connsiteX0" fmla="*/ 111938 w 117795"/>
                <a:gd name="connsiteY0" fmla="*/ 7148 h 41449"/>
                <a:gd name="connsiteX1" fmla="*/ 117961 w 117795"/>
                <a:gd name="connsiteY1" fmla="*/ 3605 h 41449"/>
                <a:gd name="connsiteX2" fmla="*/ 112115 w 117795"/>
                <a:gd name="connsiteY2" fmla="*/ 63 h 41449"/>
                <a:gd name="connsiteX3" fmla="*/ 6011 w 117795"/>
                <a:gd name="connsiteY3" fmla="*/ 63 h 41449"/>
                <a:gd name="connsiteX4" fmla="*/ 166 w 117795"/>
                <a:gd name="connsiteY4" fmla="*/ 3605 h 41449"/>
                <a:gd name="connsiteX5" fmla="*/ 6188 w 117795"/>
                <a:gd name="connsiteY5" fmla="*/ 7148 h 41449"/>
                <a:gd name="connsiteX6" fmla="*/ 111938 w 117795"/>
                <a:gd name="connsiteY6" fmla="*/ 7148 h 41449"/>
                <a:gd name="connsiteX7" fmla="*/ 112115 w 117795"/>
                <a:gd name="connsiteY7" fmla="*/ 41513 h 41449"/>
                <a:gd name="connsiteX8" fmla="*/ 117961 w 117795"/>
                <a:gd name="connsiteY8" fmla="*/ 37970 h 41449"/>
                <a:gd name="connsiteX9" fmla="*/ 111938 w 117795"/>
                <a:gd name="connsiteY9" fmla="*/ 34427 h 41449"/>
                <a:gd name="connsiteX10" fmla="*/ 6188 w 117795"/>
                <a:gd name="connsiteY10" fmla="*/ 34427 h 41449"/>
                <a:gd name="connsiteX11" fmla="*/ 166 w 117795"/>
                <a:gd name="connsiteY11" fmla="*/ 37970 h 41449"/>
                <a:gd name="connsiteX12" fmla="*/ 6011 w 117795"/>
                <a:gd name="connsiteY12" fmla="*/ 41513 h 41449"/>
                <a:gd name="connsiteX13" fmla="*/ 112115 w 117795"/>
                <a:gd name="connsiteY13" fmla="*/ 41513 h 4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795" h="41449">
                  <a:moveTo>
                    <a:pt x="111938" y="7148"/>
                  </a:moveTo>
                  <a:cubicBezTo>
                    <a:pt x="114595" y="7148"/>
                    <a:pt x="117961" y="7148"/>
                    <a:pt x="117961" y="3605"/>
                  </a:cubicBezTo>
                  <a:cubicBezTo>
                    <a:pt x="117961" y="63"/>
                    <a:pt x="114595" y="63"/>
                    <a:pt x="112115" y="63"/>
                  </a:cubicBezTo>
                  <a:lnTo>
                    <a:pt x="6011" y="63"/>
                  </a:lnTo>
                  <a:cubicBezTo>
                    <a:pt x="3531" y="63"/>
                    <a:pt x="166" y="63"/>
                    <a:pt x="166" y="3605"/>
                  </a:cubicBezTo>
                  <a:cubicBezTo>
                    <a:pt x="166" y="7148"/>
                    <a:pt x="3531" y="7148"/>
                    <a:pt x="6188" y="7148"/>
                  </a:cubicBezTo>
                  <a:lnTo>
                    <a:pt x="111938" y="7148"/>
                  </a:lnTo>
                  <a:close/>
                  <a:moveTo>
                    <a:pt x="112115" y="41513"/>
                  </a:moveTo>
                  <a:cubicBezTo>
                    <a:pt x="114595" y="41513"/>
                    <a:pt x="117961" y="41513"/>
                    <a:pt x="117961" y="37970"/>
                  </a:cubicBezTo>
                  <a:cubicBezTo>
                    <a:pt x="117961" y="34427"/>
                    <a:pt x="114595" y="34427"/>
                    <a:pt x="111938" y="34427"/>
                  </a:cubicBezTo>
                  <a:lnTo>
                    <a:pt x="6188" y="34427"/>
                  </a:lnTo>
                  <a:cubicBezTo>
                    <a:pt x="3531" y="34427"/>
                    <a:pt x="166" y="34427"/>
                    <a:pt x="166" y="37970"/>
                  </a:cubicBezTo>
                  <a:cubicBezTo>
                    <a:pt x="166" y="41513"/>
                    <a:pt x="3531" y="41513"/>
                    <a:pt x="6011" y="41513"/>
                  </a:cubicBezTo>
                  <a:lnTo>
                    <a:pt x="112115" y="41513"/>
                  </a:lnTo>
                  <a:close/>
                </a:path>
              </a:pathLst>
            </a:custGeom>
            <a:solidFill>
              <a:srgbClr val="000000"/>
            </a:solidFill>
            <a:ln w="17751"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33F07194-945B-1DD0-2944-11C7D44D805D}"/>
                </a:ext>
              </a:extLst>
            </p:cNvPr>
            <p:cNvSpPr/>
            <p:nvPr>
              <p:custDataLst>
                <p:tags r:id="rId26"/>
              </p:custDataLst>
            </p:nvPr>
          </p:nvSpPr>
          <p:spPr>
            <a:xfrm>
              <a:off x="5636455" y="3537982"/>
              <a:ext cx="58454" cy="117972"/>
            </a:xfrm>
            <a:custGeom>
              <a:avLst/>
              <a:gdLst>
                <a:gd name="connsiteX0" fmla="*/ 36486 w 58454"/>
                <a:gd name="connsiteY0" fmla="*/ 4668 h 117972"/>
                <a:gd name="connsiteX1" fmla="*/ 32412 w 58454"/>
                <a:gd name="connsiteY1" fmla="*/ 63 h 117972"/>
                <a:gd name="connsiteX2" fmla="*/ 173 w 58454"/>
                <a:gd name="connsiteY2" fmla="*/ 11399 h 117972"/>
                <a:gd name="connsiteX3" fmla="*/ 173 w 58454"/>
                <a:gd name="connsiteY3" fmla="*/ 16891 h 117972"/>
                <a:gd name="connsiteX4" fmla="*/ 23378 w 58454"/>
                <a:gd name="connsiteY4" fmla="*/ 12285 h 117972"/>
                <a:gd name="connsiteX5" fmla="*/ 23378 w 58454"/>
                <a:gd name="connsiteY5" fmla="*/ 104041 h 117972"/>
                <a:gd name="connsiteX6" fmla="*/ 6904 w 58454"/>
                <a:gd name="connsiteY6" fmla="*/ 112544 h 117972"/>
                <a:gd name="connsiteX7" fmla="*/ 1236 w 58454"/>
                <a:gd name="connsiteY7" fmla="*/ 112544 h 117972"/>
                <a:gd name="connsiteX8" fmla="*/ 1236 w 58454"/>
                <a:gd name="connsiteY8" fmla="*/ 118035 h 117972"/>
                <a:gd name="connsiteX9" fmla="*/ 29932 w 58454"/>
                <a:gd name="connsiteY9" fmla="*/ 117504 h 117972"/>
                <a:gd name="connsiteX10" fmla="*/ 58628 w 58454"/>
                <a:gd name="connsiteY10" fmla="*/ 118035 h 117972"/>
                <a:gd name="connsiteX11" fmla="*/ 58628 w 58454"/>
                <a:gd name="connsiteY11" fmla="*/ 112544 h 117972"/>
                <a:gd name="connsiteX12" fmla="*/ 52960 w 58454"/>
                <a:gd name="connsiteY12" fmla="*/ 112544 h 117972"/>
                <a:gd name="connsiteX13" fmla="*/ 36486 w 58454"/>
                <a:gd name="connsiteY13" fmla="*/ 104041 h 117972"/>
                <a:gd name="connsiteX14" fmla="*/ 36486 w 58454"/>
                <a:gd name="connsiteY14" fmla="*/ 4668 h 117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454" h="117972">
                  <a:moveTo>
                    <a:pt x="36486" y="4668"/>
                  </a:moveTo>
                  <a:cubicBezTo>
                    <a:pt x="36486" y="417"/>
                    <a:pt x="36486" y="63"/>
                    <a:pt x="32412" y="63"/>
                  </a:cubicBezTo>
                  <a:cubicBezTo>
                    <a:pt x="21430" y="11399"/>
                    <a:pt x="5842" y="11399"/>
                    <a:pt x="173" y="11399"/>
                  </a:cubicBezTo>
                  <a:lnTo>
                    <a:pt x="173" y="16891"/>
                  </a:lnTo>
                  <a:cubicBezTo>
                    <a:pt x="3716" y="16891"/>
                    <a:pt x="14167" y="16891"/>
                    <a:pt x="23378" y="12285"/>
                  </a:cubicBezTo>
                  <a:lnTo>
                    <a:pt x="23378" y="104041"/>
                  </a:lnTo>
                  <a:cubicBezTo>
                    <a:pt x="23378" y="110418"/>
                    <a:pt x="22847" y="112544"/>
                    <a:pt x="6904" y="112544"/>
                  </a:cubicBezTo>
                  <a:lnTo>
                    <a:pt x="1236" y="112544"/>
                  </a:lnTo>
                  <a:lnTo>
                    <a:pt x="1236" y="118035"/>
                  </a:lnTo>
                  <a:cubicBezTo>
                    <a:pt x="7436" y="117504"/>
                    <a:pt x="22847" y="117504"/>
                    <a:pt x="29932" y="117504"/>
                  </a:cubicBezTo>
                  <a:cubicBezTo>
                    <a:pt x="37018" y="117504"/>
                    <a:pt x="52428" y="117504"/>
                    <a:pt x="58628" y="118035"/>
                  </a:cubicBezTo>
                  <a:lnTo>
                    <a:pt x="58628" y="112544"/>
                  </a:lnTo>
                  <a:lnTo>
                    <a:pt x="52960" y="112544"/>
                  </a:lnTo>
                  <a:cubicBezTo>
                    <a:pt x="37018" y="112544"/>
                    <a:pt x="36486" y="110595"/>
                    <a:pt x="36486" y="104041"/>
                  </a:cubicBezTo>
                  <a:lnTo>
                    <a:pt x="36486" y="4668"/>
                  </a:lnTo>
                  <a:close/>
                </a:path>
              </a:pathLst>
            </a:custGeom>
            <a:solidFill>
              <a:srgbClr val="000000"/>
            </a:solidFill>
            <a:ln w="17751"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D15E8A03-7CF3-DD8B-5FEF-E74063FFAFD0}"/>
                </a:ext>
              </a:extLst>
            </p:cNvPr>
            <p:cNvSpPr/>
            <p:nvPr>
              <p:custDataLst>
                <p:tags r:id="rId27"/>
              </p:custDataLst>
            </p:nvPr>
          </p:nvSpPr>
          <p:spPr>
            <a:xfrm>
              <a:off x="5716167" y="3537982"/>
              <a:ext cx="74574" cy="121869"/>
            </a:xfrm>
            <a:custGeom>
              <a:avLst/>
              <a:gdLst>
                <a:gd name="connsiteX0" fmla="*/ 74752 w 74574"/>
                <a:gd name="connsiteY0" fmla="*/ 61352 h 121869"/>
                <a:gd name="connsiteX1" fmla="*/ 67667 w 74574"/>
                <a:gd name="connsiteY1" fmla="*/ 19902 h 121869"/>
                <a:gd name="connsiteX2" fmla="*/ 37554 w 74574"/>
                <a:gd name="connsiteY2" fmla="*/ 63 h 121869"/>
                <a:gd name="connsiteX3" fmla="*/ 6732 w 74574"/>
                <a:gd name="connsiteY3" fmla="*/ 21142 h 121869"/>
                <a:gd name="connsiteX4" fmla="*/ 178 w 74574"/>
                <a:gd name="connsiteY4" fmla="*/ 61352 h 121869"/>
                <a:gd name="connsiteX5" fmla="*/ 8149 w 74574"/>
                <a:gd name="connsiteY5" fmla="*/ 104041 h 121869"/>
                <a:gd name="connsiteX6" fmla="*/ 37377 w 74574"/>
                <a:gd name="connsiteY6" fmla="*/ 121932 h 121869"/>
                <a:gd name="connsiteX7" fmla="*/ 68198 w 74574"/>
                <a:gd name="connsiteY7" fmla="*/ 101384 h 121869"/>
                <a:gd name="connsiteX8" fmla="*/ 74752 w 74574"/>
                <a:gd name="connsiteY8" fmla="*/ 61352 h 121869"/>
                <a:gd name="connsiteX9" fmla="*/ 37377 w 74574"/>
                <a:gd name="connsiteY9" fmla="*/ 118035 h 121869"/>
                <a:gd name="connsiteX10" fmla="*/ 16829 w 74574"/>
                <a:gd name="connsiteY10" fmla="*/ 96602 h 121869"/>
                <a:gd name="connsiteX11" fmla="*/ 14881 w 74574"/>
                <a:gd name="connsiteY11" fmla="*/ 59226 h 121869"/>
                <a:gd name="connsiteX12" fmla="*/ 16298 w 74574"/>
                <a:gd name="connsiteY12" fmla="*/ 26633 h 121869"/>
                <a:gd name="connsiteX13" fmla="*/ 37377 w 74574"/>
                <a:gd name="connsiteY13" fmla="*/ 3960 h 121869"/>
                <a:gd name="connsiteX14" fmla="*/ 58279 w 74574"/>
                <a:gd name="connsiteY14" fmla="*/ 24685 h 121869"/>
                <a:gd name="connsiteX15" fmla="*/ 60050 w 74574"/>
                <a:gd name="connsiteY15" fmla="*/ 59226 h 121869"/>
                <a:gd name="connsiteX16" fmla="*/ 58102 w 74574"/>
                <a:gd name="connsiteY16" fmla="*/ 95893 h 121869"/>
                <a:gd name="connsiteX17" fmla="*/ 37377 w 74574"/>
                <a:gd name="connsiteY17" fmla="*/ 118035 h 12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574" h="121869">
                  <a:moveTo>
                    <a:pt x="74752" y="61352"/>
                  </a:moveTo>
                  <a:cubicBezTo>
                    <a:pt x="74752" y="47181"/>
                    <a:pt x="73867" y="33010"/>
                    <a:pt x="67667" y="19902"/>
                  </a:cubicBezTo>
                  <a:cubicBezTo>
                    <a:pt x="59519" y="2897"/>
                    <a:pt x="44994" y="63"/>
                    <a:pt x="37554" y="63"/>
                  </a:cubicBezTo>
                  <a:cubicBezTo>
                    <a:pt x="26926" y="63"/>
                    <a:pt x="13995" y="4668"/>
                    <a:pt x="6732" y="21142"/>
                  </a:cubicBezTo>
                  <a:cubicBezTo>
                    <a:pt x="1064" y="33364"/>
                    <a:pt x="178" y="47181"/>
                    <a:pt x="178" y="61352"/>
                  </a:cubicBezTo>
                  <a:cubicBezTo>
                    <a:pt x="178" y="74637"/>
                    <a:pt x="887" y="90579"/>
                    <a:pt x="8149" y="104041"/>
                  </a:cubicBezTo>
                  <a:cubicBezTo>
                    <a:pt x="15766" y="118389"/>
                    <a:pt x="28697" y="121932"/>
                    <a:pt x="37377" y="121932"/>
                  </a:cubicBezTo>
                  <a:cubicBezTo>
                    <a:pt x="46942" y="121932"/>
                    <a:pt x="60404" y="118212"/>
                    <a:pt x="68198" y="101384"/>
                  </a:cubicBezTo>
                  <a:cubicBezTo>
                    <a:pt x="73867" y="89162"/>
                    <a:pt x="74752" y="75345"/>
                    <a:pt x="74752" y="61352"/>
                  </a:cubicBezTo>
                  <a:close/>
                  <a:moveTo>
                    <a:pt x="37377" y="118035"/>
                  </a:moveTo>
                  <a:cubicBezTo>
                    <a:pt x="30468" y="118035"/>
                    <a:pt x="20017" y="113607"/>
                    <a:pt x="16829" y="96602"/>
                  </a:cubicBezTo>
                  <a:cubicBezTo>
                    <a:pt x="14881" y="85974"/>
                    <a:pt x="14881" y="69677"/>
                    <a:pt x="14881" y="59226"/>
                  </a:cubicBezTo>
                  <a:cubicBezTo>
                    <a:pt x="14881" y="47889"/>
                    <a:pt x="14881" y="36198"/>
                    <a:pt x="16298" y="26633"/>
                  </a:cubicBezTo>
                  <a:cubicBezTo>
                    <a:pt x="19663" y="5554"/>
                    <a:pt x="32948" y="3960"/>
                    <a:pt x="37377" y="3960"/>
                  </a:cubicBezTo>
                  <a:cubicBezTo>
                    <a:pt x="43222" y="3960"/>
                    <a:pt x="54913" y="7148"/>
                    <a:pt x="58279" y="24685"/>
                  </a:cubicBezTo>
                  <a:cubicBezTo>
                    <a:pt x="60050" y="34604"/>
                    <a:pt x="60050" y="48067"/>
                    <a:pt x="60050" y="59226"/>
                  </a:cubicBezTo>
                  <a:cubicBezTo>
                    <a:pt x="60050" y="72511"/>
                    <a:pt x="60050" y="84557"/>
                    <a:pt x="58102" y="95893"/>
                  </a:cubicBezTo>
                  <a:cubicBezTo>
                    <a:pt x="55445" y="112721"/>
                    <a:pt x="45348" y="118035"/>
                    <a:pt x="37377" y="118035"/>
                  </a:cubicBezTo>
                  <a:close/>
                </a:path>
              </a:pathLst>
            </a:custGeom>
            <a:solidFill>
              <a:srgbClr val="000000"/>
            </a:solidFill>
            <a:ln w="17751"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F7F3DEDE-6698-C935-DB88-BE672AEBE8E7}"/>
                </a:ext>
              </a:extLst>
            </p:cNvPr>
            <p:cNvSpPr/>
            <p:nvPr>
              <p:custDataLst>
                <p:tags r:id="rId28"/>
              </p:custDataLst>
            </p:nvPr>
          </p:nvSpPr>
          <p:spPr>
            <a:xfrm>
              <a:off x="5801723" y="3523103"/>
              <a:ext cx="24267" cy="177135"/>
            </a:xfrm>
            <a:custGeom>
              <a:avLst/>
              <a:gdLst>
                <a:gd name="connsiteX0" fmla="*/ 24451 w 24267"/>
                <a:gd name="connsiteY0" fmla="*/ 63 h 177135"/>
                <a:gd name="connsiteX1" fmla="*/ 183 w 24267"/>
                <a:gd name="connsiteY1" fmla="*/ 63 h 177135"/>
                <a:gd name="connsiteX2" fmla="*/ 183 w 24267"/>
                <a:gd name="connsiteY2" fmla="*/ 7148 h 177135"/>
                <a:gd name="connsiteX3" fmla="*/ 17365 w 24267"/>
                <a:gd name="connsiteY3" fmla="*/ 7148 h 177135"/>
                <a:gd name="connsiteX4" fmla="*/ 17365 w 24267"/>
                <a:gd name="connsiteY4" fmla="*/ 170113 h 177135"/>
                <a:gd name="connsiteX5" fmla="*/ 183 w 24267"/>
                <a:gd name="connsiteY5" fmla="*/ 170113 h 177135"/>
                <a:gd name="connsiteX6" fmla="*/ 183 w 24267"/>
                <a:gd name="connsiteY6" fmla="*/ 177199 h 177135"/>
                <a:gd name="connsiteX7" fmla="*/ 24451 w 24267"/>
                <a:gd name="connsiteY7" fmla="*/ 177199 h 177135"/>
                <a:gd name="connsiteX8" fmla="*/ 24451 w 24267"/>
                <a:gd name="connsiteY8" fmla="*/ 63 h 17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67" h="177135">
                  <a:moveTo>
                    <a:pt x="24451" y="63"/>
                  </a:moveTo>
                  <a:lnTo>
                    <a:pt x="183" y="63"/>
                  </a:lnTo>
                  <a:lnTo>
                    <a:pt x="183" y="7148"/>
                  </a:lnTo>
                  <a:lnTo>
                    <a:pt x="17365" y="7148"/>
                  </a:lnTo>
                  <a:lnTo>
                    <a:pt x="17365" y="170113"/>
                  </a:lnTo>
                  <a:lnTo>
                    <a:pt x="183" y="170113"/>
                  </a:lnTo>
                  <a:lnTo>
                    <a:pt x="183" y="177199"/>
                  </a:lnTo>
                  <a:lnTo>
                    <a:pt x="24451" y="177199"/>
                  </a:lnTo>
                  <a:lnTo>
                    <a:pt x="24451" y="63"/>
                  </a:lnTo>
                  <a:close/>
                </a:path>
              </a:pathLst>
            </a:custGeom>
            <a:solidFill>
              <a:srgbClr val="000000"/>
            </a:solidFill>
            <a:ln w="17751"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D73DCF53-9725-45F9-1510-6D4CE0E0A6B5}"/>
                </a:ext>
              </a:extLst>
            </p:cNvPr>
            <p:cNvSpPr/>
            <p:nvPr>
              <p:custDataLst>
                <p:tags r:id="rId29"/>
              </p:custDataLst>
            </p:nvPr>
          </p:nvSpPr>
          <p:spPr>
            <a:xfrm>
              <a:off x="5928446" y="3486278"/>
              <a:ext cx="47295" cy="27278"/>
            </a:xfrm>
            <a:custGeom>
              <a:avLst/>
              <a:gdLst>
                <a:gd name="connsiteX0" fmla="*/ 23926 w 47295"/>
                <a:gd name="connsiteY0" fmla="*/ 60 h 27278"/>
                <a:gd name="connsiteX1" fmla="*/ 189 w 47295"/>
                <a:gd name="connsiteY1" fmla="*/ 24151 h 27278"/>
                <a:gd name="connsiteX2" fmla="*/ 3378 w 47295"/>
                <a:gd name="connsiteY2" fmla="*/ 27339 h 27278"/>
                <a:gd name="connsiteX3" fmla="*/ 23926 w 47295"/>
                <a:gd name="connsiteY3" fmla="*/ 9271 h 27278"/>
                <a:gd name="connsiteX4" fmla="*/ 44296 w 47295"/>
                <a:gd name="connsiteY4" fmla="*/ 27339 h 27278"/>
                <a:gd name="connsiteX5" fmla="*/ 47485 w 47295"/>
                <a:gd name="connsiteY5" fmla="*/ 24151 h 27278"/>
                <a:gd name="connsiteX6" fmla="*/ 23926 w 47295"/>
                <a:gd name="connsiteY6" fmla="*/ 60 h 27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295" h="27278">
                  <a:moveTo>
                    <a:pt x="23926" y="60"/>
                  </a:moveTo>
                  <a:lnTo>
                    <a:pt x="189" y="24151"/>
                  </a:lnTo>
                  <a:lnTo>
                    <a:pt x="3378" y="27339"/>
                  </a:lnTo>
                  <a:lnTo>
                    <a:pt x="23926" y="9271"/>
                  </a:lnTo>
                  <a:lnTo>
                    <a:pt x="44296" y="27339"/>
                  </a:lnTo>
                  <a:lnTo>
                    <a:pt x="47485" y="24151"/>
                  </a:lnTo>
                  <a:lnTo>
                    <a:pt x="23926" y="60"/>
                  </a:lnTo>
                  <a:close/>
                </a:path>
              </a:pathLst>
            </a:custGeom>
            <a:solidFill>
              <a:srgbClr val="000000"/>
            </a:solidFill>
            <a:ln w="17751"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D098E528-A842-9BD4-F5A0-493783C72691}"/>
                </a:ext>
              </a:extLst>
            </p:cNvPr>
            <p:cNvSpPr/>
            <p:nvPr>
              <p:custDataLst>
                <p:tags r:id="rId30"/>
              </p:custDataLst>
            </p:nvPr>
          </p:nvSpPr>
          <p:spPr>
            <a:xfrm>
              <a:off x="5915816" y="3533022"/>
              <a:ext cx="86973" cy="124880"/>
            </a:xfrm>
            <a:custGeom>
              <a:avLst/>
              <a:gdLst>
                <a:gd name="connsiteX0" fmla="*/ 41285 w 86973"/>
                <a:gd name="connsiteY0" fmla="*/ 2011 h 124880"/>
                <a:gd name="connsiteX1" fmla="*/ 38982 w 86973"/>
                <a:gd name="connsiteY1" fmla="*/ 63 h 124880"/>
                <a:gd name="connsiteX2" fmla="*/ 17371 w 86973"/>
                <a:gd name="connsiteY2" fmla="*/ 1834 h 124880"/>
                <a:gd name="connsiteX3" fmla="*/ 14006 w 86973"/>
                <a:gd name="connsiteY3" fmla="*/ 5377 h 124880"/>
                <a:gd name="connsiteX4" fmla="*/ 18257 w 86973"/>
                <a:gd name="connsiteY4" fmla="*/ 7502 h 124880"/>
                <a:gd name="connsiteX5" fmla="*/ 27114 w 86973"/>
                <a:gd name="connsiteY5" fmla="*/ 10514 h 124880"/>
                <a:gd name="connsiteX6" fmla="*/ 26583 w 86973"/>
                <a:gd name="connsiteY6" fmla="*/ 14056 h 124880"/>
                <a:gd name="connsiteX7" fmla="*/ 898 w 86973"/>
                <a:gd name="connsiteY7" fmla="*/ 116087 h 124880"/>
                <a:gd name="connsiteX8" fmla="*/ 189 w 86973"/>
                <a:gd name="connsiteY8" fmla="*/ 119984 h 124880"/>
                <a:gd name="connsiteX9" fmla="*/ 5326 w 86973"/>
                <a:gd name="connsiteY9" fmla="*/ 124943 h 124880"/>
                <a:gd name="connsiteX10" fmla="*/ 11880 w 86973"/>
                <a:gd name="connsiteY10" fmla="*/ 120338 h 124880"/>
                <a:gd name="connsiteX11" fmla="*/ 15246 w 86973"/>
                <a:gd name="connsiteY11" fmla="*/ 106876 h 124880"/>
                <a:gd name="connsiteX12" fmla="*/ 19143 w 86973"/>
                <a:gd name="connsiteY12" fmla="*/ 90933 h 124880"/>
                <a:gd name="connsiteX13" fmla="*/ 22154 w 86973"/>
                <a:gd name="connsiteY13" fmla="*/ 79065 h 124880"/>
                <a:gd name="connsiteX14" fmla="*/ 24103 w 86973"/>
                <a:gd name="connsiteY14" fmla="*/ 71094 h 124880"/>
                <a:gd name="connsiteX15" fmla="*/ 36148 w 86973"/>
                <a:gd name="connsiteY15" fmla="*/ 54798 h 124880"/>
                <a:gd name="connsiteX16" fmla="*/ 53153 w 86973"/>
                <a:gd name="connsiteY16" fmla="*/ 48598 h 124880"/>
                <a:gd name="connsiteX17" fmla="*/ 62718 w 86973"/>
                <a:gd name="connsiteY17" fmla="*/ 60997 h 124880"/>
                <a:gd name="connsiteX18" fmla="*/ 51736 w 86973"/>
                <a:gd name="connsiteY18" fmla="*/ 100676 h 124880"/>
                <a:gd name="connsiteX19" fmla="*/ 49433 w 86973"/>
                <a:gd name="connsiteY19" fmla="*/ 110418 h 124880"/>
                <a:gd name="connsiteX20" fmla="*/ 63958 w 86973"/>
                <a:gd name="connsiteY20" fmla="*/ 124943 h 124880"/>
                <a:gd name="connsiteX21" fmla="*/ 87163 w 86973"/>
                <a:gd name="connsiteY21" fmla="*/ 97665 h 124880"/>
                <a:gd name="connsiteX22" fmla="*/ 85037 w 86973"/>
                <a:gd name="connsiteY22" fmla="*/ 95893 h 124880"/>
                <a:gd name="connsiteX23" fmla="*/ 82380 w 86973"/>
                <a:gd name="connsiteY23" fmla="*/ 99082 h 124880"/>
                <a:gd name="connsiteX24" fmla="*/ 64312 w 86973"/>
                <a:gd name="connsiteY24" fmla="*/ 121046 h 124880"/>
                <a:gd name="connsiteX25" fmla="*/ 60061 w 86973"/>
                <a:gd name="connsiteY25" fmla="*/ 115201 h 124880"/>
                <a:gd name="connsiteX26" fmla="*/ 63250 w 86973"/>
                <a:gd name="connsiteY26" fmla="*/ 102624 h 124880"/>
                <a:gd name="connsiteX27" fmla="*/ 74055 w 86973"/>
                <a:gd name="connsiteY27" fmla="*/ 63655 h 124880"/>
                <a:gd name="connsiteX28" fmla="*/ 53684 w 86973"/>
                <a:gd name="connsiteY28" fmla="*/ 44701 h 124880"/>
                <a:gd name="connsiteX29" fmla="*/ 27468 w 86973"/>
                <a:gd name="connsiteY29" fmla="*/ 58340 h 124880"/>
                <a:gd name="connsiteX30" fmla="*/ 41285 w 86973"/>
                <a:gd name="connsiteY30" fmla="*/ 2011 h 12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6973" h="124880">
                  <a:moveTo>
                    <a:pt x="41285" y="2011"/>
                  </a:moveTo>
                  <a:cubicBezTo>
                    <a:pt x="41285" y="1834"/>
                    <a:pt x="41285" y="63"/>
                    <a:pt x="38982" y="63"/>
                  </a:cubicBezTo>
                  <a:cubicBezTo>
                    <a:pt x="34908" y="63"/>
                    <a:pt x="21977" y="1480"/>
                    <a:pt x="17371" y="1834"/>
                  </a:cubicBezTo>
                  <a:cubicBezTo>
                    <a:pt x="15954" y="2011"/>
                    <a:pt x="14006" y="2188"/>
                    <a:pt x="14006" y="5377"/>
                  </a:cubicBezTo>
                  <a:cubicBezTo>
                    <a:pt x="14006" y="7502"/>
                    <a:pt x="15600" y="7502"/>
                    <a:pt x="18257" y="7502"/>
                  </a:cubicBezTo>
                  <a:cubicBezTo>
                    <a:pt x="26760" y="7502"/>
                    <a:pt x="27114" y="8742"/>
                    <a:pt x="27114" y="10514"/>
                  </a:cubicBezTo>
                  <a:lnTo>
                    <a:pt x="26583" y="14056"/>
                  </a:lnTo>
                  <a:lnTo>
                    <a:pt x="898" y="116087"/>
                  </a:lnTo>
                  <a:cubicBezTo>
                    <a:pt x="189" y="118567"/>
                    <a:pt x="189" y="118921"/>
                    <a:pt x="189" y="119984"/>
                  </a:cubicBezTo>
                  <a:cubicBezTo>
                    <a:pt x="189" y="124058"/>
                    <a:pt x="3732" y="124943"/>
                    <a:pt x="5326" y="124943"/>
                  </a:cubicBezTo>
                  <a:cubicBezTo>
                    <a:pt x="8160" y="124943"/>
                    <a:pt x="10995" y="122818"/>
                    <a:pt x="11880" y="120338"/>
                  </a:cubicBezTo>
                  <a:lnTo>
                    <a:pt x="15246" y="106876"/>
                  </a:lnTo>
                  <a:lnTo>
                    <a:pt x="19143" y="90933"/>
                  </a:lnTo>
                  <a:cubicBezTo>
                    <a:pt x="20206" y="87036"/>
                    <a:pt x="21268" y="83139"/>
                    <a:pt x="22154" y="79065"/>
                  </a:cubicBezTo>
                  <a:cubicBezTo>
                    <a:pt x="22508" y="78002"/>
                    <a:pt x="23926" y="72157"/>
                    <a:pt x="24103" y="71094"/>
                  </a:cubicBezTo>
                  <a:cubicBezTo>
                    <a:pt x="24634" y="69500"/>
                    <a:pt x="30125" y="59580"/>
                    <a:pt x="36148" y="54798"/>
                  </a:cubicBezTo>
                  <a:cubicBezTo>
                    <a:pt x="40045" y="51964"/>
                    <a:pt x="45536" y="48598"/>
                    <a:pt x="53153" y="48598"/>
                  </a:cubicBezTo>
                  <a:cubicBezTo>
                    <a:pt x="60770" y="48598"/>
                    <a:pt x="62718" y="54621"/>
                    <a:pt x="62718" y="60997"/>
                  </a:cubicBezTo>
                  <a:cubicBezTo>
                    <a:pt x="62718" y="70563"/>
                    <a:pt x="55987" y="89871"/>
                    <a:pt x="51736" y="100676"/>
                  </a:cubicBezTo>
                  <a:cubicBezTo>
                    <a:pt x="50319" y="104750"/>
                    <a:pt x="49433" y="106876"/>
                    <a:pt x="49433" y="110418"/>
                  </a:cubicBezTo>
                  <a:cubicBezTo>
                    <a:pt x="49433" y="118744"/>
                    <a:pt x="55633" y="124943"/>
                    <a:pt x="63958" y="124943"/>
                  </a:cubicBezTo>
                  <a:cubicBezTo>
                    <a:pt x="80609" y="124943"/>
                    <a:pt x="87163" y="99082"/>
                    <a:pt x="87163" y="97665"/>
                  </a:cubicBezTo>
                  <a:cubicBezTo>
                    <a:pt x="87163" y="95893"/>
                    <a:pt x="85569" y="95893"/>
                    <a:pt x="85037" y="95893"/>
                  </a:cubicBezTo>
                  <a:cubicBezTo>
                    <a:pt x="83266" y="95893"/>
                    <a:pt x="83266" y="96425"/>
                    <a:pt x="82380" y="99082"/>
                  </a:cubicBezTo>
                  <a:cubicBezTo>
                    <a:pt x="79723" y="108470"/>
                    <a:pt x="74055" y="121046"/>
                    <a:pt x="64312" y="121046"/>
                  </a:cubicBezTo>
                  <a:cubicBezTo>
                    <a:pt x="61301" y="121046"/>
                    <a:pt x="60061" y="119275"/>
                    <a:pt x="60061" y="115201"/>
                  </a:cubicBezTo>
                  <a:cubicBezTo>
                    <a:pt x="60061" y="110773"/>
                    <a:pt x="61655" y="106521"/>
                    <a:pt x="63250" y="102624"/>
                  </a:cubicBezTo>
                  <a:cubicBezTo>
                    <a:pt x="66084" y="95008"/>
                    <a:pt x="74055" y="73928"/>
                    <a:pt x="74055" y="63655"/>
                  </a:cubicBezTo>
                  <a:cubicBezTo>
                    <a:pt x="74055" y="52141"/>
                    <a:pt x="66970" y="44701"/>
                    <a:pt x="53684" y="44701"/>
                  </a:cubicBezTo>
                  <a:cubicBezTo>
                    <a:pt x="42525" y="44701"/>
                    <a:pt x="34022" y="50192"/>
                    <a:pt x="27468" y="58340"/>
                  </a:cubicBezTo>
                  <a:lnTo>
                    <a:pt x="41285" y="2011"/>
                  </a:lnTo>
                  <a:close/>
                </a:path>
              </a:pathLst>
            </a:custGeom>
            <a:solidFill>
              <a:srgbClr val="000000"/>
            </a:solidFill>
            <a:ln w="17751"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C5FD1A19-C38A-11C3-F8EC-51EFC289F21F}"/>
                </a:ext>
              </a:extLst>
            </p:cNvPr>
            <p:cNvSpPr/>
            <p:nvPr>
              <p:custDataLst>
                <p:tags r:id="rId31"/>
              </p:custDataLst>
            </p:nvPr>
          </p:nvSpPr>
          <p:spPr>
            <a:xfrm>
              <a:off x="6025669" y="3523103"/>
              <a:ext cx="41095" cy="177135"/>
            </a:xfrm>
            <a:custGeom>
              <a:avLst/>
              <a:gdLst>
                <a:gd name="connsiteX0" fmla="*/ 41291 w 41095"/>
                <a:gd name="connsiteY0" fmla="*/ 175427 h 177135"/>
                <a:gd name="connsiteX1" fmla="*/ 38279 w 41095"/>
                <a:gd name="connsiteY1" fmla="*/ 171530 h 177135"/>
                <a:gd name="connsiteX2" fmla="*/ 10469 w 41095"/>
                <a:gd name="connsiteY2" fmla="*/ 88631 h 177135"/>
                <a:gd name="connsiteX3" fmla="*/ 38988 w 41095"/>
                <a:gd name="connsiteY3" fmla="*/ 4845 h 177135"/>
                <a:gd name="connsiteX4" fmla="*/ 41291 w 41095"/>
                <a:gd name="connsiteY4" fmla="*/ 1834 h 177135"/>
                <a:gd name="connsiteX5" fmla="*/ 39519 w 41095"/>
                <a:gd name="connsiteY5" fmla="*/ 63 h 177135"/>
                <a:gd name="connsiteX6" fmla="*/ 11355 w 41095"/>
                <a:gd name="connsiteY6" fmla="*/ 34604 h 177135"/>
                <a:gd name="connsiteX7" fmla="*/ 195 w 41095"/>
                <a:gd name="connsiteY7" fmla="*/ 88631 h 177135"/>
                <a:gd name="connsiteX8" fmla="*/ 11886 w 41095"/>
                <a:gd name="connsiteY8" fmla="*/ 143897 h 177135"/>
                <a:gd name="connsiteX9" fmla="*/ 39519 w 41095"/>
                <a:gd name="connsiteY9" fmla="*/ 177199 h 177135"/>
                <a:gd name="connsiteX10" fmla="*/ 41291 w 41095"/>
                <a:gd name="connsiteY10" fmla="*/ 175427 h 17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95" h="177135">
                  <a:moveTo>
                    <a:pt x="41291" y="175427"/>
                  </a:moveTo>
                  <a:cubicBezTo>
                    <a:pt x="41291" y="174896"/>
                    <a:pt x="41291" y="174541"/>
                    <a:pt x="38279" y="171530"/>
                  </a:cubicBezTo>
                  <a:cubicBezTo>
                    <a:pt x="16137" y="149211"/>
                    <a:pt x="10469" y="115732"/>
                    <a:pt x="10469" y="88631"/>
                  </a:cubicBezTo>
                  <a:cubicBezTo>
                    <a:pt x="10469" y="57809"/>
                    <a:pt x="17200" y="26987"/>
                    <a:pt x="38988" y="4845"/>
                  </a:cubicBezTo>
                  <a:cubicBezTo>
                    <a:pt x="41291" y="2720"/>
                    <a:pt x="41291" y="2366"/>
                    <a:pt x="41291" y="1834"/>
                  </a:cubicBezTo>
                  <a:cubicBezTo>
                    <a:pt x="41291" y="594"/>
                    <a:pt x="40582" y="63"/>
                    <a:pt x="39519" y="63"/>
                  </a:cubicBezTo>
                  <a:cubicBezTo>
                    <a:pt x="37748" y="63"/>
                    <a:pt x="21806" y="12108"/>
                    <a:pt x="11355" y="34604"/>
                  </a:cubicBezTo>
                  <a:cubicBezTo>
                    <a:pt x="2321" y="54089"/>
                    <a:pt x="195" y="73751"/>
                    <a:pt x="195" y="88631"/>
                  </a:cubicBezTo>
                  <a:cubicBezTo>
                    <a:pt x="195" y="102447"/>
                    <a:pt x="2144" y="123881"/>
                    <a:pt x="11886" y="143897"/>
                  </a:cubicBezTo>
                  <a:cubicBezTo>
                    <a:pt x="22514" y="165685"/>
                    <a:pt x="37748" y="177199"/>
                    <a:pt x="39519" y="177199"/>
                  </a:cubicBezTo>
                  <a:cubicBezTo>
                    <a:pt x="40582" y="177199"/>
                    <a:pt x="41291" y="176667"/>
                    <a:pt x="41291" y="175427"/>
                  </a:cubicBezTo>
                  <a:close/>
                </a:path>
              </a:pathLst>
            </a:custGeom>
            <a:solidFill>
              <a:srgbClr val="000000"/>
            </a:solidFill>
            <a:ln w="17751"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63447C0E-5F9B-E29B-02E0-CB3EEAEFEAB0}"/>
                </a:ext>
              </a:extLst>
            </p:cNvPr>
            <p:cNvSpPr/>
            <p:nvPr>
              <p:custDataLst>
                <p:tags r:id="rId32"/>
              </p:custDataLst>
            </p:nvPr>
          </p:nvSpPr>
          <p:spPr>
            <a:xfrm>
              <a:off x="6082156" y="3577661"/>
              <a:ext cx="88213" cy="80242"/>
            </a:xfrm>
            <a:custGeom>
              <a:avLst/>
              <a:gdLst>
                <a:gd name="connsiteX0" fmla="*/ 54225 w 88213"/>
                <a:gd name="connsiteY0" fmla="*/ 24862 h 80242"/>
                <a:gd name="connsiteX1" fmla="*/ 71762 w 88213"/>
                <a:gd name="connsiteY1" fmla="*/ 3960 h 80242"/>
                <a:gd name="connsiteX2" fmla="*/ 80619 w 88213"/>
                <a:gd name="connsiteY2" fmla="*/ 6263 h 80242"/>
                <a:gd name="connsiteX3" fmla="*/ 72116 w 88213"/>
                <a:gd name="connsiteY3" fmla="*/ 15828 h 80242"/>
                <a:gd name="connsiteX4" fmla="*/ 78847 w 88213"/>
                <a:gd name="connsiteY4" fmla="*/ 22028 h 80242"/>
                <a:gd name="connsiteX5" fmla="*/ 88413 w 88213"/>
                <a:gd name="connsiteY5" fmla="*/ 11754 h 80242"/>
                <a:gd name="connsiteX6" fmla="*/ 71939 w 88213"/>
                <a:gd name="connsiteY6" fmla="*/ 63 h 80242"/>
                <a:gd name="connsiteX7" fmla="*/ 53340 w 88213"/>
                <a:gd name="connsiteY7" fmla="*/ 13525 h 80242"/>
                <a:gd name="connsiteX8" fmla="*/ 34209 w 88213"/>
                <a:gd name="connsiteY8" fmla="*/ 63 h 80242"/>
                <a:gd name="connsiteX9" fmla="*/ 5690 w 88213"/>
                <a:gd name="connsiteY9" fmla="*/ 27342 h 80242"/>
                <a:gd name="connsiteX10" fmla="*/ 7816 w 88213"/>
                <a:gd name="connsiteY10" fmla="*/ 29113 h 80242"/>
                <a:gd name="connsiteX11" fmla="*/ 10119 w 88213"/>
                <a:gd name="connsiteY11" fmla="*/ 27165 h 80242"/>
                <a:gd name="connsiteX12" fmla="*/ 33855 w 88213"/>
                <a:gd name="connsiteY12" fmla="*/ 3960 h 80242"/>
                <a:gd name="connsiteX13" fmla="*/ 43420 w 88213"/>
                <a:gd name="connsiteY13" fmla="*/ 15828 h 80242"/>
                <a:gd name="connsiteX14" fmla="*/ 33855 w 88213"/>
                <a:gd name="connsiteY14" fmla="*/ 57986 h 80242"/>
                <a:gd name="connsiteX15" fmla="*/ 17027 w 88213"/>
                <a:gd name="connsiteY15" fmla="*/ 76408 h 80242"/>
                <a:gd name="connsiteX16" fmla="*/ 8170 w 88213"/>
                <a:gd name="connsiteY16" fmla="*/ 74106 h 80242"/>
                <a:gd name="connsiteX17" fmla="*/ 16495 w 88213"/>
                <a:gd name="connsiteY17" fmla="*/ 64540 h 80242"/>
                <a:gd name="connsiteX18" fmla="*/ 9941 w 88213"/>
                <a:gd name="connsiteY18" fmla="*/ 58340 h 80242"/>
                <a:gd name="connsiteX19" fmla="*/ 199 w 88213"/>
                <a:gd name="connsiteY19" fmla="*/ 68614 h 80242"/>
                <a:gd name="connsiteX20" fmla="*/ 16850 w 88213"/>
                <a:gd name="connsiteY20" fmla="*/ 80305 h 80242"/>
                <a:gd name="connsiteX21" fmla="*/ 35449 w 88213"/>
                <a:gd name="connsiteY21" fmla="*/ 66843 h 80242"/>
                <a:gd name="connsiteX22" fmla="*/ 54580 w 88213"/>
                <a:gd name="connsiteY22" fmla="*/ 80305 h 80242"/>
                <a:gd name="connsiteX23" fmla="*/ 82921 w 88213"/>
                <a:gd name="connsiteY23" fmla="*/ 53026 h 80242"/>
                <a:gd name="connsiteX24" fmla="*/ 80796 w 88213"/>
                <a:gd name="connsiteY24" fmla="*/ 51255 h 80242"/>
                <a:gd name="connsiteX25" fmla="*/ 78493 w 88213"/>
                <a:gd name="connsiteY25" fmla="*/ 53203 h 80242"/>
                <a:gd name="connsiteX26" fmla="*/ 54934 w 88213"/>
                <a:gd name="connsiteY26" fmla="*/ 76408 h 80242"/>
                <a:gd name="connsiteX27" fmla="*/ 45191 w 88213"/>
                <a:gd name="connsiteY27" fmla="*/ 64717 h 80242"/>
                <a:gd name="connsiteX28" fmla="*/ 48203 w 88213"/>
                <a:gd name="connsiteY28" fmla="*/ 49129 h 80242"/>
                <a:gd name="connsiteX29" fmla="*/ 54225 w 88213"/>
                <a:gd name="connsiteY29" fmla="*/ 24862 h 8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213" h="80242">
                  <a:moveTo>
                    <a:pt x="54225" y="24862"/>
                  </a:moveTo>
                  <a:cubicBezTo>
                    <a:pt x="55288" y="20256"/>
                    <a:pt x="59362" y="3960"/>
                    <a:pt x="71762" y="3960"/>
                  </a:cubicBezTo>
                  <a:cubicBezTo>
                    <a:pt x="72647" y="3960"/>
                    <a:pt x="76899" y="3960"/>
                    <a:pt x="80619" y="6263"/>
                  </a:cubicBezTo>
                  <a:cubicBezTo>
                    <a:pt x="75659" y="7148"/>
                    <a:pt x="72116" y="11577"/>
                    <a:pt x="72116" y="15828"/>
                  </a:cubicBezTo>
                  <a:cubicBezTo>
                    <a:pt x="72116" y="18662"/>
                    <a:pt x="74065" y="22028"/>
                    <a:pt x="78847" y="22028"/>
                  </a:cubicBezTo>
                  <a:cubicBezTo>
                    <a:pt x="82744" y="22028"/>
                    <a:pt x="88413" y="18839"/>
                    <a:pt x="88413" y="11754"/>
                  </a:cubicBezTo>
                  <a:cubicBezTo>
                    <a:pt x="88413" y="2543"/>
                    <a:pt x="77962" y="63"/>
                    <a:pt x="71939" y="63"/>
                  </a:cubicBezTo>
                  <a:cubicBezTo>
                    <a:pt x="61665" y="63"/>
                    <a:pt x="55465" y="9451"/>
                    <a:pt x="53340" y="13525"/>
                  </a:cubicBezTo>
                  <a:cubicBezTo>
                    <a:pt x="48911" y="1834"/>
                    <a:pt x="39346" y="63"/>
                    <a:pt x="34209" y="63"/>
                  </a:cubicBezTo>
                  <a:cubicBezTo>
                    <a:pt x="15787" y="63"/>
                    <a:pt x="5690" y="22913"/>
                    <a:pt x="5690" y="27342"/>
                  </a:cubicBezTo>
                  <a:cubicBezTo>
                    <a:pt x="5690" y="29113"/>
                    <a:pt x="7461" y="29113"/>
                    <a:pt x="7816" y="29113"/>
                  </a:cubicBezTo>
                  <a:cubicBezTo>
                    <a:pt x="9233" y="29113"/>
                    <a:pt x="9764" y="28759"/>
                    <a:pt x="10119" y="27165"/>
                  </a:cubicBezTo>
                  <a:cubicBezTo>
                    <a:pt x="16141" y="8388"/>
                    <a:pt x="27832" y="3960"/>
                    <a:pt x="33855" y="3960"/>
                  </a:cubicBezTo>
                  <a:cubicBezTo>
                    <a:pt x="37220" y="3960"/>
                    <a:pt x="43420" y="5554"/>
                    <a:pt x="43420" y="15828"/>
                  </a:cubicBezTo>
                  <a:cubicBezTo>
                    <a:pt x="43420" y="21319"/>
                    <a:pt x="40409" y="33187"/>
                    <a:pt x="33855" y="57986"/>
                  </a:cubicBezTo>
                  <a:cubicBezTo>
                    <a:pt x="31021" y="68969"/>
                    <a:pt x="24821" y="76408"/>
                    <a:pt x="17027" y="76408"/>
                  </a:cubicBezTo>
                  <a:cubicBezTo>
                    <a:pt x="15964" y="76408"/>
                    <a:pt x="11890" y="76408"/>
                    <a:pt x="8170" y="74106"/>
                  </a:cubicBezTo>
                  <a:cubicBezTo>
                    <a:pt x="12598" y="73220"/>
                    <a:pt x="16495" y="69500"/>
                    <a:pt x="16495" y="64540"/>
                  </a:cubicBezTo>
                  <a:cubicBezTo>
                    <a:pt x="16495" y="59758"/>
                    <a:pt x="12598" y="58340"/>
                    <a:pt x="9941" y="58340"/>
                  </a:cubicBezTo>
                  <a:cubicBezTo>
                    <a:pt x="4627" y="58340"/>
                    <a:pt x="199" y="62946"/>
                    <a:pt x="199" y="68614"/>
                  </a:cubicBezTo>
                  <a:cubicBezTo>
                    <a:pt x="199" y="76763"/>
                    <a:pt x="9056" y="80305"/>
                    <a:pt x="16850" y="80305"/>
                  </a:cubicBezTo>
                  <a:cubicBezTo>
                    <a:pt x="28541" y="80305"/>
                    <a:pt x="34918" y="67906"/>
                    <a:pt x="35449" y="66843"/>
                  </a:cubicBezTo>
                  <a:cubicBezTo>
                    <a:pt x="37575" y="73397"/>
                    <a:pt x="43951" y="80305"/>
                    <a:pt x="54580" y="80305"/>
                  </a:cubicBezTo>
                  <a:cubicBezTo>
                    <a:pt x="72825" y="80305"/>
                    <a:pt x="82921" y="57455"/>
                    <a:pt x="82921" y="53026"/>
                  </a:cubicBezTo>
                  <a:cubicBezTo>
                    <a:pt x="82921" y="51255"/>
                    <a:pt x="81327" y="51255"/>
                    <a:pt x="80796" y="51255"/>
                  </a:cubicBezTo>
                  <a:cubicBezTo>
                    <a:pt x="79201" y="51255"/>
                    <a:pt x="78847" y="51964"/>
                    <a:pt x="78493" y="53203"/>
                  </a:cubicBezTo>
                  <a:cubicBezTo>
                    <a:pt x="72647" y="72157"/>
                    <a:pt x="60602" y="76408"/>
                    <a:pt x="54934" y="76408"/>
                  </a:cubicBezTo>
                  <a:cubicBezTo>
                    <a:pt x="48026" y="76408"/>
                    <a:pt x="45191" y="70740"/>
                    <a:pt x="45191" y="64717"/>
                  </a:cubicBezTo>
                  <a:cubicBezTo>
                    <a:pt x="45191" y="60820"/>
                    <a:pt x="46254" y="56923"/>
                    <a:pt x="48203" y="49129"/>
                  </a:cubicBezTo>
                  <a:lnTo>
                    <a:pt x="54225" y="24862"/>
                  </a:lnTo>
                  <a:close/>
                </a:path>
              </a:pathLst>
            </a:custGeom>
            <a:solidFill>
              <a:srgbClr val="000000"/>
            </a:solidFill>
            <a:ln w="17751"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3B261BFA-E7AF-D388-78F2-0A8675502699}"/>
                </a:ext>
              </a:extLst>
            </p:cNvPr>
            <p:cNvSpPr/>
            <p:nvPr>
              <p:custDataLst>
                <p:tags r:id="rId33"/>
              </p:custDataLst>
            </p:nvPr>
          </p:nvSpPr>
          <p:spPr>
            <a:xfrm>
              <a:off x="6188353" y="3523103"/>
              <a:ext cx="41095" cy="177135"/>
            </a:xfrm>
            <a:custGeom>
              <a:avLst/>
              <a:gdLst>
                <a:gd name="connsiteX0" fmla="*/ 41300 w 41095"/>
                <a:gd name="connsiteY0" fmla="*/ 88631 h 177135"/>
                <a:gd name="connsiteX1" fmla="*/ 29609 w 41095"/>
                <a:gd name="connsiteY1" fmla="*/ 33364 h 177135"/>
                <a:gd name="connsiteX2" fmla="*/ 1976 w 41095"/>
                <a:gd name="connsiteY2" fmla="*/ 63 h 177135"/>
                <a:gd name="connsiteX3" fmla="*/ 205 w 41095"/>
                <a:gd name="connsiteY3" fmla="*/ 1834 h 177135"/>
                <a:gd name="connsiteX4" fmla="*/ 3570 w 41095"/>
                <a:gd name="connsiteY4" fmla="*/ 5908 h 177135"/>
                <a:gd name="connsiteX5" fmla="*/ 31026 w 41095"/>
                <a:gd name="connsiteY5" fmla="*/ 88631 h 177135"/>
                <a:gd name="connsiteX6" fmla="*/ 2507 w 41095"/>
                <a:gd name="connsiteY6" fmla="*/ 172416 h 177135"/>
                <a:gd name="connsiteX7" fmla="*/ 205 w 41095"/>
                <a:gd name="connsiteY7" fmla="*/ 175427 h 177135"/>
                <a:gd name="connsiteX8" fmla="*/ 1976 w 41095"/>
                <a:gd name="connsiteY8" fmla="*/ 177199 h 177135"/>
                <a:gd name="connsiteX9" fmla="*/ 30141 w 41095"/>
                <a:gd name="connsiteY9" fmla="*/ 142657 h 177135"/>
                <a:gd name="connsiteX10" fmla="*/ 41300 w 41095"/>
                <a:gd name="connsiteY10" fmla="*/ 88631 h 17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95" h="177135">
                  <a:moveTo>
                    <a:pt x="41300" y="88631"/>
                  </a:moveTo>
                  <a:cubicBezTo>
                    <a:pt x="41300" y="74814"/>
                    <a:pt x="39352" y="53381"/>
                    <a:pt x="29609" y="33364"/>
                  </a:cubicBezTo>
                  <a:cubicBezTo>
                    <a:pt x="18981" y="11577"/>
                    <a:pt x="3747" y="63"/>
                    <a:pt x="1976" y="63"/>
                  </a:cubicBezTo>
                  <a:cubicBezTo>
                    <a:pt x="913" y="63"/>
                    <a:pt x="205" y="771"/>
                    <a:pt x="205" y="1834"/>
                  </a:cubicBezTo>
                  <a:cubicBezTo>
                    <a:pt x="205" y="2366"/>
                    <a:pt x="205" y="2720"/>
                    <a:pt x="3570" y="5908"/>
                  </a:cubicBezTo>
                  <a:cubicBezTo>
                    <a:pt x="20930" y="23445"/>
                    <a:pt x="31026" y="51609"/>
                    <a:pt x="31026" y="88631"/>
                  </a:cubicBezTo>
                  <a:cubicBezTo>
                    <a:pt x="31026" y="118921"/>
                    <a:pt x="24472" y="150097"/>
                    <a:pt x="2507" y="172416"/>
                  </a:cubicBezTo>
                  <a:cubicBezTo>
                    <a:pt x="205" y="174541"/>
                    <a:pt x="205" y="174896"/>
                    <a:pt x="205" y="175427"/>
                  </a:cubicBezTo>
                  <a:cubicBezTo>
                    <a:pt x="205" y="176490"/>
                    <a:pt x="913" y="177199"/>
                    <a:pt x="1976" y="177199"/>
                  </a:cubicBezTo>
                  <a:cubicBezTo>
                    <a:pt x="3747" y="177199"/>
                    <a:pt x="19690" y="165153"/>
                    <a:pt x="30141" y="142657"/>
                  </a:cubicBezTo>
                  <a:cubicBezTo>
                    <a:pt x="39174" y="123172"/>
                    <a:pt x="41300" y="103510"/>
                    <a:pt x="41300" y="88631"/>
                  </a:cubicBezTo>
                  <a:close/>
                </a:path>
              </a:pathLst>
            </a:custGeom>
            <a:solidFill>
              <a:srgbClr val="000000"/>
            </a:solidFill>
            <a:ln w="17751" cap="flat">
              <a:noFill/>
              <a:prstDash val="solid"/>
              <a:miter/>
            </a:ln>
          </p:spPr>
          <p:txBody>
            <a:bodyPr rtlCol="0" anchor="ctr"/>
            <a:lstStyle/>
            <a:p>
              <a:endParaRPr lang="en-US"/>
            </a:p>
          </p:txBody>
        </p:sp>
      </p:grpSp>
      <p:sp>
        <p:nvSpPr>
          <p:cNvPr id="224" name="TextBox 223">
            <a:extLst>
              <a:ext uri="{FF2B5EF4-FFF2-40B4-BE49-F238E27FC236}">
                <a16:creationId xmlns:a16="http://schemas.microsoft.com/office/drawing/2014/main" id="{ADF8C0B4-8EAC-24B2-EC6C-D4205579138B}"/>
              </a:ext>
            </a:extLst>
          </p:cNvPr>
          <p:cNvSpPr txBox="1"/>
          <p:nvPr/>
        </p:nvSpPr>
        <p:spPr>
          <a:xfrm>
            <a:off x="3125179" y="1501285"/>
            <a:ext cx="6142315" cy="369332"/>
          </a:xfrm>
          <a:prstGeom prst="rect">
            <a:avLst/>
          </a:prstGeom>
          <a:noFill/>
        </p:spPr>
        <p:txBody>
          <a:bodyPr wrap="square" rtlCol="0">
            <a:spAutoFit/>
          </a:bodyPr>
          <a:lstStyle/>
          <a:p>
            <a:pPr algn="ctr"/>
            <a:r>
              <a:rPr lang="en-US" dirty="0"/>
              <a:t>Preliminary results on the simulated Gaussian Rate Function</a:t>
            </a:r>
          </a:p>
        </p:txBody>
      </p:sp>
    </p:spTree>
    <p:extLst>
      <p:ext uri="{BB962C8B-B14F-4D97-AF65-F5344CB8AC3E}">
        <p14:creationId xmlns:p14="http://schemas.microsoft.com/office/powerpoint/2010/main" val="10187378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RIGINALHEIGHT" val="13.16479"/>
  <p:tag name="ORIGINALWIDTH" val="55.22494"/>
  <p:tag name="OUTPUTTYPE" val="SVG"/>
  <p:tag name="IGUANATEXVERSION" val="160"/>
  <p:tag name="LATEXADDIN" val="\documentclass{article}&#10;\usepackage{amsmath}&#10;\pagestyle{empty}&#10;\begin{document}&#10;&#10;$\hat{h}_{\beta}(x) = \beta^{T} x$&#10;&#10;&#10;\end{document}"/>
  <p:tag name="IGUANATEXSIZE" val="18"/>
  <p:tag name="IGUANATEXCURSOR" val="115"/>
  <p:tag name="TRANSPARENCY" val="True"/>
  <p:tag name="LATEXENGINEID" val="0"/>
  <p:tag name="TEMPFOLDER" val="c:\temp\"/>
  <p:tag name="LATEXFORMHEIGHT" val="320"/>
  <p:tag name="LATEXFORMWIDTH" val="385"/>
  <p:tag name="LATEXFORMWRAP" val="True"/>
  <p:tag name="BITMAPVECTOR" val="1"/>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12.4859"/>
  <p:tag name="ORIGINALWIDTH" val="68.99134"/>
  <p:tag name="OUTPUTTYPE" val="PNG"/>
  <p:tag name="IGUANATEXVERSION" val="160"/>
  <p:tag name="LATEXADDIN" val="\documentclass{article}&#10;\usepackage{amsmath}&#10;\pagestyle{empty}&#10;\begin{document}&#10;&#10;&#10;$\beta$&#10;&#10;\end{document}"/>
  <p:tag name="IGUANATEXSIZE" val="18"/>
  <p:tag name="IGUANATEXCURSOR" val="88"/>
  <p:tag name="TRANSPARENCY" val="True"/>
  <p:tag name="LATEXENGINEID" val="0"/>
  <p:tag name="TEMPFOLDER" val="c:\temp\"/>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RIGINALHEIGHT" val="1.630096"/>
  <p:tag name="ORIGINALWIDTH" val="2.671872"/>
  <p:tag name="LATEXADDIN" val="\documentclass{article}&#10;\usepackage{amsmath}&#10;\pagestyle{empty}&#10;\begin{document}&#10;&#10;$\hat{h}_{\beta}(x) = \beta^{T} x$&#10;&#10;&#10;\end{document}"/>
  <p:tag name="IGUANATEXSIZE" val="18"/>
  <p:tag name="IGUANATEXCURSOR" val="115"/>
  <p:tag name="TRANSPARENCY" val="True"/>
  <p:tag name="LATEXENGINEID" val="0"/>
  <p:tag name="TEMPFOLDER" val="c:\temp\"/>
  <p:tag name="LATEXFORMHEIGHT" val="320"/>
  <p:tag name="LATEXFORMWIDTH" val="385"/>
  <p:tag name="LATEXFORMWRAP" val="True"/>
  <p:tag name="BITMAPVECTOR" val="1"/>
  <p:tag name="EMFCHILD" val="True"/>
</p:tagLst>
</file>

<file path=ppt/tags/tag4.xml><?xml version="1.0" encoding="utf-8"?>
<p:tagLst xmlns:a="http://schemas.openxmlformats.org/drawingml/2006/main" xmlns:r="http://schemas.openxmlformats.org/officeDocument/2006/relationships" xmlns:p="http://schemas.openxmlformats.org/presentationml/2006/main">
  <p:tag name="ORIGINALHEIGHT" val="7.462599"/>
  <p:tag name="ORIGINALWIDTH" val="4.913473"/>
  <p:tag name="EMFCHILD" val="True"/>
</p:tagLst>
</file>

<file path=ppt/tags/tag5.xml><?xml version="1.0" encoding="utf-8"?>
<p:tagLst xmlns:a="http://schemas.openxmlformats.org/drawingml/2006/main" xmlns:r="http://schemas.openxmlformats.org/officeDocument/2006/relationships" xmlns:p="http://schemas.openxmlformats.org/presentationml/2006/main">
  <p:tag name="ORIGINALHEIGHT" val="6.66133"/>
  <p:tag name="ORIGINALWIDTH" val="4.092695"/>
  <p:tag name="EMFCHILD" val="True"/>
</p:tagLst>
</file>

<file path=ppt/tags/tag6.xml><?xml version="1.0" encoding="utf-8"?>
<p:tagLst xmlns:a="http://schemas.openxmlformats.org/drawingml/2006/main" xmlns:r="http://schemas.openxmlformats.org/officeDocument/2006/relationships" xmlns:p="http://schemas.openxmlformats.org/presentationml/2006/main">
  <p:tag name="ORIGINALHEIGHT" val="10.5853"/>
  <p:tag name="ORIGINALWIDTH" val="2.32161"/>
  <p:tag name="EMFCHILD" val="True"/>
</p:tagLst>
</file>

<file path=ppt/tags/tag7.xml><?xml version="1.0" encoding="utf-8"?>
<p:tagLst xmlns:a="http://schemas.openxmlformats.org/drawingml/2006/main" xmlns:r="http://schemas.openxmlformats.org/officeDocument/2006/relationships" xmlns:p="http://schemas.openxmlformats.org/presentationml/2006/main">
  <p:tag name="ORIGINALHEIGHT" val="4.795101"/>
  <p:tag name="ORIGINALWIDTH" val="4.983509"/>
  <p:tag name="EMFCHILD" val="True"/>
</p:tagLst>
</file>

<file path=ppt/tags/tag8.xml><?xml version="1.0" encoding="utf-8"?>
<p:tagLst xmlns:a="http://schemas.openxmlformats.org/drawingml/2006/main" xmlns:r="http://schemas.openxmlformats.org/officeDocument/2006/relationships" xmlns:p="http://schemas.openxmlformats.org/presentationml/2006/main">
  <p:tag name="ORIGINALHEIGHT" val="10.5853"/>
  <p:tag name="ORIGINALWIDTH" val="2.32161"/>
  <p:tag name="EMFCHILD" val="True"/>
</p:tagLst>
</file>

<file path=ppt/tags/tag9.xml><?xml version="1.0" encoding="utf-8"?>
<p:tagLst xmlns:a="http://schemas.openxmlformats.org/drawingml/2006/main" xmlns:r="http://schemas.openxmlformats.org/officeDocument/2006/relationships" xmlns:p="http://schemas.openxmlformats.org/presentationml/2006/main">
  <p:tag name="ORIGINALHEIGHT" val="2.476947"/>
  <p:tag name="ORIGINALWIDTH" val="6.654725"/>
  <p:tag name="EMFCHILD" val="True"/>
</p:tagLst>
</file>

<file path=ppt/tags/tag10.xml><?xml version="1.0" encoding="utf-8"?>
<p:tagLst xmlns:a="http://schemas.openxmlformats.org/drawingml/2006/main" xmlns:r="http://schemas.openxmlformats.org/officeDocument/2006/relationships" xmlns:p="http://schemas.openxmlformats.org/presentationml/2006/main">
  <p:tag name="ORIGINALHEIGHT" val="9.526772"/>
  <p:tag name="ORIGINALWIDTH" val="5.455119"/>
  <p:tag name="EMFCHILD" val="True"/>
</p:tagLst>
</file>

<file path=ppt/tags/tag11.xml><?xml version="1.0" encoding="utf-8"?>
<p:tagLst xmlns:a="http://schemas.openxmlformats.org/drawingml/2006/main" xmlns:r="http://schemas.openxmlformats.org/officeDocument/2006/relationships" xmlns:p="http://schemas.openxmlformats.org/presentationml/2006/main">
  <p:tag name="ORIGINALHEIGHT" val="5.008924"/>
  <p:tag name="ORIGINALWIDTH" val="5.232721"/>
  <p:tag name="EMFCHILD" val="True"/>
</p:tagLst>
</file>

<file path=ppt/tags/tag12.xml><?xml version="1.0" encoding="utf-8"?>
<p:tagLst xmlns:a="http://schemas.openxmlformats.org/drawingml/2006/main" xmlns:r="http://schemas.openxmlformats.org/officeDocument/2006/relationships" xmlns:p="http://schemas.openxmlformats.org/presentationml/2006/main">
  <p:tag name="ORIGINALHEIGHT" val="4.795101"/>
  <p:tag name="ORIGINALWIDTH" val="4.983509"/>
  <p:tag name="EMFCHILD" val="True"/>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07.2366"/>
  <p:tag name="ORIGINALWIDTH" val="1904.762"/>
  <p:tag name="OUTPUTTYPE" val="PNG"/>
  <p:tag name="IGUANATEXVERSION" val="160"/>
  <p:tag name="LATEXADDIN" val="\documentclass{article}&#10;\usepackage{amsmath}&#10;\pagestyle{empty}&#10;\begin{document}&#10;&#10;$w_1 x_1 + w_2x_2 + \cdots + w_d x_d + b \geq 0 ?$&#10;&#10;&#10;\end{document}"/>
  <p:tag name="IGUANATEXSIZE" val="20"/>
  <p:tag name="IGUANATEXCURSOR" val="130"/>
  <p:tag name="TRANSPARENCY" val="True"/>
  <p:tag name="LATEXENGINEID" val="0"/>
  <p:tag name="TEMPFOLDER" val="c:\temp\"/>
  <p:tag name="LATEXFORMHEIGHT" val="320"/>
  <p:tag name="LATEXFORMWIDTH" val="38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RIGINALHEIGHT" val="9.713561"/>
  <p:tag name="ORIGINALWIDTH" val="93.92997"/>
  <p:tag name="OUTPUTTYPE" val="SVG"/>
  <p:tag name="IGUANATEXVERSION" val="160"/>
  <p:tag name="LATEXADDIN" val="\documentclass{article}&#10;\usepackage{amsmath}&#10;\pagestyle{empty}&#10;\begin{document}&#10;&#10;$\text{True Rate Func. } h(x)$&#10;&#10;\end{document}"/>
  <p:tag name="IGUANATEXSIZE" val="18"/>
  <p:tag name="IGUANATEXCURSOR" val="109"/>
  <p:tag name="TRANSPARENCY" val="True"/>
  <p:tag name="LATEXENGINEID" val="0"/>
  <p:tag name="TEMPFOLDER" val="c:\temp\"/>
  <p:tag name="LATEXFORMHEIGHT" val="320"/>
  <p:tag name="LATEXFORMWIDTH" val="385"/>
  <p:tag name="LATEXFORMWRAP" val="True"/>
  <p:tag name="BITMAPVECTOR" val="1"/>
</p:tagLst>
</file>

<file path=ppt/tags/tag15.xml><?xml version="1.0" encoding="utf-8"?>
<p:tagLst xmlns:a="http://schemas.openxmlformats.org/drawingml/2006/main" xmlns:r="http://schemas.openxmlformats.org/officeDocument/2006/relationships" xmlns:p="http://schemas.openxmlformats.org/presentationml/2006/main">
  <p:tag name="ORIGINALHEIGHT" val="6.037314"/>
  <p:tag name="ORIGINALWIDTH" val="8.778391"/>
  <p:tag name="OUTPUTTYPE" val="SVG"/>
  <p:tag name="IGUANATEXVERSION" val="160"/>
  <p:tag name="LATEXADDIN" val="\documentclass{article}&#10;\usepackage{amsmath}&#10;\pagestyle{empty}&#10;\begin{document}&#10;&#10;&#10;$x_0$&#10;&#10;\end{document}"/>
  <p:tag name="IGUANATEXSIZE" val="18"/>
  <p:tag name="IGUANATEXCURSOR" val="86"/>
  <p:tag name="TRANSPARENCY" val="True"/>
  <p:tag name="LATEXENGINEID" val="0"/>
  <p:tag name="TEMPFOLDER" val="c:\temp\"/>
  <p:tag name="LATEXFORMHEIGHT" val="320"/>
  <p:tag name="LATEXFORMWIDTH" val="385"/>
  <p:tag name="LATEXFORMWRAP" val="True"/>
  <p:tag name="BITMAPVECTOR" val="1"/>
</p:tagLst>
</file>

<file path=ppt/tags/tag16.xml><?xml version="1.0" encoding="utf-8"?>
<p:tagLst xmlns:a="http://schemas.openxmlformats.org/drawingml/2006/main" xmlns:r="http://schemas.openxmlformats.org/officeDocument/2006/relationships" xmlns:p="http://schemas.openxmlformats.org/presentationml/2006/main">
  <p:tag name="ORIGINALHEIGHT" val="5.897856"/>
  <p:tag name="ORIGINALWIDTH" val="8.486002"/>
  <p:tag name="OUTPUTTYPE" val="SVG"/>
  <p:tag name="IGUANATEXVERSION" val="160"/>
  <p:tag name="LATEXADDIN" val="\documentclass{article}&#10;\usepackage{amsmath}&#10;\pagestyle{empty}&#10;\begin{document}&#10;&#10;$x_1$&#10;&#10;&#10;\end{document}"/>
  <p:tag name="IGUANATEXSIZE" val="18"/>
  <p:tag name="IGUANATEXCURSOR" val="85"/>
  <p:tag name="TRANSPARENCY" val="True"/>
  <p:tag name="LATEXENGINEID" val="0"/>
  <p:tag name="TEMPFOLDER" val="c:\temp\"/>
  <p:tag name="LATEXFORMHEIGHT" val="320"/>
  <p:tag name="LATEXFORMWIDTH" val="385"/>
  <p:tag name="LATEXFORMWRAP" val="True"/>
  <p:tag name="BITMAPVECTOR" val="1"/>
</p:tagLst>
</file>

<file path=ppt/tags/tag17.xml><?xml version="1.0" encoding="utf-8"?>
<p:tagLst xmlns:a="http://schemas.openxmlformats.org/drawingml/2006/main" xmlns:r="http://schemas.openxmlformats.org/officeDocument/2006/relationships" xmlns:p="http://schemas.openxmlformats.org/presentationml/2006/main">
  <p:tag name="ORIGINALHEIGHT" val="12.03377"/>
  <p:tag name="ORIGINALWIDTH" val="42.63885"/>
  <p:tag name="OUTPUTTYPE" val="SVG"/>
  <p:tag name="IGUANATEXVERSION" val="160"/>
  <p:tag name="LATEXADDIN" val="\documentclass{article}&#10;\usepackage{amsmath}&#10;\pagestyle{empty}&#10;\begin{document}&#10;&#10;&#10;$\text{CPH } \hat{h}(x)$&#10;&#10;\end{document}"/>
  <p:tag name="IGUANATEXSIZE" val="18"/>
  <p:tag name="IGUANATEXCURSOR" val="104"/>
  <p:tag name="TRANSPARENCY" val="True"/>
  <p:tag name="LATEXENGINEID" val="0"/>
  <p:tag name="TEMPFOLDER" val="c:\temp\"/>
  <p:tag name="LATEXFORMHEIGHT" val="320"/>
  <p:tag name="LATEXFORMWIDTH" val="385"/>
  <p:tag name="LATEXFORMWRAP" val="True"/>
  <p:tag name="BITMAPVECTOR" val="1"/>
</p:tagLst>
</file>

<file path=ppt/tags/tag18.xml><?xml version="1.0" encoding="utf-8"?>
<p:tagLst xmlns:a="http://schemas.openxmlformats.org/drawingml/2006/main" xmlns:r="http://schemas.openxmlformats.org/officeDocument/2006/relationships" xmlns:p="http://schemas.openxmlformats.org/presentationml/2006/main">
  <p:tag name="ORIGINALHEIGHT" val="12.03377"/>
  <p:tag name="ORIGINALWIDTH" val="62.90271"/>
  <p:tag name="OUTPUTTYPE" val="SVG"/>
  <p:tag name="IGUANATEXVERSION" val="160"/>
  <p:tag name="LATEXADDIN" val="\documentclass{article}&#10;\usepackage{amsmath}&#10;\pagestyle{empty}&#10;\begin{document}&#10;&#10;&#10;$\text{DeepSurv } \hat{h}(x)$&#10;&#10;\end{document}"/>
  <p:tag name="IGUANATEXSIZE" val="18"/>
  <p:tag name="IGUANATEXCURSOR" val="109"/>
  <p:tag name="TRANSPARENCY" val="True"/>
  <p:tag name="LATEXENGINEID" val="0"/>
  <p:tag name="TEMPFOLDER" val="c:\temp\"/>
  <p:tag name="LATEXFORMHEIGHT" val="320"/>
  <p:tag name="LATEXFORMWIDTH" val="385"/>
  <p:tag name="LATEXFORMWRAP" val="True"/>
  <p:tag name="BITMAPVECTOR" val="1"/>
</p:tagLst>
</file>

<file path=ppt/tags/tag19.xml><?xml version="1.0" encoding="utf-8"?>
<p:tagLst xmlns:a="http://schemas.openxmlformats.org/drawingml/2006/main" xmlns:r="http://schemas.openxmlformats.org/officeDocument/2006/relationships" xmlns:p="http://schemas.openxmlformats.org/presentationml/2006/main">
  <p:tag name="ORIGINALHEIGHT" val="12.03375"/>
  <p:tag name="ORIGINALWIDTH" val="130.3184"/>
  <p:tag name="OUTPUTTYPE" val="SVG"/>
  <p:tag name="IGUANATEXVERSION" val="160"/>
  <p:tag name="LATEXADDIN" val="\documentclass{article}&#10;\usepackage{amsmath}&#10;\pagestyle{empty}&#10;\begin{document}&#10;&#10;$\text{Survival Tree [depth=10] } \hat{h}(x)$&#10;&#10;\end{document}"/>
  <p:tag name="IGUANATEXSIZE" val="14"/>
  <p:tag name="IGUANATEXCURSOR" val="124"/>
  <p:tag name="TRANSPARENCY" val="True"/>
  <p:tag name="LATEXENGINEID" val="0"/>
  <p:tag name="TEMPFOLDER" val="c:\temp\"/>
  <p:tag name="LATEXFORMHEIGHT" val="320"/>
  <p:tag name="LATEXFORMWIDTH" val="385"/>
  <p:tag name="LATEXFORMWRAP" val="True"/>
  <p:tag name="BITMAPVECTOR" val="1"/>
</p:tagLst>
</file>

<file path=ppt/tags/tag20.xml><?xml version="1.0" encoding="utf-8"?>
<p:tagLst xmlns:a="http://schemas.openxmlformats.org/drawingml/2006/main" xmlns:r="http://schemas.openxmlformats.org/officeDocument/2006/relationships" xmlns:p="http://schemas.openxmlformats.org/presentationml/2006/main">
  <p:tag name="ORIGINALHEIGHT" val="12.03375"/>
  <p:tag name="ORIGINALWIDTH" val="130.4445"/>
  <p:tag name="OUTPUTTYPE" val="SVG"/>
  <p:tag name="IGUANATEXVERSION" val="160"/>
  <p:tag name="LATEXADDIN" val="\documentclass{article}&#10;\usepackage{amsmath}&#10;\pagestyle{empty}&#10;\begin{document}&#10;&#10;$\text{Prposed Tree [depth=10] } \hat{h}(x)$&#10;&#10;\end{document}"/>
  <p:tag name="IGUANATEXSIZE" val="14"/>
  <p:tag name="IGUANATEXCURSOR" val="123"/>
  <p:tag name="TRANSPARENCY" val="True"/>
  <p:tag name="LATEXENGINEID" val="0"/>
  <p:tag name="TEMPFOLDER" val="c:\temp\"/>
  <p:tag name="LATEXFORMHEIGHT" val="320"/>
  <p:tag name="LATEXFORMWIDTH" val="385"/>
  <p:tag name="LATEXFORMWRAP" val="True"/>
  <p:tag name="BITMAPVECTOR" val="1"/>
</p:tagLst>
</file>

<file path=ppt/tags/tag21.xml><?xml version="1.0" encoding="utf-8"?>
<p:tagLst xmlns:a="http://schemas.openxmlformats.org/drawingml/2006/main" xmlns:r="http://schemas.openxmlformats.org/officeDocument/2006/relationships" xmlns:p="http://schemas.openxmlformats.org/presentationml/2006/main">
  <p:tag name="ORIGINALHEIGHT" val="6.804443"/>
  <p:tag name="ORIGINALWIDTH" val="5.867942"/>
  <p:tag name="LATEXADDIN" val="\documentclass{article}&#10;\usepackage{amsmath}&#10;\pagestyle{empty}&#10;\begin{document}&#10;&#10;$\text{Prposed Tree [depth=10] } \hat{h}(x)$&#10;&#10;\end{document}"/>
  <p:tag name="IGUANATEXSIZE" val="14"/>
  <p:tag name="IGUANATEXCURSOR" val="123"/>
  <p:tag name="TRANSPARENCY" val="True"/>
  <p:tag name="LATEXENGINEID" val="0"/>
  <p:tag name="TEMPFOLDER" val="c:\temp\"/>
  <p:tag name="LATEXFORMHEIGHT" val="320"/>
  <p:tag name="LATEXFORMWIDTH" val="385"/>
  <p:tag name="LATEXFORMWRAP" val="True"/>
  <p:tag name="BITMAPVECTOR" val="1"/>
  <p:tag name="EMFCHILD" val="True"/>
</p:tagLst>
</file>

<file path=ppt/tags/tag22.xml><?xml version="1.0" encoding="utf-8"?>
<p:tagLst xmlns:a="http://schemas.openxmlformats.org/drawingml/2006/main" xmlns:r="http://schemas.openxmlformats.org/officeDocument/2006/relationships" xmlns:p="http://schemas.openxmlformats.org/presentationml/2006/main">
  <p:tag name="ORIGINALHEIGHT" val="4.403487"/>
  <p:tag name="ORIGINALWIDTH" val="3.347413"/>
  <p:tag name="EMFCHILD" val="True"/>
</p:tagLst>
</file>

<file path=ppt/tags/tag23.xml><?xml version="1.0" encoding="utf-8"?>
<p:tagLst xmlns:a="http://schemas.openxmlformats.org/drawingml/2006/main" xmlns:r="http://schemas.openxmlformats.org/officeDocument/2006/relationships" xmlns:p="http://schemas.openxmlformats.org/presentationml/2006/main">
  <p:tag name="ORIGINALHEIGHT" val="6.33622"/>
  <p:tag name="ORIGINALWIDTH" val="4.91153"/>
  <p:tag name="EMFCHILD" val="True"/>
</p:tagLst>
</file>

<file path=ppt/tags/tag24.xml><?xml version="1.0" encoding="utf-8"?>
<p:tagLst xmlns:a="http://schemas.openxmlformats.org/drawingml/2006/main" xmlns:r="http://schemas.openxmlformats.org/officeDocument/2006/relationships" xmlns:p="http://schemas.openxmlformats.org/presentationml/2006/main">
  <p:tag name="ORIGINALHEIGHT" val="4.572834"/>
  <p:tag name="ORIGINALWIDTH" val="4.413442"/>
  <p:tag name="EMFCHILD" val="True"/>
</p:tagLst>
</file>

<file path=ppt/tags/tag25.xml><?xml version="1.0" encoding="utf-8"?>
<p:tagLst xmlns:a="http://schemas.openxmlformats.org/drawingml/2006/main" xmlns:r="http://schemas.openxmlformats.org/officeDocument/2006/relationships" xmlns:p="http://schemas.openxmlformats.org/presentationml/2006/main">
  <p:tag name="ORIGINALHEIGHT" val="4.572834"/>
  <p:tag name="ORIGINALWIDTH" val="3.257762"/>
  <p:tag name="EMFCHILD" val="True"/>
</p:tagLst>
</file>

<file path=ppt/tags/tag26.xml><?xml version="1.0" encoding="utf-8"?>
<p:tagLst xmlns:a="http://schemas.openxmlformats.org/drawingml/2006/main" xmlns:r="http://schemas.openxmlformats.org/officeDocument/2006/relationships" xmlns:p="http://schemas.openxmlformats.org/presentationml/2006/main">
  <p:tag name="ORIGINALHEIGHT" val="4.572834"/>
  <p:tag name="ORIGINALWIDTH" val="3.855512"/>
  <p:tag name="EMFCHILD" val="True"/>
</p:tagLst>
</file>

<file path=ppt/tags/tag27.xml><?xml version="1.0" encoding="utf-8"?>
<p:tagLst xmlns:a="http://schemas.openxmlformats.org/drawingml/2006/main" xmlns:r="http://schemas.openxmlformats.org/officeDocument/2006/relationships" xmlns:p="http://schemas.openxmlformats.org/presentationml/2006/main">
  <p:tag name="ORIGINALHEIGHT" val="7.023622"/>
  <p:tag name="ORIGINALWIDTH" val="4.91153"/>
  <p:tag name="EMFCHILD" val="True"/>
</p:tagLst>
</file>

<file path=ppt/tags/tag28.xml><?xml version="1.0" encoding="utf-8"?>
<p:tagLst xmlns:a="http://schemas.openxmlformats.org/drawingml/2006/main" xmlns:r="http://schemas.openxmlformats.org/officeDocument/2006/relationships" xmlns:p="http://schemas.openxmlformats.org/presentationml/2006/main">
  <p:tag name="ORIGINALHEIGHT" val="6.744658"/>
  <p:tag name="ORIGINALWIDTH" val="6.465748"/>
  <p:tag name="EMFCHILD" val="True"/>
</p:tagLst>
</file>

<file path=ppt/tags/tag29.xml><?xml version="1.0" encoding="utf-8"?>
<p:tagLst xmlns:a="http://schemas.openxmlformats.org/drawingml/2006/main" xmlns:r="http://schemas.openxmlformats.org/officeDocument/2006/relationships" xmlns:p="http://schemas.openxmlformats.org/presentationml/2006/main">
  <p:tag name="ORIGINALHEIGHT" val="4.403487"/>
  <p:tag name="ORIGINALWIDTH" val="3.347413"/>
  <p:tag name="EMFCHILD" val="True"/>
</p:tagLst>
</file>

<file path=ppt/tags/tag30.xml><?xml version="1.0" encoding="utf-8"?>
<p:tagLst xmlns:a="http://schemas.openxmlformats.org/drawingml/2006/main" xmlns:r="http://schemas.openxmlformats.org/officeDocument/2006/relationships" xmlns:p="http://schemas.openxmlformats.org/presentationml/2006/main">
  <p:tag name="ORIGINALHEIGHT" val="4.572834"/>
  <p:tag name="ORIGINALWIDTH" val="3.855512"/>
  <p:tag name="EMFCHILD" val="True"/>
</p:tagLst>
</file>

<file path=ppt/tags/tag31.xml><?xml version="1.0" encoding="utf-8"?>
<p:tagLst xmlns:a="http://schemas.openxmlformats.org/drawingml/2006/main" xmlns:r="http://schemas.openxmlformats.org/officeDocument/2006/relationships" xmlns:p="http://schemas.openxmlformats.org/presentationml/2006/main">
  <p:tag name="ORIGINALHEIGHT" val="4.572834"/>
  <p:tag name="ORIGINALWIDTH" val="3.855512"/>
  <p:tag name="EMFCHILD" val="True"/>
</p:tagLst>
</file>

<file path=ppt/tags/tag32.xml><?xml version="1.0" encoding="utf-8"?>
<p:tagLst xmlns:a="http://schemas.openxmlformats.org/drawingml/2006/main" xmlns:r="http://schemas.openxmlformats.org/officeDocument/2006/relationships" xmlns:p="http://schemas.openxmlformats.org/presentationml/2006/main">
  <p:tag name="ORIGINALHEIGHT" val="9.962599"/>
  <p:tag name="ORIGINALWIDTH" val="1.364848"/>
  <p:tag name="EMFCHILD" val="True"/>
</p:tagLst>
</file>

<file path=ppt/tags/tag33.xml><?xml version="1.0" encoding="utf-8"?>
<p:tagLst xmlns:a="http://schemas.openxmlformats.org/drawingml/2006/main" xmlns:r="http://schemas.openxmlformats.org/officeDocument/2006/relationships" xmlns:p="http://schemas.openxmlformats.org/presentationml/2006/main">
  <p:tag name="ORIGINALHEIGHT" val="7.023622"/>
  <p:tag name="ORIGINALWIDTH" val="4.91153"/>
  <p:tag name="EMFCHILD" val="True"/>
</p:tagLst>
</file>

<file path=ppt/tags/tag34.xml><?xml version="1.0" encoding="utf-8"?>
<p:tagLst xmlns:a="http://schemas.openxmlformats.org/drawingml/2006/main" xmlns:r="http://schemas.openxmlformats.org/officeDocument/2006/relationships" xmlns:p="http://schemas.openxmlformats.org/presentationml/2006/main">
  <p:tag name="ORIGINALHEIGHT" val="4.572834"/>
  <p:tag name="ORIGINALWIDTH" val="3.855512"/>
  <p:tag name="EMFCHILD" val="True"/>
</p:tagLst>
</file>

<file path=ppt/tags/tag35.xml><?xml version="1.0" encoding="utf-8"?>
<p:tagLst xmlns:a="http://schemas.openxmlformats.org/drawingml/2006/main" xmlns:r="http://schemas.openxmlformats.org/officeDocument/2006/relationships" xmlns:p="http://schemas.openxmlformats.org/presentationml/2006/main">
  <p:tag name="ORIGINALHEIGHT" val="6.33622"/>
  <p:tag name="ORIGINALWIDTH" val="4.91153"/>
  <p:tag name="EMFCHILD" val="True"/>
</p:tagLst>
</file>

<file path=ppt/tags/tag36.xml><?xml version="1.0" encoding="utf-8"?>
<p:tagLst xmlns:a="http://schemas.openxmlformats.org/drawingml/2006/main" xmlns:r="http://schemas.openxmlformats.org/officeDocument/2006/relationships" xmlns:p="http://schemas.openxmlformats.org/presentationml/2006/main">
  <p:tag name="ORIGINALHEIGHT" val="6.236558"/>
  <p:tag name="ORIGINALWIDTH" val="3.118279"/>
  <p:tag name="EMFCHILD" val="True"/>
</p:tagLst>
</file>

<file path=ppt/tags/tag37.xml><?xml version="1.0" encoding="utf-8"?>
<p:tagLst xmlns:a="http://schemas.openxmlformats.org/drawingml/2006/main" xmlns:r="http://schemas.openxmlformats.org/officeDocument/2006/relationships" xmlns:p="http://schemas.openxmlformats.org/presentationml/2006/main">
  <p:tag name="ORIGINALHEIGHT" val="6.914061"/>
  <p:tag name="ORIGINALWIDTH" val="5.011192"/>
  <p:tag name="EMFCHILD" val="True"/>
</p:tagLst>
</file>

<file path=ppt/tags/tag38.xml><?xml version="1.0" encoding="utf-8"?>
<p:tagLst xmlns:a="http://schemas.openxmlformats.org/drawingml/2006/main" xmlns:r="http://schemas.openxmlformats.org/officeDocument/2006/relationships" xmlns:p="http://schemas.openxmlformats.org/presentationml/2006/main">
  <p:tag name="ORIGINALHEIGHT" val="2.331215"/>
  <p:tag name="ORIGINALWIDTH" val="6.625141"/>
  <p:tag name="EMFCHILD" val="True"/>
</p:tagLst>
</file>

<file path=ppt/tags/tag39.xml><?xml version="1.0" encoding="utf-8"?>
<p:tagLst xmlns:a="http://schemas.openxmlformats.org/drawingml/2006/main" xmlns:r="http://schemas.openxmlformats.org/officeDocument/2006/relationships" xmlns:p="http://schemas.openxmlformats.org/presentationml/2006/main">
  <p:tag name="ORIGINALHEIGHT" val="6.635096"/>
  <p:tag name="ORIGINALWIDTH" val="3.287627"/>
  <p:tag name="EMFCHILD" val="True"/>
</p:tagLst>
</file>

<file path=ppt/tags/tag40.xml><?xml version="1.0" encoding="utf-8"?>
<p:tagLst xmlns:a="http://schemas.openxmlformats.org/drawingml/2006/main" xmlns:r="http://schemas.openxmlformats.org/officeDocument/2006/relationships" xmlns:p="http://schemas.openxmlformats.org/presentationml/2006/main">
  <p:tag name="ORIGINALHEIGHT" val="6.854275"/>
  <p:tag name="ORIGINALWIDTH" val="4.194263"/>
  <p:tag name="EMFCHILD" val="True"/>
</p:tagLst>
</file>

<file path=ppt/tags/tag41.xml><?xml version="1.0" encoding="utf-8"?>
<p:tagLst xmlns:a="http://schemas.openxmlformats.org/drawingml/2006/main" xmlns:r="http://schemas.openxmlformats.org/officeDocument/2006/relationships" xmlns:p="http://schemas.openxmlformats.org/presentationml/2006/main">
  <p:tag name="ORIGINALHEIGHT" val="9.962599"/>
  <p:tag name="ORIGINALWIDTH" val="1.364848"/>
  <p:tag name="EMFCHILD" val="True"/>
</p:tagLst>
</file>

<file path=ppt/tags/tag42.xml><?xml version="1.0" encoding="utf-8"?>
<p:tagLst xmlns:a="http://schemas.openxmlformats.org/drawingml/2006/main" xmlns:r="http://schemas.openxmlformats.org/officeDocument/2006/relationships" xmlns:p="http://schemas.openxmlformats.org/presentationml/2006/main">
  <p:tag name="ORIGINALHEIGHT" val="1.534196"/>
  <p:tag name="ORIGINALWIDTH" val="2.660011"/>
  <p:tag name="EMFCHILD" val="True"/>
</p:tagLst>
</file>

<file path=ppt/tags/tag43.xml><?xml version="1.0" encoding="utf-8"?>
<p:tagLst xmlns:a="http://schemas.openxmlformats.org/drawingml/2006/main" xmlns:r="http://schemas.openxmlformats.org/officeDocument/2006/relationships" xmlns:p="http://schemas.openxmlformats.org/presentationml/2006/main">
  <p:tag name="ORIGINALHEIGHT" val="7.023622"/>
  <p:tag name="ORIGINALWIDTH" val="4.89162"/>
  <p:tag name="EMFCHILD" val="True"/>
</p:tagLst>
</file>

<file path=ppt/tags/tag44.xml><?xml version="1.0" encoding="utf-8"?>
<p:tagLst xmlns:a="http://schemas.openxmlformats.org/drawingml/2006/main" xmlns:r="http://schemas.openxmlformats.org/officeDocument/2006/relationships" xmlns:p="http://schemas.openxmlformats.org/presentationml/2006/main">
  <p:tag name="ORIGINALHEIGHT" val="9.962599"/>
  <p:tag name="ORIGINALWIDTH" val="2.311305"/>
  <p:tag name="EMFCHILD" val="True"/>
</p:tagLst>
</file>

<file path=ppt/tags/tag45.xml><?xml version="1.0" encoding="utf-8"?>
<p:tagLst xmlns:a="http://schemas.openxmlformats.org/drawingml/2006/main" xmlns:r="http://schemas.openxmlformats.org/officeDocument/2006/relationships" xmlns:p="http://schemas.openxmlformats.org/presentationml/2006/main">
  <p:tag name="ORIGINALHEIGHT" val="4.513049"/>
  <p:tag name="ORIGINALWIDTH" val="4.961361"/>
  <p:tag name="EMFCHILD" val="True"/>
</p:tagLst>
</file>

<file path=ppt/tags/tag46.xml><?xml version="1.0" encoding="utf-8"?>
<p:tagLst xmlns:a="http://schemas.openxmlformats.org/drawingml/2006/main" xmlns:r="http://schemas.openxmlformats.org/officeDocument/2006/relationships" xmlns:p="http://schemas.openxmlformats.org/presentationml/2006/main">
  <p:tag name="ORIGINALHEIGHT" val="9.962599"/>
  <p:tag name="ORIGINALWIDTH" val="2.311305"/>
  <p:tag name="EMFCHILD" val="True"/>
</p:tagLst>
</file>

<file path=ppt/tags/tag47.xml><?xml version="1.0" encoding="utf-8"?>
<p:tagLst xmlns:a="http://schemas.openxmlformats.org/drawingml/2006/main" xmlns:r="http://schemas.openxmlformats.org/officeDocument/2006/relationships" xmlns:p="http://schemas.openxmlformats.org/presentationml/2006/main">
  <p:tag name="ORIGINALHEIGHT" val="7.242801"/>
  <p:tag name="ORIGINALWIDTH" val="4.413442"/>
  <p:tag name="LATEXADDIN" val="\documentclass{article}&#10;\usepackage{amsmath}&#10;\pagestyle{empty}&#10;\begin{document}&#10;&#10;$\text{Survival Tree [depth=10] } \hat{h}(x)$&#10;&#10;\end{document}"/>
  <p:tag name="IGUANATEXSIZE" val="14"/>
  <p:tag name="IGUANATEXCURSOR" val="124"/>
  <p:tag name="TRANSPARENCY" val="True"/>
  <p:tag name="LATEXENGINEID" val="0"/>
  <p:tag name="TEMPFOLDER" val="c:\temp\"/>
  <p:tag name="LATEXFORMHEIGHT" val="320"/>
  <p:tag name="LATEXFORMWIDTH" val="385"/>
  <p:tag name="LATEXFORMWRAP" val="True"/>
  <p:tag name="BITMAPVECTOR" val="1"/>
  <p:tag name="EMFCHILD" val="True"/>
</p:tagLst>
</file>

<file path=ppt/tags/tag48.xml><?xml version="1.0" encoding="utf-8"?>
<p:tagLst xmlns:a="http://schemas.openxmlformats.org/drawingml/2006/main" xmlns:r="http://schemas.openxmlformats.org/officeDocument/2006/relationships" xmlns:p="http://schemas.openxmlformats.org/presentationml/2006/main">
  <p:tag name="ORIGINALHEIGHT" val="4.513049"/>
  <p:tag name="ORIGINALWIDTH" val="5.011192"/>
  <p:tag name="EMFCHILD" val="True"/>
</p:tagLst>
</file>

<file path=ppt/tags/tag49.xml><?xml version="1.0" encoding="utf-8"?>
<p:tagLst xmlns:a="http://schemas.openxmlformats.org/drawingml/2006/main" xmlns:r="http://schemas.openxmlformats.org/officeDocument/2006/relationships" xmlns:p="http://schemas.openxmlformats.org/presentationml/2006/main">
  <p:tag name="ORIGINALHEIGHT" val="4.403487"/>
  <p:tag name="ORIGINALWIDTH" val="3.347413"/>
  <p:tag name="EMFCHILD" val="True"/>
</p:tagLst>
</file>

<file path=ppt/tags/tag50.xml><?xml version="1.0" encoding="utf-8"?>
<p:tagLst xmlns:a="http://schemas.openxmlformats.org/drawingml/2006/main" xmlns:r="http://schemas.openxmlformats.org/officeDocument/2006/relationships" xmlns:p="http://schemas.openxmlformats.org/presentationml/2006/main">
  <p:tag name="ORIGINALHEIGHT" val="4.403487"/>
  <p:tag name="ORIGINALWIDTH" val="4.87171"/>
  <p:tag name="EMFCHILD" val="True"/>
</p:tagLst>
</file>

<file path=ppt/tags/tag51.xml><?xml version="1.0" encoding="utf-8"?>
<p:tagLst xmlns:a="http://schemas.openxmlformats.org/drawingml/2006/main" xmlns:r="http://schemas.openxmlformats.org/officeDocument/2006/relationships" xmlns:p="http://schemas.openxmlformats.org/presentationml/2006/main">
  <p:tag name="ORIGINALHEIGHT" val="6.664961"/>
  <p:tag name="ORIGINALWIDTH" val="2.132002"/>
  <p:tag name="EMFCHILD" val="True"/>
</p:tagLst>
</file>

<file path=ppt/tags/tag52.xml><?xml version="1.0" encoding="utf-8"?>
<p:tagLst xmlns:a="http://schemas.openxmlformats.org/drawingml/2006/main" xmlns:r="http://schemas.openxmlformats.org/officeDocument/2006/relationships" xmlns:p="http://schemas.openxmlformats.org/presentationml/2006/main">
  <p:tag name="ORIGINALHEIGHT" val="4.403487"/>
  <p:tag name="ORIGINALWIDTH" val="4.87171"/>
  <p:tag name="EMFCHILD" val="True"/>
</p:tagLst>
</file>

<file path=ppt/tags/tag53.xml><?xml version="1.0" encoding="utf-8"?>
<p:tagLst xmlns:a="http://schemas.openxmlformats.org/drawingml/2006/main" xmlns:r="http://schemas.openxmlformats.org/officeDocument/2006/relationships" xmlns:p="http://schemas.openxmlformats.org/presentationml/2006/main">
  <p:tag name="ORIGINALHEIGHT" val="4.572834"/>
  <p:tag name="ORIGINALWIDTH" val="4.493138"/>
  <p:tag name="EMFCHILD" val="True"/>
</p:tagLst>
</file>

<file path=ppt/tags/tag54.xml><?xml version="1.0" encoding="utf-8"?>
<p:tagLst xmlns:a="http://schemas.openxmlformats.org/drawingml/2006/main" xmlns:r="http://schemas.openxmlformats.org/officeDocument/2006/relationships" xmlns:p="http://schemas.openxmlformats.org/presentationml/2006/main">
  <p:tag name="ORIGINALHEIGHT" val="6.914061"/>
  <p:tag name="ORIGINALWIDTH" val="2.211699"/>
  <p:tag name="EMFCHILD" val="True"/>
</p:tagLst>
</file>

<file path=ppt/tags/tag55.xml><?xml version="1.0" encoding="utf-8"?>
<p:tagLst xmlns:a="http://schemas.openxmlformats.org/drawingml/2006/main" xmlns:r="http://schemas.openxmlformats.org/officeDocument/2006/relationships" xmlns:p="http://schemas.openxmlformats.org/presentationml/2006/main">
  <p:tag name="ORIGINALHEIGHT" val="6.744658"/>
  <p:tag name="ORIGINALWIDTH" val="6.465748"/>
  <p:tag name="EMFCHILD" val="True"/>
</p:tagLst>
</file>

<file path=ppt/tags/tag56.xml><?xml version="1.0" encoding="utf-8"?>
<p:tagLst xmlns:a="http://schemas.openxmlformats.org/drawingml/2006/main" xmlns:r="http://schemas.openxmlformats.org/officeDocument/2006/relationships" xmlns:p="http://schemas.openxmlformats.org/presentationml/2006/main">
  <p:tag name="ORIGINALHEIGHT" val="4.403487"/>
  <p:tag name="ORIGINALWIDTH" val="3.347413"/>
  <p:tag name="EMFCHILD" val="True"/>
</p:tagLst>
</file>

<file path=ppt/tags/tag57.xml><?xml version="1.0" encoding="utf-8"?>
<p:tagLst xmlns:a="http://schemas.openxmlformats.org/drawingml/2006/main" xmlns:r="http://schemas.openxmlformats.org/officeDocument/2006/relationships" xmlns:p="http://schemas.openxmlformats.org/presentationml/2006/main">
  <p:tag name="ORIGINALHEIGHT" val="4.572834"/>
  <p:tag name="ORIGINALWIDTH" val="3.855512"/>
  <p:tag name="EMFCHILD" val="True"/>
</p:tagLst>
</file>

<file path=ppt/tags/tag58.xml><?xml version="1.0" encoding="utf-8"?>
<p:tagLst xmlns:a="http://schemas.openxmlformats.org/drawingml/2006/main" xmlns:r="http://schemas.openxmlformats.org/officeDocument/2006/relationships" xmlns:p="http://schemas.openxmlformats.org/presentationml/2006/main">
  <p:tag name="ORIGINALHEIGHT" val="4.572834"/>
  <p:tag name="ORIGINALWIDTH" val="3.855512"/>
  <p:tag name="EMFCHILD" val="True"/>
</p:tagLst>
</file>

<file path=ppt/tags/tag59.xml><?xml version="1.0" encoding="utf-8"?>
<p:tagLst xmlns:a="http://schemas.openxmlformats.org/drawingml/2006/main" xmlns:r="http://schemas.openxmlformats.org/officeDocument/2006/relationships" xmlns:p="http://schemas.openxmlformats.org/presentationml/2006/main">
  <p:tag name="ORIGINALHEIGHT" val="9.962599"/>
  <p:tag name="ORIGINALWIDTH" val="1.364848"/>
  <p:tag name="EMFCHILD" val="True"/>
</p:tagLst>
</file>

<file path=ppt/tags/tag60.xml><?xml version="1.0" encoding="utf-8"?>
<p:tagLst xmlns:a="http://schemas.openxmlformats.org/drawingml/2006/main" xmlns:r="http://schemas.openxmlformats.org/officeDocument/2006/relationships" xmlns:p="http://schemas.openxmlformats.org/presentationml/2006/main">
  <p:tag name="ORIGINALHEIGHT" val="7.023622"/>
  <p:tag name="ORIGINALWIDTH" val="4.91153"/>
  <p:tag name="EMFCHILD" val="True"/>
</p:tagLst>
</file>

<file path=ppt/tags/tag61.xml><?xml version="1.0" encoding="utf-8"?>
<p:tagLst xmlns:a="http://schemas.openxmlformats.org/drawingml/2006/main" xmlns:r="http://schemas.openxmlformats.org/officeDocument/2006/relationships" xmlns:p="http://schemas.openxmlformats.org/presentationml/2006/main">
  <p:tag name="ORIGINALHEIGHT" val="4.572834"/>
  <p:tag name="ORIGINALWIDTH" val="3.855512"/>
  <p:tag name="EMFCHILD" val="True"/>
</p:tagLst>
</file>

<file path=ppt/tags/tag62.xml><?xml version="1.0" encoding="utf-8"?>
<p:tagLst xmlns:a="http://schemas.openxmlformats.org/drawingml/2006/main" xmlns:r="http://schemas.openxmlformats.org/officeDocument/2006/relationships" xmlns:p="http://schemas.openxmlformats.org/presentationml/2006/main">
  <p:tag name="ORIGINALHEIGHT" val="6.33622"/>
  <p:tag name="ORIGINALWIDTH" val="4.91153"/>
  <p:tag name="EMFCHILD" val="True"/>
</p:tagLst>
</file>

<file path=ppt/tags/tag63.xml><?xml version="1.0" encoding="utf-8"?>
<p:tagLst xmlns:a="http://schemas.openxmlformats.org/drawingml/2006/main" xmlns:r="http://schemas.openxmlformats.org/officeDocument/2006/relationships" xmlns:p="http://schemas.openxmlformats.org/presentationml/2006/main">
  <p:tag name="ORIGINALHEIGHT" val="6.236558"/>
  <p:tag name="ORIGINALWIDTH" val="3.118279"/>
  <p:tag name="EMFCHILD" val="True"/>
</p:tagLst>
</file>

<file path=ppt/tags/tag64.xml><?xml version="1.0" encoding="utf-8"?>
<p:tagLst xmlns:a="http://schemas.openxmlformats.org/drawingml/2006/main" xmlns:r="http://schemas.openxmlformats.org/officeDocument/2006/relationships" xmlns:p="http://schemas.openxmlformats.org/presentationml/2006/main">
  <p:tag name="ORIGINALHEIGHT" val="6.914061"/>
  <p:tag name="ORIGINALWIDTH" val="5.011192"/>
  <p:tag name="EMFCHILD" val="True"/>
</p:tagLst>
</file>

<file path=ppt/tags/tag65.xml><?xml version="1.0" encoding="utf-8"?>
<p:tagLst xmlns:a="http://schemas.openxmlformats.org/drawingml/2006/main" xmlns:r="http://schemas.openxmlformats.org/officeDocument/2006/relationships" xmlns:p="http://schemas.openxmlformats.org/presentationml/2006/main">
  <p:tag name="ORIGINALHEIGHT" val="2.331215"/>
  <p:tag name="ORIGINALWIDTH" val="6.625141"/>
  <p:tag name="EMFCHILD" val="True"/>
</p:tagLst>
</file>

<file path=ppt/tags/tag66.xml><?xml version="1.0" encoding="utf-8"?>
<p:tagLst xmlns:a="http://schemas.openxmlformats.org/drawingml/2006/main" xmlns:r="http://schemas.openxmlformats.org/officeDocument/2006/relationships" xmlns:p="http://schemas.openxmlformats.org/presentationml/2006/main">
  <p:tag name="ORIGINALHEIGHT" val="6.635096"/>
  <p:tag name="ORIGINALWIDTH" val="3.287627"/>
  <p:tag name="EMFCHILD" val="True"/>
</p:tagLst>
</file>

<file path=ppt/tags/tag67.xml><?xml version="1.0" encoding="utf-8"?>
<p:tagLst xmlns:a="http://schemas.openxmlformats.org/drawingml/2006/main" xmlns:r="http://schemas.openxmlformats.org/officeDocument/2006/relationships" xmlns:p="http://schemas.openxmlformats.org/presentationml/2006/main">
  <p:tag name="ORIGINALHEIGHT" val="6.854275"/>
  <p:tag name="ORIGINALWIDTH" val="4.194263"/>
  <p:tag name="EMFCHILD" val="True"/>
</p:tagLst>
</file>

<file path=ppt/tags/tag68.xml><?xml version="1.0" encoding="utf-8"?>
<p:tagLst xmlns:a="http://schemas.openxmlformats.org/drawingml/2006/main" xmlns:r="http://schemas.openxmlformats.org/officeDocument/2006/relationships" xmlns:p="http://schemas.openxmlformats.org/presentationml/2006/main">
  <p:tag name="ORIGINALHEIGHT" val="9.962599"/>
  <p:tag name="ORIGINALWIDTH" val="1.364848"/>
  <p:tag name="EMFCHILD" val="True"/>
</p:tagLst>
</file>

<file path=ppt/tags/tag69.xml><?xml version="1.0" encoding="utf-8"?>
<p:tagLst xmlns:a="http://schemas.openxmlformats.org/drawingml/2006/main" xmlns:r="http://schemas.openxmlformats.org/officeDocument/2006/relationships" xmlns:p="http://schemas.openxmlformats.org/presentationml/2006/main">
  <p:tag name="ORIGINALHEIGHT" val="1.534196"/>
  <p:tag name="ORIGINALWIDTH" val="2.660011"/>
  <p:tag name="EMFCHILD" val="True"/>
</p:tagLst>
</file>

<file path=ppt/tags/tag70.xml><?xml version="1.0" encoding="utf-8"?>
<p:tagLst xmlns:a="http://schemas.openxmlformats.org/drawingml/2006/main" xmlns:r="http://schemas.openxmlformats.org/officeDocument/2006/relationships" xmlns:p="http://schemas.openxmlformats.org/presentationml/2006/main">
  <p:tag name="ORIGINALHEIGHT" val="7.023622"/>
  <p:tag name="ORIGINALWIDTH" val="4.89162"/>
  <p:tag name="EMFCHILD" val="True"/>
</p:tagLst>
</file>

<file path=ppt/tags/tag71.xml><?xml version="1.0" encoding="utf-8"?>
<p:tagLst xmlns:a="http://schemas.openxmlformats.org/drawingml/2006/main" xmlns:r="http://schemas.openxmlformats.org/officeDocument/2006/relationships" xmlns:p="http://schemas.openxmlformats.org/presentationml/2006/main">
  <p:tag name="ORIGINALHEIGHT" val="9.962599"/>
  <p:tag name="ORIGINALWIDTH" val="2.311305"/>
  <p:tag name="EMFCHILD" val="True"/>
</p:tagLst>
</file>

<file path=ppt/tags/tag72.xml><?xml version="1.0" encoding="utf-8"?>
<p:tagLst xmlns:a="http://schemas.openxmlformats.org/drawingml/2006/main" xmlns:r="http://schemas.openxmlformats.org/officeDocument/2006/relationships" xmlns:p="http://schemas.openxmlformats.org/presentationml/2006/main">
  <p:tag name="ORIGINALHEIGHT" val="4.513049"/>
  <p:tag name="ORIGINALWIDTH" val="4.961361"/>
  <p:tag name="EMFCHILD" val="True"/>
</p:tagLst>
</file>

<file path=ppt/tags/tag73.xml><?xml version="1.0" encoding="utf-8"?>
<p:tagLst xmlns:a="http://schemas.openxmlformats.org/drawingml/2006/main" xmlns:r="http://schemas.openxmlformats.org/officeDocument/2006/relationships" xmlns:p="http://schemas.openxmlformats.org/presentationml/2006/main">
  <p:tag name="ORIGINALHEIGHT" val="9.962599"/>
  <p:tag name="ORIGINALWIDTH" val="2.311305"/>
  <p:tag name="EMFCHILD" val="True"/>
</p:tagLst>
</file>

<file path=ppt/tags/tag74.xml><?xml version="1.0" encoding="utf-8"?>
<p:tagLst xmlns:a="http://schemas.openxmlformats.org/drawingml/2006/main" xmlns:r="http://schemas.openxmlformats.org/officeDocument/2006/relationships" xmlns:p="http://schemas.openxmlformats.org/presentationml/2006/main">
  <p:tag name="ORIGINALHEIGHT" val="6.804462"/>
  <p:tag name="ORIGINALWIDTH" val="6.643394"/>
  <p:tag name="LATEXADDIN" val="\documentclass{article}&#10;\usepackage{amsmath}&#10;\pagestyle{empty}&#10;\begin{document}&#10;&#10;&#10;$\text{DeepSurv } \hat{h}(x)$&#10;&#10;\end{document}"/>
  <p:tag name="IGUANATEXSIZE" val="18"/>
  <p:tag name="IGUANATEXCURSOR" val="109"/>
  <p:tag name="TRANSPARENCY" val="True"/>
  <p:tag name="LATEXENGINEID" val="0"/>
  <p:tag name="TEMPFOLDER" val="c:\temp\"/>
  <p:tag name="LATEXFORMHEIGHT" val="320"/>
  <p:tag name="LATEXFORMWIDTH" val="385"/>
  <p:tag name="LATEXFORMWRAP" val="True"/>
  <p:tag name="BITMAPVECTOR" val="1"/>
  <p:tag name="EMFCHILD" val="True"/>
</p:tagLst>
</file>

<file path=ppt/tags/tag75.xml><?xml version="1.0" encoding="utf-8"?>
<p:tagLst xmlns:a="http://schemas.openxmlformats.org/drawingml/2006/main" xmlns:r="http://schemas.openxmlformats.org/officeDocument/2006/relationships" xmlns:p="http://schemas.openxmlformats.org/presentationml/2006/main">
  <p:tag name="ORIGINALHEIGHT" val="4.572834"/>
  <p:tag name="ORIGINALWIDTH" val="3.825853"/>
  <p:tag name="EMFCHILD" val="True"/>
</p:tagLst>
</file>

<file path=ppt/tags/tag76.xml><?xml version="1.0" encoding="utf-8"?>
<p:tagLst xmlns:a="http://schemas.openxmlformats.org/drawingml/2006/main" xmlns:r="http://schemas.openxmlformats.org/officeDocument/2006/relationships" xmlns:p="http://schemas.openxmlformats.org/presentationml/2006/main">
  <p:tag name="ORIGINALHEIGHT" val="4.572834"/>
  <p:tag name="ORIGINALWIDTH" val="3.825853"/>
  <p:tag name="EMFCHILD" val="True"/>
</p:tagLst>
</file>

<file path=ppt/tags/tag77.xml><?xml version="1.0" encoding="utf-8"?>
<p:tagLst xmlns:a="http://schemas.openxmlformats.org/drawingml/2006/main" xmlns:r="http://schemas.openxmlformats.org/officeDocument/2006/relationships" xmlns:p="http://schemas.openxmlformats.org/presentationml/2006/main">
  <p:tag name="ORIGINALHEIGHT" val="6.336221"/>
  <p:tag name="ORIGINALWIDTH" val="4.873797"/>
  <p:tag name="EMFCHILD" val="True"/>
</p:tagLst>
</file>

<file path=ppt/tags/tag78.xml><?xml version="1.0" encoding="utf-8"?>
<p:tagLst xmlns:a="http://schemas.openxmlformats.org/drawingml/2006/main" xmlns:r="http://schemas.openxmlformats.org/officeDocument/2006/relationships" xmlns:p="http://schemas.openxmlformats.org/presentationml/2006/main">
  <p:tag name="ORIGINALHEIGHT" val="7.242826"/>
  <p:tag name="ORIGINALWIDTH" val="4.379484"/>
  <p:tag name="EMFCHILD" val="True"/>
</p:tagLst>
</file>

<file path=ppt/tags/tag79.xml><?xml version="1.0" encoding="utf-8"?>
<p:tagLst xmlns:a="http://schemas.openxmlformats.org/drawingml/2006/main" xmlns:r="http://schemas.openxmlformats.org/officeDocument/2006/relationships" xmlns:p="http://schemas.openxmlformats.org/presentationml/2006/main">
  <p:tag name="ORIGINALHEIGHT" val="4.513036"/>
  <p:tag name="ORIGINALWIDTH" val="4.97266"/>
  <p:tag name="EMFCHILD" val="True"/>
</p:tagLst>
</file>

<file path=ppt/tags/tag80.xml><?xml version="1.0" encoding="utf-8"?>
<p:tagLst xmlns:a="http://schemas.openxmlformats.org/drawingml/2006/main" xmlns:r="http://schemas.openxmlformats.org/officeDocument/2006/relationships" xmlns:p="http://schemas.openxmlformats.org/presentationml/2006/main">
  <p:tag name="ORIGINALHEIGHT" val="4.403456"/>
  <p:tag name="ORIGINALWIDTH" val="3.321697"/>
  <p:tag name="EMFCHILD" val="True"/>
</p:tagLst>
</file>

<file path=ppt/tags/tag81.xml><?xml version="1.0" encoding="utf-8"?>
<p:tagLst xmlns:a="http://schemas.openxmlformats.org/drawingml/2006/main" xmlns:r="http://schemas.openxmlformats.org/officeDocument/2006/relationships" xmlns:p="http://schemas.openxmlformats.org/presentationml/2006/main">
  <p:tag name="ORIGINALHEIGHT" val="4.403456"/>
  <p:tag name="ORIGINALWIDTH" val="4.834252"/>
  <p:tag name="EMFCHILD" val="True"/>
</p:tagLst>
</file>

<file path=ppt/tags/tag82.xml><?xml version="1.0" encoding="utf-8"?>
<p:tagLst xmlns:a="http://schemas.openxmlformats.org/drawingml/2006/main" xmlns:r="http://schemas.openxmlformats.org/officeDocument/2006/relationships" xmlns:p="http://schemas.openxmlformats.org/presentationml/2006/main">
  <p:tag name="ORIGINALHEIGHT" val="1.534208"/>
  <p:tag name="ORIGINALWIDTH" val="2.639545"/>
  <p:tag name="EMFCHILD" val="True"/>
</p:tagLst>
</file>

<file path=ppt/tags/tag83.xml><?xml version="1.0" encoding="utf-8"?>
<p:tagLst xmlns:a="http://schemas.openxmlformats.org/drawingml/2006/main" xmlns:r="http://schemas.openxmlformats.org/officeDocument/2006/relationships" xmlns:p="http://schemas.openxmlformats.org/presentationml/2006/main">
  <p:tag name="ORIGINALHEIGHT" val="7.023623"/>
  <p:tag name="ORIGINALWIDTH" val="4.854024"/>
  <p:tag name="EMFCHILD" val="True"/>
</p:tagLst>
</file>

<file path=ppt/tags/tag84.xml><?xml version="1.0" encoding="utf-8"?>
<p:tagLst xmlns:a="http://schemas.openxmlformats.org/drawingml/2006/main" xmlns:r="http://schemas.openxmlformats.org/officeDocument/2006/relationships" xmlns:p="http://schemas.openxmlformats.org/presentationml/2006/main">
  <p:tag name="ORIGINALHEIGHT" val="9.962598"/>
  <p:tag name="ORIGINALWIDTH" val="2.293526"/>
  <p:tag name="EMFCHILD" val="True"/>
</p:tagLst>
</file>

<file path=ppt/tags/tag85.xml><?xml version="1.0" encoding="utf-8"?>
<p:tagLst xmlns:a="http://schemas.openxmlformats.org/drawingml/2006/main" xmlns:r="http://schemas.openxmlformats.org/officeDocument/2006/relationships" xmlns:p="http://schemas.openxmlformats.org/presentationml/2006/main">
  <p:tag name="ORIGINALHEIGHT" val="4.513036"/>
  <p:tag name="ORIGINALWIDTH" val="4.923228"/>
  <p:tag name="EMFCHILD" val="True"/>
</p:tagLst>
</file>

<file path=ppt/tags/tag86.xml><?xml version="1.0" encoding="utf-8"?>
<p:tagLst xmlns:a="http://schemas.openxmlformats.org/drawingml/2006/main" xmlns:r="http://schemas.openxmlformats.org/officeDocument/2006/relationships" xmlns:p="http://schemas.openxmlformats.org/presentationml/2006/main">
  <p:tag name="ORIGINALHEIGHT" val="9.962598"/>
  <p:tag name="ORIGINALWIDTH" val="2.293526"/>
  <p:tag name="EMFCHILD" val="True"/>
</p:tagLst>
</file>

<file path=ppt/tags/tag87.xml><?xml version="1.0" encoding="utf-8"?>
<p:tagLst xmlns:a="http://schemas.openxmlformats.org/drawingml/2006/main" xmlns:r="http://schemas.openxmlformats.org/officeDocument/2006/relationships" xmlns:p="http://schemas.openxmlformats.org/presentationml/2006/main">
  <p:tag name="ORIGINALHEIGHT" val="7.242826"/>
  <p:tag name="ORIGINALWIDTH" val="6.101707"/>
  <p:tag name="LATEXADDIN" val="\documentclass{article}&#10;\usepackage{amsmath}&#10;\pagestyle{empty}&#10;\begin{document}&#10;&#10;&#10;$\text{CPH } \hat{h}(x)$&#10;&#10;\end{document}"/>
  <p:tag name="IGUANATEXSIZE" val="18"/>
  <p:tag name="IGUANATEXCURSOR" val="104"/>
  <p:tag name="TRANSPARENCY" val="True"/>
  <p:tag name="LATEXENGINEID" val="0"/>
  <p:tag name="TEMPFOLDER" val="c:\temp\"/>
  <p:tag name="LATEXFORMHEIGHT" val="320"/>
  <p:tag name="LATEXFORMWIDTH" val="385"/>
  <p:tag name="LATEXFORMWRAP" val="True"/>
  <p:tag name="BITMAPVECTOR" val="1"/>
  <p:tag name="EMFCHILD" val="True"/>
</p:tagLst>
</file>

<file path=ppt/tags/tag88.xml><?xml version="1.0" encoding="utf-8"?>
<p:tagLst xmlns:a="http://schemas.openxmlformats.org/drawingml/2006/main" xmlns:r="http://schemas.openxmlformats.org/officeDocument/2006/relationships" xmlns:p="http://schemas.openxmlformats.org/presentationml/2006/main">
  <p:tag name="ORIGINALHEIGHT" val="6.804462"/>
  <p:tag name="ORIGINALWIDTH" val="5.901312"/>
  <p:tag name="EMFCHILD" val="True"/>
</p:tagLst>
</file>

<file path=ppt/tags/tag89.xml><?xml version="1.0" encoding="utf-8"?>
<p:tagLst xmlns:a="http://schemas.openxmlformats.org/drawingml/2006/main" xmlns:r="http://schemas.openxmlformats.org/officeDocument/2006/relationships" xmlns:p="http://schemas.openxmlformats.org/presentationml/2006/main">
  <p:tag name="ORIGINALHEIGHT" val="6.804462"/>
  <p:tag name="ORIGINALWIDTH" val="6.843132"/>
  <p:tag name="EMFCHILD" val="True"/>
</p:tagLst>
</file>

<file path=ppt/tags/tag90.xml><?xml version="1.0" encoding="utf-8"?>
<p:tagLst xmlns:a="http://schemas.openxmlformats.org/drawingml/2006/main" xmlns:r="http://schemas.openxmlformats.org/officeDocument/2006/relationships" xmlns:p="http://schemas.openxmlformats.org/presentationml/2006/main">
  <p:tag name="ORIGINALHEIGHT" val="1.534208"/>
  <p:tag name="ORIGINALWIDTH" val="2.67511"/>
  <p:tag name="EMFCHILD" val="True"/>
</p:tagLst>
</file>

<file path=ppt/tags/tag91.xml><?xml version="1.0" encoding="utf-8"?>
<p:tagLst xmlns:a="http://schemas.openxmlformats.org/drawingml/2006/main" xmlns:r="http://schemas.openxmlformats.org/officeDocument/2006/relationships" xmlns:p="http://schemas.openxmlformats.org/presentationml/2006/main">
  <p:tag name="ORIGINALHEIGHT" val="7.023623"/>
  <p:tag name="ORIGINALWIDTH" val="4.919423"/>
  <p:tag name="EMFCHILD" val="True"/>
</p:tagLst>
</file>

<file path=ppt/tags/tag92.xml><?xml version="1.0" encoding="utf-8"?>
<p:tagLst xmlns:a="http://schemas.openxmlformats.org/drawingml/2006/main" xmlns:r="http://schemas.openxmlformats.org/officeDocument/2006/relationships" xmlns:p="http://schemas.openxmlformats.org/presentationml/2006/main">
  <p:tag name="ORIGINALHEIGHT" val="9.962598"/>
  <p:tag name="ORIGINALWIDTH" val="2.324453"/>
  <p:tag name="EMFCHILD" val="True"/>
</p:tagLst>
</file>

<file path=ppt/tags/tag93.xml><?xml version="1.0" encoding="utf-8"?>
<p:tagLst xmlns:a="http://schemas.openxmlformats.org/drawingml/2006/main" xmlns:r="http://schemas.openxmlformats.org/officeDocument/2006/relationships" xmlns:p="http://schemas.openxmlformats.org/presentationml/2006/main">
  <p:tag name="ORIGINALHEIGHT" val="4.513036"/>
  <p:tag name="ORIGINALWIDTH" val="4.989545"/>
  <p:tag name="EMFCHILD" val="True"/>
</p:tagLst>
</file>

<file path=ppt/tags/tag94.xml><?xml version="1.0" encoding="utf-8"?>
<p:tagLst xmlns:a="http://schemas.openxmlformats.org/drawingml/2006/main" xmlns:r="http://schemas.openxmlformats.org/officeDocument/2006/relationships" xmlns:p="http://schemas.openxmlformats.org/presentationml/2006/main">
  <p:tag name="ORIGINALHEIGHT" val="9.962598"/>
  <p:tag name="ORIGINALWIDTH" val="2.324453"/>
  <p:tag name="EMFCHILD" val="True"/>
</p:tagLst>
</file>

<file path=ppt/tags/tag95.xml><?xml version="1.0" encoding="utf-8"?>
<p:tagLst xmlns:a="http://schemas.openxmlformats.org/drawingml/2006/main" xmlns:r="http://schemas.openxmlformats.org/officeDocument/2006/relationships" xmlns:p="http://schemas.openxmlformats.org/presentationml/2006/main">
  <p:tag name="ORIGINALHEIGHT" val="4.513036"/>
  <p:tag name="ORIGINALWIDTH" val="4.837358"/>
  <p:tag name="LATEXADDIN" val="\documentclass{article}&#10;\usepackage{amsmath}&#10;\pagestyle{empty}&#10;\begin{document}&#10;&#10;$x_1$&#10;&#10;&#10;\end{document}"/>
  <p:tag name="IGUANATEXSIZE" val="18"/>
  <p:tag name="IGUANATEXCURSOR" val="85"/>
  <p:tag name="TRANSPARENCY" val="True"/>
  <p:tag name="LATEXENGINEID" val="0"/>
  <p:tag name="TEMPFOLDER" val="c:\temp\"/>
  <p:tag name="LATEXFORMHEIGHT" val="320"/>
  <p:tag name="LATEXFORMWIDTH" val="385"/>
  <p:tag name="LATEXFORMWRAP" val="True"/>
  <p:tag name="BITMAPVECTOR" val="1"/>
  <p:tag name="EMFCHILD" val="True"/>
</p:tagLst>
</file>

<file path=ppt/tags/tag96.xml><?xml version="1.0" encoding="utf-8"?>
<p:tagLst xmlns:a="http://schemas.openxmlformats.org/drawingml/2006/main" xmlns:r="http://schemas.openxmlformats.org/officeDocument/2006/relationships" xmlns:p="http://schemas.openxmlformats.org/presentationml/2006/main">
  <p:tag name="ORIGINALHEIGHT" val="4.630621"/>
  <p:tag name="ORIGINALWIDTH" val="2.474978"/>
  <p:tag name="EMFCHILD" val="True"/>
</p:tagLst>
</file>

<file path=ppt/tags/tag97.xml><?xml version="1.0" encoding="utf-8"?>
<p:tagLst xmlns:a="http://schemas.openxmlformats.org/drawingml/2006/main" xmlns:r="http://schemas.openxmlformats.org/officeDocument/2006/relationships" xmlns:p="http://schemas.openxmlformats.org/presentationml/2006/main">
  <p:tag name="ORIGINALHEIGHT" val="4.513036"/>
  <p:tag name="ORIGINALWIDTH" val="4.837358"/>
  <p:tag name="LATEXADDIN" val="\documentclass{article}&#10;\usepackage{amsmath}&#10;\pagestyle{empty}&#10;\begin{document}&#10;&#10;&#10;$x_0$&#10;&#10;\end{document}"/>
  <p:tag name="IGUANATEXSIZE" val="18"/>
  <p:tag name="IGUANATEXCURSOR" val="86"/>
  <p:tag name="TRANSPARENCY" val="True"/>
  <p:tag name="LATEXENGINEID" val="0"/>
  <p:tag name="TEMPFOLDER" val="c:\temp\"/>
  <p:tag name="LATEXFORMHEIGHT" val="320"/>
  <p:tag name="LATEXFORMWIDTH" val="385"/>
  <p:tag name="LATEXFORMWRAP" val="True"/>
  <p:tag name="BITMAPVECTOR" val="1"/>
  <p:tag name="EMFCHILD" val="True"/>
</p:tagLst>
</file>

<file path=ppt/tags/tag98.xml><?xml version="1.0" encoding="utf-8"?>
<p:tagLst xmlns:a="http://schemas.openxmlformats.org/drawingml/2006/main" xmlns:r="http://schemas.openxmlformats.org/officeDocument/2006/relationships" xmlns:p="http://schemas.openxmlformats.org/presentationml/2006/main">
  <p:tag name="ORIGINALHEIGHT" val="4.770079"/>
  <p:tag name="ORIGINALWIDTH" val="3.154943"/>
  <p:tag name="EMFCHILD" val="True"/>
</p:tagLst>
</file>

<file path=ppt/tags/tag99.xml><?xml version="1.0" encoding="utf-8"?>
<p:tagLst xmlns:a="http://schemas.openxmlformats.org/drawingml/2006/main" xmlns:r="http://schemas.openxmlformats.org/officeDocument/2006/relationships" xmlns:p="http://schemas.openxmlformats.org/presentationml/2006/main">
  <p:tag name="ORIGINALHEIGHT" val="6.576072"/>
  <p:tag name="ORIGINALWIDTH" val="6.482765"/>
  <p:tag name="LATEXADDIN" val="\documentclass{article}&#10;\usepackage{amsmath}&#10;\pagestyle{empty}&#10;\begin{document}&#10;&#10;$\text{True Rate Func. } h(x)$&#10;&#10;\end{document}"/>
  <p:tag name="IGUANATEXSIZE" val="18"/>
  <p:tag name="IGUANATEXCURSOR" val="109"/>
  <p:tag name="TRANSPARENCY" val="True"/>
  <p:tag name="LATEXENGINEID" val="0"/>
  <p:tag name="TEMPFOLDER" val="c:\temp\"/>
  <p:tag name="LATEXFORMHEIGHT" val="320"/>
  <p:tag name="LATEXFORMWIDTH" val="385"/>
  <p:tag name="LATEXFORMWRAP" val="True"/>
  <p:tag name="BITMAPVECTOR" val="1"/>
  <p:tag name="EMFCHILD" val="True"/>
</p:tagLst>
</file>

<file path=ppt/tags/tag100.xml><?xml version="1.0" encoding="utf-8"?>
<p:tagLst xmlns:a="http://schemas.openxmlformats.org/drawingml/2006/main" xmlns:r="http://schemas.openxmlformats.org/officeDocument/2006/relationships" xmlns:p="http://schemas.openxmlformats.org/presentationml/2006/main">
  <p:tag name="ORIGINALHEIGHT" val="4.293395"/>
  <p:tag name="ORIGINALWIDTH" val="3.356256"/>
  <p:tag name="EMFCHILD" val="True"/>
</p:tagLst>
</file>

<file path=ppt/tags/tag101.xml><?xml version="1.0" encoding="utf-8"?>
<p:tagLst xmlns:a="http://schemas.openxmlformats.org/drawingml/2006/main" xmlns:r="http://schemas.openxmlformats.org/officeDocument/2006/relationships" xmlns:p="http://schemas.openxmlformats.org/presentationml/2006/main">
  <p:tag name="ORIGINALHEIGHT" val="4.400218"/>
  <p:tag name="ORIGINALWIDTH" val="5.024366"/>
  <p:tag name="EMFCHILD" val="True"/>
</p:tagLst>
</file>

<file path=ppt/tags/tag102.xml><?xml version="1.0" encoding="utf-8"?>
<p:tagLst xmlns:a="http://schemas.openxmlformats.org/drawingml/2006/main" xmlns:r="http://schemas.openxmlformats.org/officeDocument/2006/relationships" xmlns:p="http://schemas.openxmlformats.org/presentationml/2006/main">
  <p:tag name="ORIGINALHEIGHT" val="4.45853"/>
  <p:tag name="ORIGINALWIDTH" val="3.865661"/>
  <p:tag name="EMFCHILD" val="True"/>
</p:tagLst>
</file>

<file path=ppt/tags/tag103.xml><?xml version="1.0" encoding="utf-8"?>
<p:tagLst xmlns:a="http://schemas.openxmlformats.org/drawingml/2006/main" xmlns:r="http://schemas.openxmlformats.org/officeDocument/2006/relationships" xmlns:p="http://schemas.openxmlformats.org/presentationml/2006/main">
  <p:tag name="ORIGINALHEIGHT" val="6.848032"/>
  <p:tag name="ORIGINALWIDTH" val="6.962204"/>
  <p:tag name="EMFCHILD" val="True"/>
</p:tagLst>
</file>

<file path=ppt/tags/tag104.xml><?xml version="1.0" encoding="utf-8"?>
<p:tagLst xmlns:a="http://schemas.openxmlformats.org/drawingml/2006/main" xmlns:r="http://schemas.openxmlformats.org/officeDocument/2006/relationships" xmlns:p="http://schemas.openxmlformats.org/presentationml/2006/main">
  <p:tag name="ORIGINALHEIGHT" val="4.45853"/>
  <p:tag name="ORIGINALWIDTH" val="4.504943"/>
  <p:tag name="EMFCHILD" val="True"/>
</p:tagLst>
</file>

<file path=ppt/tags/tag105.xml><?xml version="1.0" encoding="utf-8"?>
<p:tagLst xmlns:a="http://schemas.openxmlformats.org/drawingml/2006/main" xmlns:r="http://schemas.openxmlformats.org/officeDocument/2006/relationships" xmlns:p="http://schemas.openxmlformats.org/presentationml/2006/main">
  <p:tag name="ORIGINALHEIGHT" val="6.080665"/>
  <p:tag name="ORIGINALWIDTH" val="3.126509"/>
  <p:tag name="EMFCHILD" val="True"/>
</p:tagLst>
</file>

<file path=ppt/tags/tag106.xml><?xml version="1.0" encoding="utf-8"?>
<p:tagLst xmlns:a="http://schemas.openxmlformats.org/drawingml/2006/main" xmlns:r="http://schemas.openxmlformats.org/officeDocument/2006/relationships" xmlns:p="http://schemas.openxmlformats.org/presentationml/2006/main">
  <p:tag name="ORIGINALHEIGHT" val="4.45853"/>
  <p:tag name="ORIGINALWIDTH" val="3.865661"/>
  <p:tag name="EMFCHILD" val="True"/>
</p:tagLst>
</file>

<file path=ppt/tags/tag107.xml><?xml version="1.0" encoding="utf-8"?>
<p:tagLst xmlns:a="http://schemas.openxmlformats.org/drawingml/2006/main" xmlns:r="http://schemas.openxmlformats.org/officeDocument/2006/relationships" xmlns:p="http://schemas.openxmlformats.org/presentationml/2006/main">
  <p:tag name="ORIGINALHEIGHT" val="6.605206"/>
  <p:tag name="ORIGINALWIDTH" val="5.763561"/>
  <p:tag name="EMFCHILD" val="True"/>
</p:tagLst>
</file>

<file path=ppt/tags/tag108.xml><?xml version="1.0" encoding="utf-8"?>
<p:tagLst xmlns:a="http://schemas.openxmlformats.org/drawingml/2006/main" xmlns:r="http://schemas.openxmlformats.org/officeDocument/2006/relationships" xmlns:p="http://schemas.openxmlformats.org/presentationml/2006/main">
  <p:tag name="ORIGINALHEIGHT" val="4.400218"/>
  <p:tag name="ORIGINALWIDTH" val="5.024366"/>
  <p:tag name="EMFCHILD" val="True"/>
</p:tagLst>
</file>

<file path=ppt/tags/tag109.xml><?xml version="1.0" encoding="utf-8"?>
<p:tagLst xmlns:a="http://schemas.openxmlformats.org/drawingml/2006/main" xmlns:r="http://schemas.openxmlformats.org/officeDocument/2006/relationships" xmlns:p="http://schemas.openxmlformats.org/presentationml/2006/main">
  <p:tag name="ORIGINALHEIGHT" val="4.293395"/>
  <p:tag name="ORIGINALWIDTH" val="5.024366"/>
  <p:tag name="EMFCHILD" val="True"/>
</p:tagLst>
</file>

<file path=ppt/tags/tag110.xml><?xml version="1.0" encoding="utf-8"?>
<p:tagLst xmlns:a="http://schemas.openxmlformats.org/drawingml/2006/main" xmlns:r="http://schemas.openxmlformats.org/officeDocument/2006/relationships" xmlns:p="http://schemas.openxmlformats.org/presentationml/2006/main">
  <p:tag name="ORIGINALHEIGHT" val="4.45853"/>
  <p:tag name="ORIGINALWIDTH" val="3.805731"/>
  <p:tag name="EMFCHILD" val="True"/>
</p:tagLst>
</file>

<file path=ppt/tags/tag111.xml><?xml version="1.0" encoding="utf-8"?>
<p:tagLst xmlns:a="http://schemas.openxmlformats.org/drawingml/2006/main" xmlns:r="http://schemas.openxmlformats.org/officeDocument/2006/relationships" xmlns:p="http://schemas.openxmlformats.org/presentationml/2006/main">
  <p:tag name="ORIGINALHEIGHT" val="1.029615"/>
  <p:tag name="ORIGINALWIDTH" val="1.058793"/>
  <p:tag name="EMFCHILD" val="True"/>
</p:tagLst>
</file>

<file path=ppt/tags/tag112.xml><?xml version="1.0" encoding="utf-8"?>
<p:tagLst xmlns:a="http://schemas.openxmlformats.org/drawingml/2006/main" xmlns:r="http://schemas.openxmlformats.org/officeDocument/2006/relationships" xmlns:p="http://schemas.openxmlformats.org/presentationml/2006/main">
  <p:tag name="ORIGINALHEIGHT" val="6.848032"/>
  <p:tag name="ORIGINALWIDTH" val="4.904506"/>
  <p:tag name="EMFCHILD" val="True"/>
</p:tagLst>
</file>

<file path=ppt/tags/tag113.xml><?xml version="1.0" encoding="utf-8"?>
<p:tagLst xmlns:a="http://schemas.openxmlformats.org/drawingml/2006/main" xmlns:r="http://schemas.openxmlformats.org/officeDocument/2006/relationships" xmlns:p="http://schemas.openxmlformats.org/presentationml/2006/main">
  <p:tag name="ORIGINALHEIGHT" val="9.713561"/>
  <p:tag name="ORIGINALWIDTH" val="2.31741"/>
  <p:tag name="EMFCHILD" val="True"/>
</p:tagLst>
</file>

<file path=ppt/tags/tag114.xml><?xml version="1.0" encoding="utf-8"?>
<p:tagLst xmlns:a="http://schemas.openxmlformats.org/drawingml/2006/main" xmlns:r="http://schemas.openxmlformats.org/officeDocument/2006/relationships" xmlns:p="http://schemas.openxmlformats.org/presentationml/2006/main">
  <p:tag name="ORIGINALHEIGHT" val="4.400218"/>
  <p:tag name="ORIGINALWIDTH" val="4.974409"/>
  <p:tag name="EMFCHILD" val="True"/>
</p:tagLst>
</file>

<file path=ppt/tags/tag115.xml><?xml version="1.0" encoding="utf-8"?>
<p:tagLst xmlns:a="http://schemas.openxmlformats.org/drawingml/2006/main" xmlns:r="http://schemas.openxmlformats.org/officeDocument/2006/relationships" xmlns:p="http://schemas.openxmlformats.org/presentationml/2006/main">
  <p:tag name="ORIGINALHEIGHT" val="9.713561"/>
  <p:tag name="ORIGINALWIDTH" val="2.31741"/>
  <p:tag name="EMFCHILD" val="Tr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TotalTime>
  <Words>959</Words>
  <Application>Microsoft Office PowerPoint</Application>
  <PresentationFormat>Widescreen</PresentationFormat>
  <Paragraphs>52</Paragraphs>
  <Slides>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NimbusRomNo9L-Regu</vt:lpstr>
      <vt:lpstr>NimbusRomNo9L-ReguItal</vt:lpstr>
      <vt:lpstr>Söhne</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Qiu Peijie</dc:creator>
  <cp:lastModifiedBy>Qiu Peijie</cp:lastModifiedBy>
  <cp:revision>94</cp:revision>
  <dcterms:created xsi:type="dcterms:W3CDTF">2023-07-03T20:37:10Z</dcterms:created>
  <dcterms:modified xsi:type="dcterms:W3CDTF">2023-07-04T00:55:49Z</dcterms:modified>
</cp:coreProperties>
</file>